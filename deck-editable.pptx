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396000"/>
            <a:ext cx="16458840" cy="1657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322720"/>
            <a:ext cx="16458840" cy="575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396000"/>
            <a:ext cx="16458840" cy="1657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914400" y="2322720"/>
            <a:ext cx="16458840" cy="5757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956000" y="3009600"/>
            <a:ext cx="1766520" cy="48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0" u="none" strike="noStrike">
                <a:solidFill>
                  <a:srgbClr val="B0B0B0"/>
                </a:solidFill>
                <a:effectLst/>
                <a:uFillTx/>
                <a:latin typeface="PretendardVariable"/>
                <a:ea typeface="PretendardVariable"/>
              </a:rPr>
              <a:t>[ </a:t>
            </a:r>
            <a:r>
              <a:rPr lang="ko-KR" sz="3300" b="0" u="none" strike="noStrike">
                <a:solidFill>
                  <a:srgbClr val="B0B0B0"/>
                </a:solidFill>
                <a:effectLst/>
                <a:uFillTx/>
                <a:latin typeface="PretendardVariable"/>
                <a:ea typeface="PretendardVariable"/>
              </a:rPr>
              <a:t>무료 세미나 </a:t>
            </a:r>
            <a:r>
              <a:rPr lang="en-US" sz="3300" b="0" u="none" strike="noStrike">
                <a:solidFill>
                  <a:srgbClr val="B0B0B0"/>
                </a:solidFill>
                <a:effectLst/>
                <a:uFillTx/>
                <a:latin typeface="PretendardVariable"/>
                <a:ea typeface="PretendardVariable"/>
              </a:rPr>
              <a:t>]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4566600" y="3976920"/>
            <a:ext cx="11194200" cy="1129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300" b="1" u="none" strike="noStrike">
                <a:solidFill>
                  <a:srgbClr val="F7F7F7"/>
                </a:solidFill>
                <a:effectLst/>
                <a:uFillTx/>
                <a:latin typeface="PretendardVariable-Semi"/>
                <a:ea typeface="PretendardVariable-Semi"/>
              </a:rPr>
              <a:t>Claude Code Skills </a:t>
            </a:r>
            <a:r>
              <a:rPr lang="ko-KR" sz="6300" b="1" u="none" strike="noStrike">
                <a:solidFill>
                  <a:srgbClr val="F7F7F7"/>
                </a:solidFill>
                <a:effectLst/>
                <a:uFillTx/>
                <a:latin typeface="PretendardVariable-Semi"/>
                <a:ea typeface="PretendardVariable-Semi"/>
              </a:rPr>
              <a:t>뽀개기 </a:t>
            </a:r>
            <a:r>
              <a:rPr lang="en-US" sz="6300" b="1" u="none" strike="noStrike">
                <a:solidFill>
                  <a:srgbClr val="F7F7F7"/>
                </a:solidFill>
                <a:effectLst/>
                <a:uFillTx/>
                <a:latin typeface="PretendardVariable-Semi"/>
                <a:ea typeface="PretendardVariable-Semi"/>
              </a:rPr>
              <a:t>:</a:t>
            </a:r>
            <a:endParaRPr lang="en-US" sz="6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3407400" y="4938840"/>
            <a:ext cx="12930480" cy="920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6300" b="1" u="none" strike="noStrike">
                <a:solidFill>
                  <a:srgbClr val="F7F7F7"/>
                </a:solidFill>
                <a:effectLst/>
                <a:uFillTx/>
                <a:latin typeface="PretendardVariable-Semi"/>
                <a:ea typeface="PretendardVariable-Semi"/>
              </a:rPr>
              <a:t>검색 자동화부터 에이전트 팀 구축까지</a:t>
            </a:r>
            <a:endParaRPr lang="en-US" sz="6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8245440" y="6747480"/>
            <a:ext cx="62280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0" u="none" strike="noStrike">
                <a:solidFill>
                  <a:srgbClr val="D97757"/>
                </a:solidFill>
                <a:effectLst/>
                <a:uFillTx/>
                <a:latin typeface="PretendardVariable"/>
                <a:ea typeface="PretendardVariable"/>
              </a:rPr>
              <a:t>By. 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8813160" y="6735600"/>
            <a:ext cx="135864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285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지피타쿠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7" name=""/>
          <p:cNvSpPr/>
          <p:nvPr/>
        </p:nvSpPr>
        <p:spPr>
          <a:xfrm>
            <a:off x="1133280" y="2742840"/>
            <a:ext cx="5943960" cy="4800960"/>
          </a:xfrm>
          <a:custGeom>
            <a:avLst/>
            <a:gdLst/>
            <a:ahLst/>
            <a:rect l="0" t="0" r="r" b="b"/>
            <a:pathLst>
              <a:path w="16511" h="13336">
                <a:moveTo>
                  <a:pt x="26" y="556"/>
                </a:moveTo>
                <a:lnTo>
                  <a:pt x="26" y="12781"/>
                </a:lnTo>
                <a:cubicBezTo>
                  <a:pt x="26" y="12851"/>
                  <a:pt x="40" y="12919"/>
                  <a:pt x="67" y="12983"/>
                </a:cubicBezTo>
                <a:cubicBezTo>
                  <a:pt x="94" y="13048"/>
                  <a:pt x="132" y="13105"/>
                  <a:pt x="181" y="13155"/>
                </a:cubicBezTo>
                <a:cubicBezTo>
                  <a:pt x="231" y="13205"/>
                  <a:pt x="288" y="13243"/>
                  <a:pt x="353" y="13270"/>
                </a:cubicBezTo>
                <a:cubicBezTo>
                  <a:pt x="418" y="13297"/>
                  <a:pt x="485" y="13310"/>
                  <a:pt x="556" y="13310"/>
                </a:cubicBezTo>
                <a:lnTo>
                  <a:pt x="15955" y="13310"/>
                </a:lnTo>
                <a:cubicBezTo>
                  <a:pt x="16026" y="13310"/>
                  <a:pt x="16093" y="13297"/>
                  <a:pt x="16158" y="13270"/>
                </a:cubicBezTo>
                <a:cubicBezTo>
                  <a:pt x="16223" y="13243"/>
                  <a:pt x="16280" y="13205"/>
                  <a:pt x="16330" y="13155"/>
                </a:cubicBezTo>
                <a:cubicBezTo>
                  <a:pt x="16379" y="13105"/>
                  <a:pt x="16417" y="13048"/>
                  <a:pt x="16444" y="12983"/>
                </a:cubicBezTo>
                <a:cubicBezTo>
                  <a:pt x="16471" y="12919"/>
                  <a:pt x="16485" y="12851"/>
                  <a:pt x="16485" y="12781"/>
                </a:cubicBezTo>
                <a:lnTo>
                  <a:pt x="16485" y="556"/>
                </a:lnTo>
                <a:cubicBezTo>
                  <a:pt x="16485" y="486"/>
                  <a:pt x="16471" y="418"/>
                  <a:pt x="16444" y="354"/>
                </a:cubicBezTo>
                <a:cubicBezTo>
                  <a:pt x="16417" y="289"/>
                  <a:pt x="16379" y="232"/>
                  <a:pt x="16330" y="182"/>
                </a:cubicBezTo>
                <a:cubicBezTo>
                  <a:pt x="16280" y="132"/>
                  <a:pt x="16223" y="94"/>
                  <a:pt x="16158" y="67"/>
                </a:cubicBezTo>
                <a:cubicBezTo>
                  <a:pt x="16093" y="40"/>
                  <a:pt x="16026" y="27"/>
                  <a:pt x="15955" y="27"/>
                </a:cubicBezTo>
                <a:lnTo>
                  <a:pt x="556" y="27"/>
                </a:lnTo>
                <a:cubicBezTo>
                  <a:pt x="485" y="27"/>
                  <a:pt x="418" y="40"/>
                  <a:pt x="353" y="67"/>
                </a:cubicBezTo>
                <a:cubicBezTo>
                  <a:pt x="288" y="94"/>
                  <a:pt x="231" y="132"/>
                  <a:pt x="181" y="182"/>
                </a:cubicBezTo>
                <a:cubicBezTo>
                  <a:pt x="132" y="232"/>
                  <a:pt x="94" y="289"/>
                  <a:pt x="67" y="354"/>
                </a:cubicBezTo>
                <a:cubicBezTo>
                  <a:pt x="40" y="418"/>
                  <a:pt x="26" y="486"/>
                  <a:pt x="26" y="556"/>
                </a:cubicBezTo>
                <a:moveTo>
                  <a:pt x="0" y="12781"/>
                </a:moveTo>
                <a:lnTo>
                  <a:pt x="0" y="556"/>
                </a:lnTo>
                <a:cubicBezTo>
                  <a:pt x="0" y="520"/>
                  <a:pt x="4" y="484"/>
                  <a:pt x="11" y="448"/>
                </a:cubicBezTo>
                <a:cubicBezTo>
                  <a:pt x="18" y="412"/>
                  <a:pt x="28" y="377"/>
                  <a:pt x="42" y="343"/>
                </a:cubicBezTo>
                <a:cubicBezTo>
                  <a:pt x="56" y="310"/>
                  <a:pt x="73" y="278"/>
                  <a:pt x="94" y="247"/>
                </a:cubicBezTo>
                <a:cubicBezTo>
                  <a:pt x="114" y="217"/>
                  <a:pt x="137" y="189"/>
                  <a:pt x="163" y="163"/>
                </a:cubicBezTo>
                <a:cubicBezTo>
                  <a:pt x="189" y="137"/>
                  <a:pt x="217" y="114"/>
                  <a:pt x="247" y="94"/>
                </a:cubicBezTo>
                <a:cubicBezTo>
                  <a:pt x="277" y="74"/>
                  <a:pt x="309" y="57"/>
                  <a:pt x="343" y="43"/>
                </a:cubicBezTo>
                <a:cubicBezTo>
                  <a:pt x="377" y="29"/>
                  <a:pt x="411" y="18"/>
                  <a:pt x="447" y="11"/>
                </a:cubicBezTo>
                <a:cubicBezTo>
                  <a:pt x="483" y="4"/>
                  <a:pt x="519" y="0"/>
                  <a:pt x="556" y="0"/>
                </a:cubicBezTo>
                <a:lnTo>
                  <a:pt x="15955" y="0"/>
                </a:lnTo>
                <a:cubicBezTo>
                  <a:pt x="15992" y="0"/>
                  <a:pt x="16028" y="4"/>
                  <a:pt x="16064" y="11"/>
                </a:cubicBezTo>
                <a:cubicBezTo>
                  <a:pt x="16100" y="18"/>
                  <a:pt x="16134" y="29"/>
                  <a:pt x="16168" y="43"/>
                </a:cubicBezTo>
                <a:cubicBezTo>
                  <a:pt x="16202" y="57"/>
                  <a:pt x="16234" y="74"/>
                  <a:pt x="16264" y="94"/>
                </a:cubicBezTo>
                <a:cubicBezTo>
                  <a:pt x="16294" y="114"/>
                  <a:pt x="16323" y="137"/>
                  <a:pt x="16348" y="163"/>
                </a:cubicBezTo>
                <a:cubicBezTo>
                  <a:pt x="16374" y="189"/>
                  <a:pt x="16397" y="217"/>
                  <a:pt x="16417" y="247"/>
                </a:cubicBezTo>
                <a:cubicBezTo>
                  <a:pt x="16438" y="278"/>
                  <a:pt x="16455" y="310"/>
                  <a:pt x="16469" y="343"/>
                </a:cubicBezTo>
                <a:cubicBezTo>
                  <a:pt x="16483" y="377"/>
                  <a:pt x="16493" y="412"/>
                  <a:pt x="16500" y="448"/>
                </a:cubicBezTo>
                <a:cubicBezTo>
                  <a:pt x="16507" y="484"/>
                  <a:pt x="16511" y="520"/>
                  <a:pt x="16511" y="556"/>
                </a:cubicBezTo>
                <a:lnTo>
                  <a:pt x="16511" y="12781"/>
                </a:lnTo>
                <a:cubicBezTo>
                  <a:pt x="16511" y="12817"/>
                  <a:pt x="16507" y="12853"/>
                  <a:pt x="16500" y="12889"/>
                </a:cubicBezTo>
                <a:cubicBezTo>
                  <a:pt x="16493" y="12925"/>
                  <a:pt x="16483" y="12960"/>
                  <a:pt x="16469" y="12993"/>
                </a:cubicBezTo>
                <a:cubicBezTo>
                  <a:pt x="16455" y="13027"/>
                  <a:pt x="16438" y="13059"/>
                  <a:pt x="16417" y="13090"/>
                </a:cubicBezTo>
                <a:cubicBezTo>
                  <a:pt x="16397" y="13120"/>
                  <a:pt x="16374" y="13148"/>
                  <a:pt x="16348" y="13174"/>
                </a:cubicBezTo>
                <a:cubicBezTo>
                  <a:pt x="16323" y="13200"/>
                  <a:pt x="16294" y="13223"/>
                  <a:pt x="16264" y="13243"/>
                </a:cubicBezTo>
                <a:cubicBezTo>
                  <a:pt x="16234" y="13263"/>
                  <a:pt x="16202" y="13280"/>
                  <a:pt x="16168" y="13294"/>
                </a:cubicBezTo>
                <a:cubicBezTo>
                  <a:pt x="16134" y="13308"/>
                  <a:pt x="16100" y="13319"/>
                  <a:pt x="16064" y="13326"/>
                </a:cubicBezTo>
                <a:cubicBezTo>
                  <a:pt x="16028" y="13333"/>
                  <a:pt x="15992" y="13336"/>
                  <a:pt x="15955" y="13336"/>
                </a:cubicBezTo>
                <a:lnTo>
                  <a:pt x="556" y="13336"/>
                </a:lnTo>
                <a:cubicBezTo>
                  <a:pt x="519" y="13336"/>
                  <a:pt x="483" y="13333"/>
                  <a:pt x="447" y="13326"/>
                </a:cubicBezTo>
                <a:cubicBezTo>
                  <a:pt x="411" y="13319"/>
                  <a:pt x="377" y="13308"/>
                  <a:pt x="343" y="13294"/>
                </a:cubicBezTo>
                <a:cubicBezTo>
                  <a:pt x="309" y="13280"/>
                  <a:pt x="277" y="13263"/>
                  <a:pt x="247" y="13243"/>
                </a:cubicBezTo>
                <a:cubicBezTo>
                  <a:pt x="217" y="13223"/>
                  <a:pt x="189" y="13200"/>
                  <a:pt x="163" y="13174"/>
                </a:cubicBezTo>
                <a:cubicBezTo>
                  <a:pt x="137" y="13148"/>
                  <a:pt x="114" y="13120"/>
                  <a:pt x="94" y="13090"/>
                </a:cubicBezTo>
                <a:cubicBezTo>
                  <a:pt x="73" y="13059"/>
                  <a:pt x="56" y="13027"/>
                  <a:pt x="42" y="12993"/>
                </a:cubicBezTo>
                <a:cubicBezTo>
                  <a:pt x="28" y="12960"/>
                  <a:pt x="18" y="12925"/>
                  <a:pt x="11" y="12889"/>
                </a:cubicBezTo>
                <a:cubicBezTo>
                  <a:pt x="4" y="12853"/>
                  <a:pt x="0" y="12817"/>
                  <a:pt x="0" y="12781"/>
                </a:cubicBezTo>
                <a:close/>
              </a:path>
            </a:pathLst>
          </a:custGeom>
          <a:solidFill>
            <a:srgbClr val="E3E2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8" name=""/>
          <p:cNvSpPr/>
          <p:nvPr/>
        </p:nvSpPr>
        <p:spPr>
          <a:xfrm>
            <a:off x="338040" y="2234160"/>
            <a:ext cx="7535160" cy="6391800"/>
          </a:xfrm>
          <a:custGeom>
            <a:avLst/>
            <a:gdLst/>
            <a:ahLst/>
            <a:rect l="0" t="0" r="r" b="b"/>
            <a:pathLst>
              <a:path w="20931" h="17755">
                <a:moveTo>
                  <a:pt x="2235" y="1969"/>
                </a:moveTo>
                <a:lnTo>
                  <a:pt x="2235" y="14194"/>
                </a:lnTo>
                <a:cubicBezTo>
                  <a:pt x="2235" y="14264"/>
                  <a:pt x="2249" y="14332"/>
                  <a:pt x="2276" y="14396"/>
                </a:cubicBezTo>
                <a:cubicBezTo>
                  <a:pt x="2303" y="14461"/>
                  <a:pt x="2341" y="14518"/>
                  <a:pt x="2390" y="14568"/>
                </a:cubicBezTo>
                <a:cubicBezTo>
                  <a:pt x="2440" y="14618"/>
                  <a:pt x="2497" y="14656"/>
                  <a:pt x="2562" y="14683"/>
                </a:cubicBezTo>
                <a:cubicBezTo>
                  <a:pt x="2627" y="14710"/>
                  <a:pt x="2694" y="14723"/>
                  <a:pt x="2765" y="14723"/>
                </a:cubicBezTo>
                <a:lnTo>
                  <a:pt x="18164" y="14723"/>
                </a:lnTo>
                <a:cubicBezTo>
                  <a:pt x="18235" y="14723"/>
                  <a:pt x="18302" y="14710"/>
                  <a:pt x="18367" y="14683"/>
                </a:cubicBezTo>
                <a:cubicBezTo>
                  <a:pt x="18432" y="14656"/>
                  <a:pt x="18489" y="14618"/>
                  <a:pt x="18539" y="14568"/>
                </a:cubicBezTo>
                <a:cubicBezTo>
                  <a:pt x="18588" y="14518"/>
                  <a:pt x="18626" y="14461"/>
                  <a:pt x="18653" y="14396"/>
                </a:cubicBezTo>
                <a:cubicBezTo>
                  <a:pt x="18680" y="14332"/>
                  <a:pt x="18694" y="14264"/>
                  <a:pt x="18694" y="14194"/>
                </a:cubicBezTo>
                <a:lnTo>
                  <a:pt x="18694" y="1969"/>
                </a:lnTo>
                <a:cubicBezTo>
                  <a:pt x="18694" y="1899"/>
                  <a:pt x="18680" y="1831"/>
                  <a:pt x="18653" y="1767"/>
                </a:cubicBezTo>
                <a:cubicBezTo>
                  <a:pt x="18626" y="1702"/>
                  <a:pt x="18588" y="1645"/>
                  <a:pt x="18539" y="1595"/>
                </a:cubicBezTo>
                <a:cubicBezTo>
                  <a:pt x="18489" y="1545"/>
                  <a:pt x="18432" y="1507"/>
                  <a:pt x="18367" y="1480"/>
                </a:cubicBezTo>
                <a:cubicBezTo>
                  <a:pt x="18302" y="1453"/>
                  <a:pt x="18235" y="1440"/>
                  <a:pt x="18164" y="1440"/>
                </a:cubicBezTo>
                <a:lnTo>
                  <a:pt x="2765" y="1440"/>
                </a:lnTo>
                <a:cubicBezTo>
                  <a:pt x="2694" y="1440"/>
                  <a:pt x="2627" y="1453"/>
                  <a:pt x="2562" y="1480"/>
                </a:cubicBezTo>
                <a:cubicBezTo>
                  <a:pt x="2497" y="1507"/>
                  <a:pt x="2440" y="1545"/>
                  <a:pt x="2390" y="1595"/>
                </a:cubicBezTo>
                <a:cubicBezTo>
                  <a:pt x="2341" y="1645"/>
                  <a:pt x="2303" y="1702"/>
                  <a:pt x="2276" y="1767"/>
                </a:cubicBezTo>
                <a:cubicBezTo>
                  <a:pt x="2249" y="1831"/>
                  <a:pt x="2235" y="1899"/>
                  <a:pt x="2235" y="1969"/>
                </a:cubicBezTo>
                <a:moveTo>
                  <a:pt x="0" y="0"/>
                </a:moveTo>
                <a:lnTo>
                  <a:pt x="20931" y="0"/>
                </a:lnTo>
                <a:lnTo>
                  <a:pt x="20931" y="17755"/>
                </a:lnTo>
                <a:lnTo>
                  <a:pt x="0" y="1775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pic>
        <p:nvPicPr>
          <p:cNvPr id="19" name=""/>
          <p:cNvPicPr/>
          <p:nvPr/>
        </p:nvPicPr>
        <p:blipFill>
          <a:blip r:embed="rId1"/>
          <a:stretch/>
        </p:blipFill>
        <p:spPr>
          <a:xfrm>
            <a:off x="1143000" y="2752560"/>
            <a:ext cx="5924160" cy="47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"/>
          <p:cNvSpPr/>
          <p:nvPr/>
        </p:nvSpPr>
        <p:spPr>
          <a:xfrm>
            <a:off x="7791120" y="6105240"/>
            <a:ext cx="9582480" cy="10080"/>
          </a:xfrm>
          <a:custGeom>
            <a:avLst/>
            <a:gdLst/>
            <a:ahLst/>
            <a:rect l="0" t="0" r="r" b="b"/>
            <a:pathLst>
              <a:path w="26618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32" y="0"/>
                </a:moveTo>
                <a:lnTo>
                  <a:pt x="212" y="0"/>
                </a:lnTo>
                <a:lnTo>
                  <a:pt x="212" y="28"/>
                </a:lnTo>
                <a:lnTo>
                  <a:pt x="132" y="28"/>
                </a:lnTo>
                <a:lnTo>
                  <a:pt x="132" y="0"/>
                </a:lnTo>
                <a:moveTo>
                  <a:pt x="264" y="0"/>
                </a:moveTo>
                <a:lnTo>
                  <a:pt x="344" y="0"/>
                </a:lnTo>
                <a:lnTo>
                  <a:pt x="344" y="28"/>
                </a:lnTo>
                <a:lnTo>
                  <a:pt x="264" y="28"/>
                </a:lnTo>
                <a:lnTo>
                  <a:pt x="264" y="0"/>
                </a:lnTo>
                <a:moveTo>
                  <a:pt x="397" y="0"/>
                </a:moveTo>
                <a:lnTo>
                  <a:pt x="476" y="0"/>
                </a:lnTo>
                <a:lnTo>
                  <a:pt x="476" y="28"/>
                </a:lnTo>
                <a:lnTo>
                  <a:pt x="397" y="28"/>
                </a:lnTo>
                <a:lnTo>
                  <a:pt x="397" y="0"/>
                </a:lnTo>
                <a:moveTo>
                  <a:pt x="529" y="0"/>
                </a:moveTo>
                <a:lnTo>
                  <a:pt x="608" y="0"/>
                </a:lnTo>
                <a:lnTo>
                  <a:pt x="608" y="28"/>
                </a:lnTo>
                <a:lnTo>
                  <a:pt x="529" y="28"/>
                </a:lnTo>
                <a:lnTo>
                  <a:pt x="529" y="0"/>
                </a:lnTo>
                <a:moveTo>
                  <a:pt x="661" y="0"/>
                </a:moveTo>
                <a:lnTo>
                  <a:pt x="740" y="0"/>
                </a:lnTo>
                <a:lnTo>
                  <a:pt x="740" y="28"/>
                </a:lnTo>
                <a:lnTo>
                  <a:pt x="661" y="28"/>
                </a:lnTo>
                <a:lnTo>
                  <a:pt x="661" y="0"/>
                </a:lnTo>
                <a:moveTo>
                  <a:pt x="793" y="0"/>
                </a:moveTo>
                <a:lnTo>
                  <a:pt x="872" y="0"/>
                </a:lnTo>
                <a:lnTo>
                  <a:pt x="872" y="28"/>
                </a:lnTo>
                <a:lnTo>
                  <a:pt x="793" y="28"/>
                </a:lnTo>
                <a:lnTo>
                  <a:pt x="793" y="0"/>
                </a:lnTo>
                <a:moveTo>
                  <a:pt x="925" y="0"/>
                </a:moveTo>
                <a:lnTo>
                  <a:pt x="1004" y="0"/>
                </a:lnTo>
                <a:lnTo>
                  <a:pt x="1004" y="28"/>
                </a:lnTo>
                <a:lnTo>
                  <a:pt x="925" y="28"/>
                </a:lnTo>
                <a:lnTo>
                  <a:pt x="925" y="0"/>
                </a:lnTo>
                <a:moveTo>
                  <a:pt x="1057" y="0"/>
                </a:moveTo>
                <a:lnTo>
                  <a:pt x="1136" y="0"/>
                </a:lnTo>
                <a:lnTo>
                  <a:pt x="1136" y="28"/>
                </a:lnTo>
                <a:lnTo>
                  <a:pt x="1057" y="28"/>
                </a:lnTo>
                <a:lnTo>
                  <a:pt x="1057" y="0"/>
                </a:lnTo>
                <a:moveTo>
                  <a:pt x="1189" y="0"/>
                </a:moveTo>
                <a:lnTo>
                  <a:pt x="1268" y="0"/>
                </a:lnTo>
                <a:lnTo>
                  <a:pt x="1268" y="28"/>
                </a:lnTo>
                <a:lnTo>
                  <a:pt x="1189" y="28"/>
                </a:lnTo>
                <a:lnTo>
                  <a:pt x="1189" y="0"/>
                </a:lnTo>
                <a:moveTo>
                  <a:pt x="1321" y="0"/>
                </a:moveTo>
                <a:lnTo>
                  <a:pt x="1400" y="0"/>
                </a:lnTo>
                <a:lnTo>
                  <a:pt x="1400" y="28"/>
                </a:lnTo>
                <a:lnTo>
                  <a:pt x="1321" y="28"/>
                </a:lnTo>
                <a:lnTo>
                  <a:pt x="1321" y="0"/>
                </a:lnTo>
                <a:moveTo>
                  <a:pt x="1453" y="0"/>
                </a:moveTo>
                <a:lnTo>
                  <a:pt x="1532" y="0"/>
                </a:lnTo>
                <a:lnTo>
                  <a:pt x="1532" y="28"/>
                </a:lnTo>
                <a:lnTo>
                  <a:pt x="1453" y="28"/>
                </a:lnTo>
                <a:lnTo>
                  <a:pt x="1453" y="0"/>
                </a:lnTo>
                <a:moveTo>
                  <a:pt x="1585" y="0"/>
                </a:moveTo>
                <a:lnTo>
                  <a:pt x="1664" y="0"/>
                </a:lnTo>
                <a:lnTo>
                  <a:pt x="1664" y="28"/>
                </a:lnTo>
                <a:lnTo>
                  <a:pt x="1585" y="28"/>
                </a:lnTo>
                <a:lnTo>
                  <a:pt x="1585" y="0"/>
                </a:lnTo>
                <a:moveTo>
                  <a:pt x="1717" y="0"/>
                </a:moveTo>
                <a:lnTo>
                  <a:pt x="1796" y="0"/>
                </a:lnTo>
                <a:lnTo>
                  <a:pt x="1796" y="28"/>
                </a:lnTo>
                <a:lnTo>
                  <a:pt x="1717" y="28"/>
                </a:lnTo>
                <a:lnTo>
                  <a:pt x="1717" y="0"/>
                </a:lnTo>
                <a:moveTo>
                  <a:pt x="1849" y="0"/>
                </a:moveTo>
                <a:lnTo>
                  <a:pt x="1928" y="0"/>
                </a:lnTo>
                <a:lnTo>
                  <a:pt x="1928" y="28"/>
                </a:lnTo>
                <a:lnTo>
                  <a:pt x="1849" y="28"/>
                </a:lnTo>
                <a:lnTo>
                  <a:pt x="1849" y="0"/>
                </a:lnTo>
                <a:moveTo>
                  <a:pt x="1981" y="0"/>
                </a:moveTo>
                <a:lnTo>
                  <a:pt x="2060" y="0"/>
                </a:lnTo>
                <a:lnTo>
                  <a:pt x="2060" y="28"/>
                </a:lnTo>
                <a:lnTo>
                  <a:pt x="1981" y="28"/>
                </a:lnTo>
                <a:lnTo>
                  <a:pt x="1981" y="0"/>
                </a:lnTo>
                <a:moveTo>
                  <a:pt x="2113" y="0"/>
                </a:moveTo>
                <a:lnTo>
                  <a:pt x="2192" y="0"/>
                </a:lnTo>
                <a:lnTo>
                  <a:pt x="2192" y="28"/>
                </a:lnTo>
                <a:lnTo>
                  <a:pt x="2113" y="28"/>
                </a:lnTo>
                <a:lnTo>
                  <a:pt x="2113" y="0"/>
                </a:lnTo>
                <a:moveTo>
                  <a:pt x="2245" y="0"/>
                </a:moveTo>
                <a:lnTo>
                  <a:pt x="2324" y="0"/>
                </a:lnTo>
                <a:lnTo>
                  <a:pt x="2324" y="28"/>
                </a:lnTo>
                <a:lnTo>
                  <a:pt x="2245" y="28"/>
                </a:lnTo>
                <a:lnTo>
                  <a:pt x="2245" y="0"/>
                </a:lnTo>
                <a:moveTo>
                  <a:pt x="2377" y="0"/>
                </a:moveTo>
                <a:lnTo>
                  <a:pt x="2456" y="0"/>
                </a:lnTo>
                <a:lnTo>
                  <a:pt x="2456" y="28"/>
                </a:lnTo>
                <a:lnTo>
                  <a:pt x="2377" y="28"/>
                </a:lnTo>
                <a:lnTo>
                  <a:pt x="2377" y="0"/>
                </a:lnTo>
                <a:moveTo>
                  <a:pt x="2509" y="0"/>
                </a:moveTo>
                <a:lnTo>
                  <a:pt x="2588" y="0"/>
                </a:lnTo>
                <a:lnTo>
                  <a:pt x="2588" y="28"/>
                </a:lnTo>
                <a:lnTo>
                  <a:pt x="2509" y="28"/>
                </a:lnTo>
                <a:lnTo>
                  <a:pt x="2509" y="0"/>
                </a:lnTo>
                <a:moveTo>
                  <a:pt x="2641" y="0"/>
                </a:moveTo>
                <a:lnTo>
                  <a:pt x="2720" y="0"/>
                </a:lnTo>
                <a:lnTo>
                  <a:pt x="2720" y="28"/>
                </a:lnTo>
                <a:lnTo>
                  <a:pt x="2641" y="28"/>
                </a:lnTo>
                <a:lnTo>
                  <a:pt x="2641" y="0"/>
                </a:lnTo>
                <a:moveTo>
                  <a:pt x="2773" y="0"/>
                </a:moveTo>
                <a:lnTo>
                  <a:pt x="2852" y="0"/>
                </a:lnTo>
                <a:lnTo>
                  <a:pt x="2852" y="28"/>
                </a:lnTo>
                <a:lnTo>
                  <a:pt x="2773" y="28"/>
                </a:lnTo>
                <a:lnTo>
                  <a:pt x="2773" y="0"/>
                </a:lnTo>
                <a:moveTo>
                  <a:pt x="2905" y="0"/>
                </a:moveTo>
                <a:lnTo>
                  <a:pt x="2984" y="0"/>
                </a:lnTo>
                <a:lnTo>
                  <a:pt x="2984" y="28"/>
                </a:lnTo>
                <a:lnTo>
                  <a:pt x="2905" y="28"/>
                </a:lnTo>
                <a:lnTo>
                  <a:pt x="2905" y="0"/>
                </a:lnTo>
                <a:moveTo>
                  <a:pt x="3037" y="0"/>
                </a:moveTo>
                <a:lnTo>
                  <a:pt x="3116" y="0"/>
                </a:lnTo>
                <a:lnTo>
                  <a:pt x="3116" y="28"/>
                </a:lnTo>
                <a:lnTo>
                  <a:pt x="3037" y="28"/>
                </a:lnTo>
                <a:lnTo>
                  <a:pt x="3037" y="0"/>
                </a:lnTo>
                <a:moveTo>
                  <a:pt x="3169" y="0"/>
                </a:moveTo>
                <a:lnTo>
                  <a:pt x="3248" y="0"/>
                </a:lnTo>
                <a:lnTo>
                  <a:pt x="3248" y="28"/>
                </a:lnTo>
                <a:lnTo>
                  <a:pt x="3169" y="28"/>
                </a:lnTo>
                <a:lnTo>
                  <a:pt x="3169" y="0"/>
                </a:lnTo>
                <a:moveTo>
                  <a:pt x="3301" y="0"/>
                </a:moveTo>
                <a:lnTo>
                  <a:pt x="3381" y="0"/>
                </a:lnTo>
                <a:lnTo>
                  <a:pt x="3381" y="28"/>
                </a:lnTo>
                <a:lnTo>
                  <a:pt x="3301" y="28"/>
                </a:lnTo>
                <a:lnTo>
                  <a:pt x="3301" y="0"/>
                </a:lnTo>
                <a:moveTo>
                  <a:pt x="3433" y="0"/>
                </a:moveTo>
                <a:lnTo>
                  <a:pt x="3513" y="0"/>
                </a:lnTo>
                <a:lnTo>
                  <a:pt x="3513" y="28"/>
                </a:lnTo>
                <a:lnTo>
                  <a:pt x="3433" y="28"/>
                </a:lnTo>
                <a:lnTo>
                  <a:pt x="3433" y="0"/>
                </a:lnTo>
                <a:moveTo>
                  <a:pt x="3565" y="0"/>
                </a:moveTo>
                <a:lnTo>
                  <a:pt x="3645" y="0"/>
                </a:lnTo>
                <a:lnTo>
                  <a:pt x="3645" y="28"/>
                </a:lnTo>
                <a:lnTo>
                  <a:pt x="3565" y="28"/>
                </a:lnTo>
                <a:lnTo>
                  <a:pt x="3565" y="0"/>
                </a:lnTo>
                <a:moveTo>
                  <a:pt x="3697" y="0"/>
                </a:moveTo>
                <a:lnTo>
                  <a:pt x="3777" y="0"/>
                </a:lnTo>
                <a:lnTo>
                  <a:pt x="3777" y="28"/>
                </a:lnTo>
                <a:lnTo>
                  <a:pt x="3697" y="28"/>
                </a:lnTo>
                <a:lnTo>
                  <a:pt x="3697" y="0"/>
                </a:lnTo>
                <a:moveTo>
                  <a:pt x="3829" y="0"/>
                </a:moveTo>
                <a:lnTo>
                  <a:pt x="3909" y="0"/>
                </a:lnTo>
                <a:lnTo>
                  <a:pt x="3909" y="28"/>
                </a:lnTo>
                <a:lnTo>
                  <a:pt x="3829" y="28"/>
                </a:lnTo>
                <a:lnTo>
                  <a:pt x="3829" y="0"/>
                </a:lnTo>
                <a:moveTo>
                  <a:pt x="3961" y="0"/>
                </a:moveTo>
                <a:lnTo>
                  <a:pt x="4041" y="0"/>
                </a:lnTo>
                <a:lnTo>
                  <a:pt x="4041" y="28"/>
                </a:lnTo>
                <a:lnTo>
                  <a:pt x="3961" y="28"/>
                </a:lnTo>
                <a:lnTo>
                  <a:pt x="3961" y="0"/>
                </a:lnTo>
                <a:moveTo>
                  <a:pt x="4093" y="0"/>
                </a:moveTo>
                <a:lnTo>
                  <a:pt x="4173" y="0"/>
                </a:lnTo>
                <a:lnTo>
                  <a:pt x="4173" y="28"/>
                </a:lnTo>
                <a:lnTo>
                  <a:pt x="4093" y="28"/>
                </a:lnTo>
                <a:lnTo>
                  <a:pt x="4093" y="0"/>
                </a:lnTo>
                <a:moveTo>
                  <a:pt x="4225" y="0"/>
                </a:moveTo>
                <a:lnTo>
                  <a:pt x="4305" y="0"/>
                </a:lnTo>
                <a:lnTo>
                  <a:pt x="4305" y="28"/>
                </a:lnTo>
                <a:lnTo>
                  <a:pt x="4225" y="28"/>
                </a:lnTo>
                <a:lnTo>
                  <a:pt x="4225" y="0"/>
                </a:lnTo>
                <a:moveTo>
                  <a:pt x="4357" y="0"/>
                </a:moveTo>
                <a:lnTo>
                  <a:pt x="4437" y="0"/>
                </a:lnTo>
                <a:lnTo>
                  <a:pt x="4437" y="28"/>
                </a:lnTo>
                <a:lnTo>
                  <a:pt x="4357" y="28"/>
                </a:lnTo>
                <a:lnTo>
                  <a:pt x="4357" y="0"/>
                </a:lnTo>
                <a:moveTo>
                  <a:pt x="4489" y="0"/>
                </a:moveTo>
                <a:lnTo>
                  <a:pt x="4569" y="0"/>
                </a:lnTo>
                <a:lnTo>
                  <a:pt x="4569" y="28"/>
                </a:lnTo>
                <a:lnTo>
                  <a:pt x="4489" y="28"/>
                </a:lnTo>
                <a:lnTo>
                  <a:pt x="4489" y="0"/>
                </a:lnTo>
                <a:moveTo>
                  <a:pt x="4621" y="0"/>
                </a:moveTo>
                <a:lnTo>
                  <a:pt x="4701" y="0"/>
                </a:lnTo>
                <a:lnTo>
                  <a:pt x="4701" y="28"/>
                </a:lnTo>
                <a:lnTo>
                  <a:pt x="4621" y="28"/>
                </a:lnTo>
                <a:lnTo>
                  <a:pt x="4621" y="0"/>
                </a:lnTo>
                <a:moveTo>
                  <a:pt x="4753" y="0"/>
                </a:moveTo>
                <a:lnTo>
                  <a:pt x="4833" y="0"/>
                </a:lnTo>
                <a:lnTo>
                  <a:pt x="4833" y="28"/>
                </a:lnTo>
                <a:lnTo>
                  <a:pt x="4753" y="28"/>
                </a:lnTo>
                <a:lnTo>
                  <a:pt x="4753" y="0"/>
                </a:lnTo>
                <a:moveTo>
                  <a:pt x="4885" y="0"/>
                </a:moveTo>
                <a:lnTo>
                  <a:pt x="4965" y="0"/>
                </a:lnTo>
                <a:lnTo>
                  <a:pt x="4965" y="28"/>
                </a:lnTo>
                <a:lnTo>
                  <a:pt x="4885" y="28"/>
                </a:lnTo>
                <a:lnTo>
                  <a:pt x="4885" y="0"/>
                </a:lnTo>
                <a:moveTo>
                  <a:pt x="5017" y="0"/>
                </a:moveTo>
                <a:lnTo>
                  <a:pt x="5097" y="0"/>
                </a:lnTo>
                <a:lnTo>
                  <a:pt x="5097" y="28"/>
                </a:lnTo>
                <a:lnTo>
                  <a:pt x="5017" y="28"/>
                </a:lnTo>
                <a:lnTo>
                  <a:pt x="5017" y="0"/>
                </a:lnTo>
                <a:moveTo>
                  <a:pt x="5150" y="0"/>
                </a:moveTo>
                <a:lnTo>
                  <a:pt x="5229" y="0"/>
                </a:lnTo>
                <a:lnTo>
                  <a:pt x="5229" y="28"/>
                </a:lnTo>
                <a:lnTo>
                  <a:pt x="5150" y="28"/>
                </a:lnTo>
                <a:lnTo>
                  <a:pt x="5150" y="0"/>
                </a:lnTo>
                <a:moveTo>
                  <a:pt x="5282" y="0"/>
                </a:moveTo>
                <a:lnTo>
                  <a:pt x="5361" y="0"/>
                </a:lnTo>
                <a:lnTo>
                  <a:pt x="5361" y="28"/>
                </a:lnTo>
                <a:lnTo>
                  <a:pt x="5282" y="28"/>
                </a:lnTo>
                <a:lnTo>
                  <a:pt x="5282" y="0"/>
                </a:lnTo>
                <a:moveTo>
                  <a:pt x="5414" y="0"/>
                </a:moveTo>
                <a:lnTo>
                  <a:pt x="5493" y="0"/>
                </a:lnTo>
                <a:lnTo>
                  <a:pt x="5493" y="28"/>
                </a:lnTo>
                <a:lnTo>
                  <a:pt x="5414" y="28"/>
                </a:lnTo>
                <a:lnTo>
                  <a:pt x="5414" y="0"/>
                </a:lnTo>
                <a:moveTo>
                  <a:pt x="5546" y="0"/>
                </a:moveTo>
                <a:lnTo>
                  <a:pt x="5625" y="0"/>
                </a:lnTo>
                <a:lnTo>
                  <a:pt x="5625" y="28"/>
                </a:lnTo>
                <a:lnTo>
                  <a:pt x="5546" y="28"/>
                </a:lnTo>
                <a:lnTo>
                  <a:pt x="5546" y="0"/>
                </a:lnTo>
                <a:moveTo>
                  <a:pt x="5678" y="0"/>
                </a:moveTo>
                <a:lnTo>
                  <a:pt x="5757" y="0"/>
                </a:lnTo>
                <a:lnTo>
                  <a:pt x="5757" y="28"/>
                </a:lnTo>
                <a:lnTo>
                  <a:pt x="5678" y="28"/>
                </a:lnTo>
                <a:lnTo>
                  <a:pt x="5678" y="0"/>
                </a:lnTo>
                <a:moveTo>
                  <a:pt x="5810" y="0"/>
                </a:moveTo>
                <a:lnTo>
                  <a:pt x="5889" y="0"/>
                </a:lnTo>
                <a:lnTo>
                  <a:pt x="5889" y="28"/>
                </a:lnTo>
                <a:lnTo>
                  <a:pt x="5810" y="28"/>
                </a:lnTo>
                <a:lnTo>
                  <a:pt x="5810" y="0"/>
                </a:lnTo>
                <a:moveTo>
                  <a:pt x="5942" y="0"/>
                </a:moveTo>
                <a:lnTo>
                  <a:pt x="6021" y="0"/>
                </a:lnTo>
                <a:lnTo>
                  <a:pt x="6021" y="28"/>
                </a:lnTo>
                <a:lnTo>
                  <a:pt x="5942" y="28"/>
                </a:lnTo>
                <a:lnTo>
                  <a:pt x="5942" y="0"/>
                </a:lnTo>
                <a:moveTo>
                  <a:pt x="6074" y="0"/>
                </a:moveTo>
                <a:lnTo>
                  <a:pt x="6153" y="0"/>
                </a:lnTo>
                <a:lnTo>
                  <a:pt x="6153" y="28"/>
                </a:lnTo>
                <a:lnTo>
                  <a:pt x="6074" y="28"/>
                </a:lnTo>
                <a:lnTo>
                  <a:pt x="6074" y="0"/>
                </a:lnTo>
                <a:moveTo>
                  <a:pt x="6206" y="0"/>
                </a:moveTo>
                <a:lnTo>
                  <a:pt x="6285" y="0"/>
                </a:lnTo>
                <a:lnTo>
                  <a:pt x="6285" y="28"/>
                </a:lnTo>
                <a:lnTo>
                  <a:pt x="6206" y="28"/>
                </a:lnTo>
                <a:lnTo>
                  <a:pt x="6206" y="0"/>
                </a:lnTo>
                <a:moveTo>
                  <a:pt x="6338" y="0"/>
                </a:moveTo>
                <a:lnTo>
                  <a:pt x="6417" y="0"/>
                </a:lnTo>
                <a:lnTo>
                  <a:pt x="6417" y="28"/>
                </a:lnTo>
                <a:lnTo>
                  <a:pt x="6338" y="28"/>
                </a:lnTo>
                <a:lnTo>
                  <a:pt x="6338" y="0"/>
                </a:lnTo>
                <a:moveTo>
                  <a:pt x="6470" y="0"/>
                </a:moveTo>
                <a:lnTo>
                  <a:pt x="6549" y="0"/>
                </a:lnTo>
                <a:lnTo>
                  <a:pt x="6549" y="28"/>
                </a:lnTo>
                <a:lnTo>
                  <a:pt x="6470" y="28"/>
                </a:lnTo>
                <a:lnTo>
                  <a:pt x="6470" y="0"/>
                </a:lnTo>
                <a:moveTo>
                  <a:pt x="6602" y="0"/>
                </a:moveTo>
                <a:lnTo>
                  <a:pt x="6681" y="0"/>
                </a:lnTo>
                <a:lnTo>
                  <a:pt x="6681" y="28"/>
                </a:lnTo>
                <a:lnTo>
                  <a:pt x="6602" y="28"/>
                </a:lnTo>
                <a:lnTo>
                  <a:pt x="6602" y="0"/>
                </a:lnTo>
                <a:moveTo>
                  <a:pt x="6734" y="0"/>
                </a:moveTo>
                <a:lnTo>
                  <a:pt x="6813" y="0"/>
                </a:lnTo>
                <a:lnTo>
                  <a:pt x="6813" y="28"/>
                </a:lnTo>
                <a:lnTo>
                  <a:pt x="6734" y="28"/>
                </a:lnTo>
                <a:lnTo>
                  <a:pt x="6734" y="0"/>
                </a:lnTo>
                <a:moveTo>
                  <a:pt x="6866" y="0"/>
                </a:moveTo>
                <a:lnTo>
                  <a:pt x="6945" y="0"/>
                </a:lnTo>
                <a:lnTo>
                  <a:pt x="6945" y="28"/>
                </a:lnTo>
                <a:lnTo>
                  <a:pt x="6866" y="28"/>
                </a:lnTo>
                <a:lnTo>
                  <a:pt x="6866" y="0"/>
                </a:lnTo>
                <a:moveTo>
                  <a:pt x="6998" y="0"/>
                </a:moveTo>
                <a:lnTo>
                  <a:pt x="7077" y="0"/>
                </a:lnTo>
                <a:lnTo>
                  <a:pt x="7077" y="28"/>
                </a:lnTo>
                <a:lnTo>
                  <a:pt x="6998" y="28"/>
                </a:lnTo>
                <a:lnTo>
                  <a:pt x="6998" y="0"/>
                </a:lnTo>
                <a:moveTo>
                  <a:pt x="7130" y="0"/>
                </a:moveTo>
                <a:lnTo>
                  <a:pt x="7209" y="0"/>
                </a:lnTo>
                <a:lnTo>
                  <a:pt x="7209" y="28"/>
                </a:lnTo>
                <a:lnTo>
                  <a:pt x="7130" y="28"/>
                </a:lnTo>
                <a:lnTo>
                  <a:pt x="7130" y="0"/>
                </a:lnTo>
                <a:moveTo>
                  <a:pt x="7262" y="0"/>
                </a:moveTo>
                <a:lnTo>
                  <a:pt x="7341" y="0"/>
                </a:lnTo>
                <a:lnTo>
                  <a:pt x="7341" y="28"/>
                </a:lnTo>
                <a:lnTo>
                  <a:pt x="7262" y="28"/>
                </a:lnTo>
                <a:lnTo>
                  <a:pt x="7262" y="0"/>
                </a:lnTo>
                <a:moveTo>
                  <a:pt x="7394" y="0"/>
                </a:moveTo>
                <a:lnTo>
                  <a:pt x="7473" y="0"/>
                </a:lnTo>
                <a:lnTo>
                  <a:pt x="7473" y="28"/>
                </a:lnTo>
                <a:lnTo>
                  <a:pt x="7394" y="28"/>
                </a:lnTo>
                <a:lnTo>
                  <a:pt x="7394" y="0"/>
                </a:lnTo>
                <a:moveTo>
                  <a:pt x="7526" y="0"/>
                </a:moveTo>
                <a:lnTo>
                  <a:pt x="7605" y="0"/>
                </a:lnTo>
                <a:lnTo>
                  <a:pt x="7605" y="28"/>
                </a:lnTo>
                <a:lnTo>
                  <a:pt x="7526" y="28"/>
                </a:lnTo>
                <a:lnTo>
                  <a:pt x="7526" y="0"/>
                </a:lnTo>
                <a:moveTo>
                  <a:pt x="7658" y="0"/>
                </a:moveTo>
                <a:lnTo>
                  <a:pt x="7737" y="0"/>
                </a:lnTo>
                <a:lnTo>
                  <a:pt x="7737" y="28"/>
                </a:lnTo>
                <a:lnTo>
                  <a:pt x="7658" y="28"/>
                </a:lnTo>
                <a:lnTo>
                  <a:pt x="7658" y="0"/>
                </a:lnTo>
                <a:moveTo>
                  <a:pt x="7790" y="0"/>
                </a:moveTo>
                <a:lnTo>
                  <a:pt x="7869" y="0"/>
                </a:lnTo>
                <a:lnTo>
                  <a:pt x="7869" y="28"/>
                </a:lnTo>
                <a:lnTo>
                  <a:pt x="7790" y="28"/>
                </a:lnTo>
                <a:lnTo>
                  <a:pt x="7790" y="0"/>
                </a:lnTo>
                <a:moveTo>
                  <a:pt x="7922" y="0"/>
                </a:moveTo>
                <a:lnTo>
                  <a:pt x="8001" y="0"/>
                </a:lnTo>
                <a:lnTo>
                  <a:pt x="8001" y="28"/>
                </a:lnTo>
                <a:lnTo>
                  <a:pt x="7922" y="28"/>
                </a:lnTo>
                <a:lnTo>
                  <a:pt x="7922" y="0"/>
                </a:lnTo>
                <a:moveTo>
                  <a:pt x="8054" y="0"/>
                </a:moveTo>
                <a:lnTo>
                  <a:pt x="8134" y="0"/>
                </a:lnTo>
                <a:lnTo>
                  <a:pt x="8134" y="28"/>
                </a:lnTo>
                <a:lnTo>
                  <a:pt x="8054" y="28"/>
                </a:lnTo>
                <a:lnTo>
                  <a:pt x="8054" y="0"/>
                </a:lnTo>
                <a:moveTo>
                  <a:pt x="8186" y="0"/>
                </a:moveTo>
                <a:lnTo>
                  <a:pt x="8266" y="0"/>
                </a:lnTo>
                <a:lnTo>
                  <a:pt x="8266" y="28"/>
                </a:lnTo>
                <a:lnTo>
                  <a:pt x="8186" y="28"/>
                </a:lnTo>
                <a:lnTo>
                  <a:pt x="8186" y="0"/>
                </a:lnTo>
                <a:moveTo>
                  <a:pt x="8318" y="0"/>
                </a:moveTo>
                <a:lnTo>
                  <a:pt x="8398" y="0"/>
                </a:lnTo>
                <a:lnTo>
                  <a:pt x="8398" y="28"/>
                </a:lnTo>
                <a:lnTo>
                  <a:pt x="8318" y="28"/>
                </a:lnTo>
                <a:lnTo>
                  <a:pt x="8318" y="0"/>
                </a:lnTo>
                <a:moveTo>
                  <a:pt x="8450" y="0"/>
                </a:moveTo>
                <a:lnTo>
                  <a:pt x="8530" y="0"/>
                </a:lnTo>
                <a:lnTo>
                  <a:pt x="8530" y="28"/>
                </a:lnTo>
                <a:lnTo>
                  <a:pt x="8450" y="28"/>
                </a:lnTo>
                <a:lnTo>
                  <a:pt x="8450" y="0"/>
                </a:lnTo>
                <a:moveTo>
                  <a:pt x="8582" y="0"/>
                </a:moveTo>
                <a:lnTo>
                  <a:pt x="8662" y="0"/>
                </a:lnTo>
                <a:lnTo>
                  <a:pt x="8662" y="28"/>
                </a:lnTo>
                <a:lnTo>
                  <a:pt x="8582" y="28"/>
                </a:lnTo>
                <a:lnTo>
                  <a:pt x="8582" y="0"/>
                </a:lnTo>
                <a:moveTo>
                  <a:pt x="8714" y="0"/>
                </a:moveTo>
                <a:lnTo>
                  <a:pt x="8794" y="0"/>
                </a:lnTo>
                <a:lnTo>
                  <a:pt x="8794" y="28"/>
                </a:lnTo>
                <a:lnTo>
                  <a:pt x="8714" y="28"/>
                </a:lnTo>
                <a:lnTo>
                  <a:pt x="8714" y="0"/>
                </a:lnTo>
                <a:moveTo>
                  <a:pt x="8846" y="0"/>
                </a:moveTo>
                <a:lnTo>
                  <a:pt x="8926" y="0"/>
                </a:lnTo>
                <a:lnTo>
                  <a:pt x="8926" y="28"/>
                </a:lnTo>
                <a:lnTo>
                  <a:pt x="8846" y="28"/>
                </a:lnTo>
                <a:lnTo>
                  <a:pt x="8846" y="0"/>
                </a:lnTo>
                <a:moveTo>
                  <a:pt x="8978" y="0"/>
                </a:moveTo>
                <a:lnTo>
                  <a:pt x="9058" y="0"/>
                </a:lnTo>
                <a:lnTo>
                  <a:pt x="9058" y="28"/>
                </a:lnTo>
                <a:lnTo>
                  <a:pt x="8978" y="28"/>
                </a:lnTo>
                <a:lnTo>
                  <a:pt x="8978" y="0"/>
                </a:lnTo>
                <a:moveTo>
                  <a:pt x="9110" y="0"/>
                </a:moveTo>
                <a:lnTo>
                  <a:pt x="9190" y="0"/>
                </a:lnTo>
                <a:lnTo>
                  <a:pt x="9190" y="28"/>
                </a:lnTo>
                <a:lnTo>
                  <a:pt x="9110" y="28"/>
                </a:lnTo>
                <a:lnTo>
                  <a:pt x="9110" y="0"/>
                </a:lnTo>
                <a:moveTo>
                  <a:pt x="9242" y="0"/>
                </a:moveTo>
                <a:lnTo>
                  <a:pt x="9322" y="0"/>
                </a:lnTo>
                <a:lnTo>
                  <a:pt x="9322" y="28"/>
                </a:lnTo>
                <a:lnTo>
                  <a:pt x="9242" y="28"/>
                </a:lnTo>
                <a:lnTo>
                  <a:pt x="9242" y="0"/>
                </a:lnTo>
                <a:moveTo>
                  <a:pt x="9374" y="0"/>
                </a:moveTo>
                <a:lnTo>
                  <a:pt x="9454" y="0"/>
                </a:lnTo>
                <a:lnTo>
                  <a:pt x="9454" y="28"/>
                </a:lnTo>
                <a:lnTo>
                  <a:pt x="9374" y="28"/>
                </a:lnTo>
                <a:lnTo>
                  <a:pt x="9374" y="0"/>
                </a:lnTo>
                <a:moveTo>
                  <a:pt x="9506" y="0"/>
                </a:moveTo>
                <a:lnTo>
                  <a:pt x="9586" y="0"/>
                </a:lnTo>
                <a:lnTo>
                  <a:pt x="9586" y="28"/>
                </a:lnTo>
                <a:lnTo>
                  <a:pt x="9506" y="28"/>
                </a:lnTo>
                <a:lnTo>
                  <a:pt x="9506" y="0"/>
                </a:lnTo>
                <a:moveTo>
                  <a:pt x="9638" y="0"/>
                </a:moveTo>
                <a:lnTo>
                  <a:pt x="9718" y="0"/>
                </a:lnTo>
                <a:lnTo>
                  <a:pt x="9718" y="28"/>
                </a:lnTo>
                <a:lnTo>
                  <a:pt x="9638" y="28"/>
                </a:lnTo>
                <a:lnTo>
                  <a:pt x="9638" y="0"/>
                </a:lnTo>
                <a:moveTo>
                  <a:pt x="9771" y="0"/>
                </a:moveTo>
                <a:lnTo>
                  <a:pt x="9850" y="0"/>
                </a:lnTo>
                <a:lnTo>
                  <a:pt x="9850" y="28"/>
                </a:lnTo>
                <a:lnTo>
                  <a:pt x="9771" y="28"/>
                </a:lnTo>
                <a:lnTo>
                  <a:pt x="9771" y="0"/>
                </a:lnTo>
                <a:moveTo>
                  <a:pt x="9903" y="0"/>
                </a:moveTo>
                <a:lnTo>
                  <a:pt x="9982" y="0"/>
                </a:lnTo>
                <a:lnTo>
                  <a:pt x="9982" y="28"/>
                </a:lnTo>
                <a:lnTo>
                  <a:pt x="9903" y="28"/>
                </a:lnTo>
                <a:lnTo>
                  <a:pt x="9903" y="0"/>
                </a:lnTo>
                <a:moveTo>
                  <a:pt x="10035" y="0"/>
                </a:moveTo>
                <a:lnTo>
                  <a:pt x="10114" y="0"/>
                </a:lnTo>
                <a:lnTo>
                  <a:pt x="10114" y="28"/>
                </a:lnTo>
                <a:lnTo>
                  <a:pt x="10035" y="28"/>
                </a:lnTo>
                <a:lnTo>
                  <a:pt x="10035" y="0"/>
                </a:lnTo>
                <a:moveTo>
                  <a:pt x="10167" y="0"/>
                </a:moveTo>
                <a:lnTo>
                  <a:pt x="10246" y="0"/>
                </a:lnTo>
                <a:lnTo>
                  <a:pt x="10246" y="28"/>
                </a:lnTo>
                <a:lnTo>
                  <a:pt x="10167" y="28"/>
                </a:lnTo>
                <a:lnTo>
                  <a:pt x="10167" y="0"/>
                </a:lnTo>
                <a:moveTo>
                  <a:pt x="10299" y="0"/>
                </a:moveTo>
                <a:lnTo>
                  <a:pt x="10378" y="0"/>
                </a:lnTo>
                <a:lnTo>
                  <a:pt x="10378" y="28"/>
                </a:lnTo>
                <a:lnTo>
                  <a:pt x="10299" y="28"/>
                </a:lnTo>
                <a:lnTo>
                  <a:pt x="10299" y="0"/>
                </a:lnTo>
                <a:moveTo>
                  <a:pt x="10431" y="0"/>
                </a:moveTo>
                <a:lnTo>
                  <a:pt x="10510" y="0"/>
                </a:lnTo>
                <a:lnTo>
                  <a:pt x="10510" y="28"/>
                </a:lnTo>
                <a:lnTo>
                  <a:pt x="10431" y="28"/>
                </a:lnTo>
                <a:lnTo>
                  <a:pt x="10431" y="0"/>
                </a:lnTo>
                <a:moveTo>
                  <a:pt x="10563" y="0"/>
                </a:moveTo>
                <a:lnTo>
                  <a:pt x="10642" y="0"/>
                </a:lnTo>
                <a:lnTo>
                  <a:pt x="10642" y="28"/>
                </a:lnTo>
                <a:lnTo>
                  <a:pt x="10563" y="28"/>
                </a:lnTo>
                <a:lnTo>
                  <a:pt x="10563" y="0"/>
                </a:lnTo>
                <a:moveTo>
                  <a:pt x="10695" y="0"/>
                </a:moveTo>
                <a:lnTo>
                  <a:pt x="10774" y="0"/>
                </a:lnTo>
                <a:lnTo>
                  <a:pt x="10774" y="28"/>
                </a:lnTo>
                <a:lnTo>
                  <a:pt x="10695" y="28"/>
                </a:lnTo>
                <a:lnTo>
                  <a:pt x="10695" y="0"/>
                </a:lnTo>
                <a:moveTo>
                  <a:pt x="10827" y="0"/>
                </a:moveTo>
                <a:lnTo>
                  <a:pt x="10906" y="0"/>
                </a:lnTo>
                <a:lnTo>
                  <a:pt x="10906" y="28"/>
                </a:lnTo>
                <a:lnTo>
                  <a:pt x="10827" y="28"/>
                </a:lnTo>
                <a:lnTo>
                  <a:pt x="10827" y="0"/>
                </a:lnTo>
                <a:moveTo>
                  <a:pt x="10959" y="0"/>
                </a:moveTo>
                <a:lnTo>
                  <a:pt x="11038" y="0"/>
                </a:lnTo>
                <a:lnTo>
                  <a:pt x="11038" y="28"/>
                </a:lnTo>
                <a:lnTo>
                  <a:pt x="10959" y="28"/>
                </a:lnTo>
                <a:lnTo>
                  <a:pt x="10959" y="0"/>
                </a:lnTo>
                <a:moveTo>
                  <a:pt x="11091" y="0"/>
                </a:moveTo>
                <a:lnTo>
                  <a:pt x="11170" y="0"/>
                </a:lnTo>
                <a:lnTo>
                  <a:pt x="11170" y="28"/>
                </a:lnTo>
                <a:lnTo>
                  <a:pt x="11091" y="28"/>
                </a:lnTo>
                <a:lnTo>
                  <a:pt x="11091" y="0"/>
                </a:lnTo>
                <a:moveTo>
                  <a:pt x="11223" y="0"/>
                </a:moveTo>
                <a:lnTo>
                  <a:pt x="11302" y="0"/>
                </a:lnTo>
                <a:lnTo>
                  <a:pt x="11302" y="28"/>
                </a:lnTo>
                <a:lnTo>
                  <a:pt x="11223" y="28"/>
                </a:lnTo>
                <a:lnTo>
                  <a:pt x="11223" y="0"/>
                </a:lnTo>
                <a:moveTo>
                  <a:pt x="11355" y="0"/>
                </a:moveTo>
                <a:lnTo>
                  <a:pt x="11434" y="0"/>
                </a:lnTo>
                <a:lnTo>
                  <a:pt x="11434" y="28"/>
                </a:lnTo>
                <a:lnTo>
                  <a:pt x="11355" y="28"/>
                </a:lnTo>
                <a:lnTo>
                  <a:pt x="11355" y="0"/>
                </a:lnTo>
                <a:moveTo>
                  <a:pt x="11487" y="0"/>
                </a:moveTo>
                <a:lnTo>
                  <a:pt x="11566" y="0"/>
                </a:lnTo>
                <a:lnTo>
                  <a:pt x="11566" y="28"/>
                </a:lnTo>
                <a:lnTo>
                  <a:pt x="11487" y="28"/>
                </a:lnTo>
                <a:lnTo>
                  <a:pt x="11487" y="0"/>
                </a:lnTo>
                <a:moveTo>
                  <a:pt x="11619" y="0"/>
                </a:moveTo>
                <a:lnTo>
                  <a:pt x="11698" y="0"/>
                </a:lnTo>
                <a:lnTo>
                  <a:pt x="11698" y="28"/>
                </a:lnTo>
                <a:lnTo>
                  <a:pt x="11619" y="28"/>
                </a:lnTo>
                <a:lnTo>
                  <a:pt x="11619" y="0"/>
                </a:lnTo>
                <a:moveTo>
                  <a:pt x="11751" y="0"/>
                </a:moveTo>
                <a:lnTo>
                  <a:pt x="11830" y="0"/>
                </a:lnTo>
                <a:lnTo>
                  <a:pt x="11830" y="28"/>
                </a:lnTo>
                <a:lnTo>
                  <a:pt x="11751" y="28"/>
                </a:lnTo>
                <a:lnTo>
                  <a:pt x="11751" y="0"/>
                </a:lnTo>
                <a:moveTo>
                  <a:pt x="11883" y="0"/>
                </a:moveTo>
                <a:lnTo>
                  <a:pt x="11962" y="0"/>
                </a:lnTo>
                <a:lnTo>
                  <a:pt x="11962" y="28"/>
                </a:lnTo>
                <a:lnTo>
                  <a:pt x="11883" y="28"/>
                </a:lnTo>
                <a:lnTo>
                  <a:pt x="11883" y="0"/>
                </a:lnTo>
                <a:moveTo>
                  <a:pt x="12015" y="0"/>
                </a:moveTo>
                <a:lnTo>
                  <a:pt x="12094" y="0"/>
                </a:lnTo>
                <a:lnTo>
                  <a:pt x="12094" y="28"/>
                </a:lnTo>
                <a:lnTo>
                  <a:pt x="12015" y="28"/>
                </a:lnTo>
                <a:lnTo>
                  <a:pt x="12015" y="0"/>
                </a:lnTo>
                <a:moveTo>
                  <a:pt x="12147" y="0"/>
                </a:moveTo>
                <a:lnTo>
                  <a:pt x="12226" y="0"/>
                </a:lnTo>
                <a:lnTo>
                  <a:pt x="12226" y="28"/>
                </a:lnTo>
                <a:lnTo>
                  <a:pt x="12147" y="28"/>
                </a:lnTo>
                <a:lnTo>
                  <a:pt x="12147" y="0"/>
                </a:lnTo>
                <a:moveTo>
                  <a:pt x="12279" y="0"/>
                </a:moveTo>
                <a:lnTo>
                  <a:pt x="12358" y="0"/>
                </a:lnTo>
                <a:lnTo>
                  <a:pt x="12358" y="28"/>
                </a:lnTo>
                <a:lnTo>
                  <a:pt x="12279" y="28"/>
                </a:lnTo>
                <a:lnTo>
                  <a:pt x="12279" y="0"/>
                </a:lnTo>
                <a:moveTo>
                  <a:pt x="12411" y="0"/>
                </a:moveTo>
                <a:lnTo>
                  <a:pt x="12490" y="0"/>
                </a:lnTo>
                <a:lnTo>
                  <a:pt x="12490" y="28"/>
                </a:lnTo>
                <a:lnTo>
                  <a:pt x="12411" y="28"/>
                </a:lnTo>
                <a:lnTo>
                  <a:pt x="12411" y="0"/>
                </a:lnTo>
                <a:moveTo>
                  <a:pt x="12543" y="0"/>
                </a:moveTo>
                <a:lnTo>
                  <a:pt x="12622" y="0"/>
                </a:lnTo>
                <a:lnTo>
                  <a:pt x="12622" y="28"/>
                </a:lnTo>
                <a:lnTo>
                  <a:pt x="12543" y="28"/>
                </a:lnTo>
                <a:lnTo>
                  <a:pt x="12543" y="0"/>
                </a:lnTo>
                <a:moveTo>
                  <a:pt x="12675" y="0"/>
                </a:moveTo>
                <a:lnTo>
                  <a:pt x="12755" y="0"/>
                </a:lnTo>
                <a:lnTo>
                  <a:pt x="12755" y="28"/>
                </a:lnTo>
                <a:lnTo>
                  <a:pt x="12675" y="28"/>
                </a:lnTo>
                <a:lnTo>
                  <a:pt x="12675" y="0"/>
                </a:lnTo>
                <a:moveTo>
                  <a:pt x="12807" y="0"/>
                </a:moveTo>
                <a:lnTo>
                  <a:pt x="12887" y="0"/>
                </a:lnTo>
                <a:lnTo>
                  <a:pt x="12887" y="28"/>
                </a:lnTo>
                <a:lnTo>
                  <a:pt x="12807" y="28"/>
                </a:lnTo>
                <a:lnTo>
                  <a:pt x="12807" y="0"/>
                </a:lnTo>
                <a:moveTo>
                  <a:pt x="12939" y="0"/>
                </a:moveTo>
                <a:lnTo>
                  <a:pt x="13019" y="0"/>
                </a:lnTo>
                <a:lnTo>
                  <a:pt x="13019" y="28"/>
                </a:lnTo>
                <a:lnTo>
                  <a:pt x="12939" y="28"/>
                </a:lnTo>
                <a:lnTo>
                  <a:pt x="12939" y="0"/>
                </a:lnTo>
                <a:moveTo>
                  <a:pt x="13071" y="0"/>
                </a:moveTo>
                <a:lnTo>
                  <a:pt x="13151" y="0"/>
                </a:lnTo>
                <a:lnTo>
                  <a:pt x="13151" y="28"/>
                </a:lnTo>
                <a:lnTo>
                  <a:pt x="13071" y="28"/>
                </a:lnTo>
                <a:lnTo>
                  <a:pt x="13071" y="0"/>
                </a:lnTo>
                <a:moveTo>
                  <a:pt x="13203" y="0"/>
                </a:moveTo>
                <a:lnTo>
                  <a:pt x="13283" y="0"/>
                </a:lnTo>
                <a:lnTo>
                  <a:pt x="13283" y="28"/>
                </a:lnTo>
                <a:lnTo>
                  <a:pt x="13203" y="28"/>
                </a:lnTo>
                <a:lnTo>
                  <a:pt x="13203" y="0"/>
                </a:lnTo>
                <a:moveTo>
                  <a:pt x="13335" y="0"/>
                </a:moveTo>
                <a:lnTo>
                  <a:pt x="13415" y="0"/>
                </a:lnTo>
                <a:lnTo>
                  <a:pt x="13415" y="28"/>
                </a:lnTo>
                <a:lnTo>
                  <a:pt x="13335" y="28"/>
                </a:lnTo>
                <a:lnTo>
                  <a:pt x="13335" y="0"/>
                </a:lnTo>
                <a:moveTo>
                  <a:pt x="13467" y="0"/>
                </a:moveTo>
                <a:lnTo>
                  <a:pt x="13547" y="0"/>
                </a:lnTo>
                <a:lnTo>
                  <a:pt x="13547" y="28"/>
                </a:lnTo>
                <a:lnTo>
                  <a:pt x="13467" y="28"/>
                </a:lnTo>
                <a:lnTo>
                  <a:pt x="13467" y="0"/>
                </a:lnTo>
                <a:moveTo>
                  <a:pt x="13599" y="0"/>
                </a:moveTo>
                <a:lnTo>
                  <a:pt x="13679" y="0"/>
                </a:lnTo>
                <a:lnTo>
                  <a:pt x="13679" y="28"/>
                </a:lnTo>
                <a:lnTo>
                  <a:pt x="13599" y="28"/>
                </a:lnTo>
                <a:lnTo>
                  <a:pt x="13599" y="0"/>
                </a:lnTo>
                <a:moveTo>
                  <a:pt x="13731" y="0"/>
                </a:moveTo>
                <a:lnTo>
                  <a:pt x="13811" y="0"/>
                </a:lnTo>
                <a:lnTo>
                  <a:pt x="13811" y="28"/>
                </a:lnTo>
                <a:lnTo>
                  <a:pt x="13731" y="28"/>
                </a:lnTo>
                <a:lnTo>
                  <a:pt x="13731" y="0"/>
                </a:lnTo>
                <a:moveTo>
                  <a:pt x="13863" y="0"/>
                </a:moveTo>
                <a:lnTo>
                  <a:pt x="13943" y="0"/>
                </a:lnTo>
                <a:lnTo>
                  <a:pt x="13943" y="28"/>
                </a:lnTo>
                <a:lnTo>
                  <a:pt x="13863" y="28"/>
                </a:lnTo>
                <a:lnTo>
                  <a:pt x="13863" y="0"/>
                </a:lnTo>
                <a:moveTo>
                  <a:pt x="13995" y="0"/>
                </a:moveTo>
                <a:lnTo>
                  <a:pt x="14075" y="0"/>
                </a:lnTo>
                <a:lnTo>
                  <a:pt x="14075" y="28"/>
                </a:lnTo>
                <a:lnTo>
                  <a:pt x="13995" y="28"/>
                </a:lnTo>
                <a:lnTo>
                  <a:pt x="13995" y="0"/>
                </a:lnTo>
                <a:moveTo>
                  <a:pt x="14127" y="0"/>
                </a:moveTo>
                <a:lnTo>
                  <a:pt x="14207" y="0"/>
                </a:lnTo>
                <a:lnTo>
                  <a:pt x="14207" y="28"/>
                </a:lnTo>
                <a:lnTo>
                  <a:pt x="14127" y="28"/>
                </a:lnTo>
                <a:lnTo>
                  <a:pt x="14127" y="0"/>
                </a:lnTo>
                <a:moveTo>
                  <a:pt x="14259" y="0"/>
                </a:moveTo>
                <a:lnTo>
                  <a:pt x="14339" y="0"/>
                </a:lnTo>
                <a:lnTo>
                  <a:pt x="14339" y="28"/>
                </a:lnTo>
                <a:lnTo>
                  <a:pt x="14259" y="28"/>
                </a:lnTo>
                <a:lnTo>
                  <a:pt x="14259" y="0"/>
                </a:lnTo>
                <a:moveTo>
                  <a:pt x="14392" y="0"/>
                </a:moveTo>
                <a:lnTo>
                  <a:pt x="14471" y="0"/>
                </a:lnTo>
                <a:lnTo>
                  <a:pt x="14471" y="28"/>
                </a:lnTo>
                <a:lnTo>
                  <a:pt x="14392" y="28"/>
                </a:lnTo>
                <a:lnTo>
                  <a:pt x="14392" y="0"/>
                </a:lnTo>
                <a:moveTo>
                  <a:pt x="14524" y="0"/>
                </a:moveTo>
                <a:lnTo>
                  <a:pt x="14603" y="0"/>
                </a:lnTo>
                <a:lnTo>
                  <a:pt x="14603" y="28"/>
                </a:lnTo>
                <a:lnTo>
                  <a:pt x="14524" y="28"/>
                </a:lnTo>
                <a:lnTo>
                  <a:pt x="14524" y="0"/>
                </a:lnTo>
                <a:moveTo>
                  <a:pt x="14656" y="0"/>
                </a:moveTo>
                <a:lnTo>
                  <a:pt x="14735" y="0"/>
                </a:lnTo>
                <a:lnTo>
                  <a:pt x="14735" y="28"/>
                </a:lnTo>
                <a:lnTo>
                  <a:pt x="14656" y="28"/>
                </a:lnTo>
                <a:lnTo>
                  <a:pt x="14656" y="0"/>
                </a:lnTo>
                <a:moveTo>
                  <a:pt x="14788" y="0"/>
                </a:moveTo>
                <a:lnTo>
                  <a:pt x="14867" y="0"/>
                </a:lnTo>
                <a:lnTo>
                  <a:pt x="14867" y="28"/>
                </a:lnTo>
                <a:lnTo>
                  <a:pt x="14788" y="28"/>
                </a:lnTo>
                <a:lnTo>
                  <a:pt x="14788" y="0"/>
                </a:lnTo>
                <a:moveTo>
                  <a:pt x="14920" y="0"/>
                </a:moveTo>
                <a:lnTo>
                  <a:pt x="14999" y="0"/>
                </a:lnTo>
                <a:lnTo>
                  <a:pt x="14999" y="28"/>
                </a:lnTo>
                <a:lnTo>
                  <a:pt x="14920" y="28"/>
                </a:lnTo>
                <a:lnTo>
                  <a:pt x="14920" y="0"/>
                </a:lnTo>
                <a:moveTo>
                  <a:pt x="15052" y="0"/>
                </a:moveTo>
                <a:lnTo>
                  <a:pt x="15131" y="0"/>
                </a:lnTo>
                <a:lnTo>
                  <a:pt x="15131" y="28"/>
                </a:lnTo>
                <a:lnTo>
                  <a:pt x="15052" y="28"/>
                </a:lnTo>
                <a:lnTo>
                  <a:pt x="15052" y="0"/>
                </a:lnTo>
                <a:moveTo>
                  <a:pt x="15184" y="0"/>
                </a:moveTo>
                <a:lnTo>
                  <a:pt x="15263" y="0"/>
                </a:lnTo>
                <a:lnTo>
                  <a:pt x="15263" y="28"/>
                </a:lnTo>
                <a:lnTo>
                  <a:pt x="15184" y="28"/>
                </a:lnTo>
                <a:lnTo>
                  <a:pt x="15184" y="0"/>
                </a:lnTo>
                <a:moveTo>
                  <a:pt x="15316" y="0"/>
                </a:moveTo>
                <a:lnTo>
                  <a:pt x="15395" y="0"/>
                </a:lnTo>
                <a:lnTo>
                  <a:pt x="15395" y="28"/>
                </a:lnTo>
                <a:lnTo>
                  <a:pt x="15316" y="28"/>
                </a:lnTo>
                <a:lnTo>
                  <a:pt x="15316" y="0"/>
                </a:lnTo>
                <a:moveTo>
                  <a:pt x="15448" y="0"/>
                </a:moveTo>
                <a:lnTo>
                  <a:pt x="15527" y="0"/>
                </a:lnTo>
                <a:lnTo>
                  <a:pt x="15527" y="28"/>
                </a:lnTo>
                <a:lnTo>
                  <a:pt x="15448" y="28"/>
                </a:lnTo>
                <a:lnTo>
                  <a:pt x="15448" y="0"/>
                </a:lnTo>
                <a:moveTo>
                  <a:pt x="15580" y="0"/>
                </a:moveTo>
                <a:lnTo>
                  <a:pt x="15659" y="0"/>
                </a:lnTo>
                <a:lnTo>
                  <a:pt x="15659" y="28"/>
                </a:lnTo>
                <a:lnTo>
                  <a:pt x="15580" y="28"/>
                </a:lnTo>
                <a:lnTo>
                  <a:pt x="15580" y="0"/>
                </a:lnTo>
                <a:moveTo>
                  <a:pt x="15712" y="0"/>
                </a:moveTo>
                <a:lnTo>
                  <a:pt x="15791" y="0"/>
                </a:lnTo>
                <a:lnTo>
                  <a:pt x="15791" y="28"/>
                </a:lnTo>
                <a:lnTo>
                  <a:pt x="15712" y="28"/>
                </a:lnTo>
                <a:lnTo>
                  <a:pt x="15712" y="0"/>
                </a:lnTo>
                <a:moveTo>
                  <a:pt x="15844" y="0"/>
                </a:moveTo>
                <a:lnTo>
                  <a:pt x="15923" y="0"/>
                </a:lnTo>
                <a:lnTo>
                  <a:pt x="15923" y="28"/>
                </a:lnTo>
                <a:lnTo>
                  <a:pt x="15844" y="28"/>
                </a:lnTo>
                <a:lnTo>
                  <a:pt x="15844" y="0"/>
                </a:lnTo>
                <a:moveTo>
                  <a:pt x="15976" y="0"/>
                </a:moveTo>
                <a:lnTo>
                  <a:pt x="16055" y="0"/>
                </a:lnTo>
                <a:lnTo>
                  <a:pt x="16055" y="28"/>
                </a:lnTo>
                <a:lnTo>
                  <a:pt x="15976" y="28"/>
                </a:lnTo>
                <a:lnTo>
                  <a:pt x="15976" y="0"/>
                </a:lnTo>
                <a:moveTo>
                  <a:pt x="16108" y="0"/>
                </a:moveTo>
                <a:lnTo>
                  <a:pt x="16187" y="0"/>
                </a:lnTo>
                <a:lnTo>
                  <a:pt x="16187" y="28"/>
                </a:lnTo>
                <a:lnTo>
                  <a:pt x="16108" y="28"/>
                </a:lnTo>
                <a:lnTo>
                  <a:pt x="16108" y="0"/>
                </a:lnTo>
                <a:moveTo>
                  <a:pt x="16240" y="0"/>
                </a:moveTo>
                <a:lnTo>
                  <a:pt x="16319" y="0"/>
                </a:lnTo>
                <a:lnTo>
                  <a:pt x="16319" y="28"/>
                </a:lnTo>
                <a:lnTo>
                  <a:pt x="16240" y="28"/>
                </a:lnTo>
                <a:lnTo>
                  <a:pt x="16240" y="0"/>
                </a:lnTo>
                <a:moveTo>
                  <a:pt x="16372" y="0"/>
                </a:moveTo>
                <a:lnTo>
                  <a:pt x="16451" y="0"/>
                </a:lnTo>
                <a:lnTo>
                  <a:pt x="16451" y="28"/>
                </a:lnTo>
                <a:lnTo>
                  <a:pt x="16372" y="28"/>
                </a:lnTo>
                <a:lnTo>
                  <a:pt x="16372" y="0"/>
                </a:lnTo>
                <a:moveTo>
                  <a:pt x="16504" y="0"/>
                </a:moveTo>
                <a:lnTo>
                  <a:pt x="16583" y="0"/>
                </a:lnTo>
                <a:lnTo>
                  <a:pt x="16583" y="28"/>
                </a:lnTo>
                <a:lnTo>
                  <a:pt x="16504" y="28"/>
                </a:lnTo>
                <a:lnTo>
                  <a:pt x="16504" y="0"/>
                </a:lnTo>
                <a:moveTo>
                  <a:pt x="16636" y="0"/>
                </a:moveTo>
                <a:lnTo>
                  <a:pt x="16715" y="0"/>
                </a:lnTo>
                <a:lnTo>
                  <a:pt x="16715" y="28"/>
                </a:lnTo>
                <a:lnTo>
                  <a:pt x="16636" y="28"/>
                </a:lnTo>
                <a:lnTo>
                  <a:pt x="16636" y="0"/>
                </a:lnTo>
                <a:moveTo>
                  <a:pt x="16768" y="0"/>
                </a:moveTo>
                <a:lnTo>
                  <a:pt x="16847" y="0"/>
                </a:lnTo>
                <a:lnTo>
                  <a:pt x="16847" y="28"/>
                </a:lnTo>
                <a:lnTo>
                  <a:pt x="16768" y="28"/>
                </a:lnTo>
                <a:lnTo>
                  <a:pt x="16768" y="0"/>
                </a:lnTo>
                <a:moveTo>
                  <a:pt x="16900" y="0"/>
                </a:moveTo>
                <a:lnTo>
                  <a:pt x="16979" y="0"/>
                </a:lnTo>
                <a:lnTo>
                  <a:pt x="16979" y="28"/>
                </a:lnTo>
                <a:lnTo>
                  <a:pt x="16900" y="28"/>
                </a:lnTo>
                <a:lnTo>
                  <a:pt x="16900" y="0"/>
                </a:lnTo>
                <a:moveTo>
                  <a:pt x="17032" y="0"/>
                </a:moveTo>
                <a:lnTo>
                  <a:pt x="17111" y="0"/>
                </a:lnTo>
                <a:lnTo>
                  <a:pt x="17111" y="28"/>
                </a:lnTo>
                <a:lnTo>
                  <a:pt x="17032" y="28"/>
                </a:lnTo>
                <a:lnTo>
                  <a:pt x="17032" y="0"/>
                </a:lnTo>
                <a:moveTo>
                  <a:pt x="17164" y="0"/>
                </a:moveTo>
                <a:lnTo>
                  <a:pt x="17243" y="0"/>
                </a:lnTo>
                <a:lnTo>
                  <a:pt x="17243" y="28"/>
                </a:lnTo>
                <a:lnTo>
                  <a:pt x="17164" y="28"/>
                </a:lnTo>
                <a:lnTo>
                  <a:pt x="17164" y="0"/>
                </a:lnTo>
                <a:moveTo>
                  <a:pt x="17296" y="0"/>
                </a:moveTo>
                <a:lnTo>
                  <a:pt x="17376" y="0"/>
                </a:lnTo>
                <a:lnTo>
                  <a:pt x="17376" y="28"/>
                </a:lnTo>
                <a:lnTo>
                  <a:pt x="17296" y="28"/>
                </a:lnTo>
                <a:lnTo>
                  <a:pt x="17296" y="0"/>
                </a:lnTo>
                <a:moveTo>
                  <a:pt x="17428" y="0"/>
                </a:moveTo>
                <a:lnTo>
                  <a:pt x="17508" y="0"/>
                </a:lnTo>
                <a:lnTo>
                  <a:pt x="17508" y="28"/>
                </a:lnTo>
                <a:lnTo>
                  <a:pt x="17428" y="28"/>
                </a:lnTo>
                <a:lnTo>
                  <a:pt x="17428" y="0"/>
                </a:lnTo>
                <a:moveTo>
                  <a:pt x="17560" y="0"/>
                </a:moveTo>
                <a:lnTo>
                  <a:pt x="17640" y="0"/>
                </a:lnTo>
                <a:lnTo>
                  <a:pt x="17640" y="28"/>
                </a:lnTo>
                <a:lnTo>
                  <a:pt x="17560" y="28"/>
                </a:lnTo>
                <a:lnTo>
                  <a:pt x="17560" y="0"/>
                </a:lnTo>
                <a:moveTo>
                  <a:pt x="17692" y="0"/>
                </a:moveTo>
                <a:lnTo>
                  <a:pt x="17772" y="0"/>
                </a:lnTo>
                <a:lnTo>
                  <a:pt x="17772" y="28"/>
                </a:lnTo>
                <a:lnTo>
                  <a:pt x="17692" y="28"/>
                </a:lnTo>
                <a:lnTo>
                  <a:pt x="17692" y="0"/>
                </a:lnTo>
                <a:moveTo>
                  <a:pt x="17824" y="0"/>
                </a:moveTo>
                <a:lnTo>
                  <a:pt x="17904" y="0"/>
                </a:lnTo>
                <a:lnTo>
                  <a:pt x="17904" y="28"/>
                </a:lnTo>
                <a:lnTo>
                  <a:pt x="17824" y="28"/>
                </a:lnTo>
                <a:lnTo>
                  <a:pt x="17824" y="0"/>
                </a:lnTo>
                <a:moveTo>
                  <a:pt x="17956" y="0"/>
                </a:moveTo>
                <a:lnTo>
                  <a:pt x="18036" y="0"/>
                </a:lnTo>
                <a:lnTo>
                  <a:pt x="18036" y="28"/>
                </a:lnTo>
                <a:lnTo>
                  <a:pt x="17956" y="28"/>
                </a:lnTo>
                <a:lnTo>
                  <a:pt x="17956" y="0"/>
                </a:lnTo>
                <a:moveTo>
                  <a:pt x="18088" y="0"/>
                </a:moveTo>
                <a:lnTo>
                  <a:pt x="18168" y="0"/>
                </a:lnTo>
                <a:lnTo>
                  <a:pt x="18168" y="28"/>
                </a:lnTo>
                <a:lnTo>
                  <a:pt x="18088" y="28"/>
                </a:lnTo>
                <a:lnTo>
                  <a:pt x="18088" y="0"/>
                </a:lnTo>
                <a:moveTo>
                  <a:pt x="18220" y="0"/>
                </a:moveTo>
                <a:lnTo>
                  <a:pt x="18301" y="0"/>
                </a:lnTo>
                <a:lnTo>
                  <a:pt x="18301" y="28"/>
                </a:lnTo>
                <a:lnTo>
                  <a:pt x="18220" y="28"/>
                </a:lnTo>
                <a:lnTo>
                  <a:pt x="18220" y="0"/>
                </a:lnTo>
                <a:moveTo>
                  <a:pt x="18353" y="0"/>
                </a:moveTo>
                <a:lnTo>
                  <a:pt x="18433" y="0"/>
                </a:lnTo>
                <a:lnTo>
                  <a:pt x="18433" y="28"/>
                </a:lnTo>
                <a:lnTo>
                  <a:pt x="18353" y="28"/>
                </a:lnTo>
                <a:lnTo>
                  <a:pt x="18353" y="0"/>
                </a:lnTo>
                <a:moveTo>
                  <a:pt x="18485" y="0"/>
                </a:moveTo>
                <a:lnTo>
                  <a:pt x="18565" y="0"/>
                </a:lnTo>
                <a:lnTo>
                  <a:pt x="18565" y="28"/>
                </a:lnTo>
                <a:lnTo>
                  <a:pt x="18485" y="28"/>
                </a:lnTo>
                <a:lnTo>
                  <a:pt x="18485" y="0"/>
                </a:lnTo>
                <a:moveTo>
                  <a:pt x="18617" y="0"/>
                </a:moveTo>
                <a:lnTo>
                  <a:pt x="18697" y="0"/>
                </a:lnTo>
                <a:lnTo>
                  <a:pt x="18697" y="28"/>
                </a:lnTo>
                <a:lnTo>
                  <a:pt x="18617" y="28"/>
                </a:lnTo>
                <a:lnTo>
                  <a:pt x="18617" y="0"/>
                </a:lnTo>
                <a:moveTo>
                  <a:pt x="18749" y="0"/>
                </a:moveTo>
                <a:lnTo>
                  <a:pt x="18829" y="0"/>
                </a:lnTo>
                <a:lnTo>
                  <a:pt x="18829" y="28"/>
                </a:lnTo>
                <a:lnTo>
                  <a:pt x="18749" y="28"/>
                </a:lnTo>
                <a:lnTo>
                  <a:pt x="18749" y="0"/>
                </a:lnTo>
                <a:moveTo>
                  <a:pt x="18881" y="0"/>
                </a:moveTo>
                <a:lnTo>
                  <a:pt x="18961" y="0"/>
                </a:lnTo>
                <a:lnTo>
                  <a:pt x="18961" y="28"/>
                </a:lnTo>
                <a:lnTo>
                  <a:pt x="18881" y="28"/>
                </a:lnTo>
                <a:lnTo>
                  <a:pt x="18881" y="0"/>
                </a:lnTo>
                <a:moveTo>
                  <a:pt x="19014" y="0"/>
                </a:moveTo>
                <a:lnTo>
                  <a:pt x="19093" y="0"/>
                </a:lnTo>
                <a:lnTo>
                  <a:pt x="19093" y="28"/>
                </a:lnTo>
                <a:lnTo>
                  <a:pt x="19014" y="28"/>
                </a:lnTo>
                <a:lnTo>
                  <a:pt x="19014" y="0"/>
                </a:lnTo>
                <a:moveTo>
                  <a:pt x="19146" y="0"/>
                </a:moveTo>
                <a:lnTo>
                  <a:pt x="19225" y="0"/>
                </a:lnTo>
                <a:lnTo>
                  <a:pt x="19225" y="28"/>
                </a:lnTo>
                <a:lnTo>
                  <a:pt x="19146" y="28"/>
                </a:lnTo>
                <a:lnTo>
                  <a:pt x="19146" y="0"/>
                </a:lnTo>
                <a:moveTo>
                  <a:pt x="19278" y="0"/>
                </a:moveTo>
                <a:lnTo>
                  <a:pt x="19357" y="0"/>
                </a:lnTo>
                <a:lnTo>
                  <a:pt x="19357" y="28"/>
                </a:lnTo>
                <a:lnTo>
                  <a:pt x="19278" y="28"/>
                </a:lnTo>
                <a:lnTo>
                  <a:pt x="19278" y="0"/>
                </a:lnTo>
                <a:moveTo>
                  <a:pt x="19410" y="0"/>
                </a:moveTo>
                <a:lnTo>
                  <a:pt x="19489" y="0"/>
                </a:lnTo>
                <a:lnTo>
                  <a:pt x="19489" y="28"/>
                </a:lnTo>
                <a:lnTo>
                  <a:pt x="19410" y="28"/>
                </a:lnTo>
                <a:lnTo>
                  <a:pt x="19410" y="0"/>
                </a:lnTo>
                <a:moveTo>
                  <a:pt x="19542" y="0"/>
                </a:moveTo>
                <a:lnTo>
                  <a:pt x="19621" y="0"/>
                </a:lnTo>
                <a:lnTo>
                  <a:pt x="19621" y="28"/>
                </a:lnTo>
                <a:lnTo>
                  <a:pt x="19542" y="28"/>
                </a:lnTo>
                <a:lnTo>
                  <a:pt x="19542" y="0"/>
                </a:lnTo>
                <a:moveTo>
                  <a:pt x="19674" y="0"/>
                </a:moveTo>
                <a:lnTo>
                  <a:pt x="19753" y="0"/>
                </a:lnTo>
                <a:lnTo>
                  <a:pt x="19753" y="28"/>
                </a:lnTo>
                <a:lnTo>
                  <a:pt x="19674" y="28"/>
                </a:lnTo>
                <a:lnTo>
                  <a:pt x="19674" y="0"/>
                </a:lnTo>
                <a:moveTo>
                  <a:pt x="19806" y="0"/>
                </a:moveTo>
                <a:lnTo>
                  <a:pt x="19885" y="0"/>
                </a:lnTo>
                <a:lnTo>
                  <a:pt x="19885" y="28"/>
                </a:lnTo>
                <a:lnTo>
                  <a:pt x="19806" y="28"/>
                </a:lnTo>
                <a:lnTo>
                  <a:pt x="19806" y="0"/>
                </a:lnTo>
                <a:moveTo>
                  <a:pt x="19938" y="0"/>
                </a:moveTo>
                <a:lnTo>
                  <a:pt x="20017" y="0"/>
                </a:lnTo>
                <a:lnTo>
                  <a:pt x="20017" y="28"/>
                </a:lnTo>
                <a:lnTo>
                  <a:pt x="19938" y="28"/>
                </a:lnTo>
                <a:lnTo>
                  <a:pt x="19938" y="0"/>
                </a:lnTo>
                <a:moveTo>
                  <a:pt x="20070" y="0"/>
                </a:moveTo>
                <a:lnTo>
                  <a:pt x="20149" y="0"/>
                </a:lnTo>
                <a:lnTo>
                  <a:pt x="20149" y="28"/>
                </a:lnTo>
                <a:lnTo>
                  <a:pt x="20070" y="28"/>
                </a:lnTo>
                <a:lnTo>
                  <a:pt x="20070" y="0"/>
                </a:lnTo>
                <a:moveTo>
                  <a:pt x="20202" y="0"/>
                </a:moveTo>
                <a:lnTo>
                  <a:pt x="20281" y="0"/>
                </a:lnTo>
                <a:lnTo>
                  <a:pt x="20281" y="28"/>
                </a:lnTo>
                <a:lnTo>
                  <a:pt x="20202" y="28"/>
                </a:lnTo>
                <a:lnTo>
                  <a:pt x="20202" y="0"/>
                </a:lnTo>
                <a:moveTo>
                  <a:pt x="20334" y="0"/>
                </a:moveTo>
                <a:lnTo>
                  <a:pt x="20413" y="0"/>
                </a:lnTo>
                <a:lnTo>
                  <a:pt x="20413" y="28"/>
                </a:lnTo>
                <a:lnTo>
                  <a:pt x="20334" y="28"/>
                </a:lnTo>
                <a:lnTo>
                  <a:pt x="20334" y="0"/>
                </a:lnTo>
                <a:moveTo>
                  <a:pt x="20466" y="0"/>
                </a:moveTo>
                <a:lnTo>
                  <a:pt x="20545" y="0"/>
                </a:lnTo>
                <a:lnTo>
                  <a:pt x="20545" y="28"/>
                </a:lnTo>
                <a:lnTo>
                  <a:pt x="20466" y="28"/>
                </a:lnTo>
                <a:lnTo>
                  <a:pt x="20466" y="0"/>
                </a:lnTo>
                <a:moveTo>
                  <a:pt x="20598" y="0"/>
                </a:moveTo>
                <a:lnTo>
                  <a:pt x="20677" y="0"/>
                </a:lnTo>
                <a:lnTo>
                  <a:pt x="20677" y="28"/>
                </a:lnTo>
                <a:lnTo>
                  <a:pt x="20598" y="28"/>
                </a:lnTo>
                <a:lnTo>
                  <a:pt x="20598" y="0"/>
                </a:lnTo>
                <a:moveTo>
                  <a:pt x="20730" y="0"/>
                </a:moveTo>
                <a:lnTo>
                  <a:pt x="20809" y="0"/>
                </a:lnTo>
                <a:lnTo>
                  <a:pt x="20809" y="28"/>
                </a:lnTo>
                <a:lnTo>
                  <a:pt x="20730" y="28"/>
                </a:lnTo>
                <a:lnTo>
                  <a:pt x="20730" y="0"/>
                </a:lnTo>
                <a:moveTo>
                  <a:pt x="20862" y="0"/>
                </a:moveTo>
                <a:lnTo>
                  <a:pt x="20941" y="0"/>
                </a:lnTo>
                <a:lnTo>
                  <a:pt x="20941" y="28"/>
                </a:lnTo>
                <a:lnTo>
                  <a:pt x="20862" y="28"/>
                </a:lnTo>
                <a:lnTo>
                  <a:pt x="20862" y="0"/>
                </a:lnTo>
                <a:moveTo>
                  <a:pt x="20994" y="0"/>
                </a:moveTo>
                <a:lnTo>
                  <a:pt x="21073" y="0"/>
                </a:lnTo>
                <a:lnTo>
                  <a:pt x="21073" y="28"/>
                </a:lnTo>
                <a:lnTo>
                  <a:pt x="20994" y="28"/>
                </a:lnTo>
                <a:lnTo>
                  <a:pt x="20994" y="0"/>
                </a:lnTo>
                <a:moveTo>
                  <a:pt x="21126" y="0"/>
                </a:moveTo>
                <a:lnTo>
                  <a:pt x="21205" y="0"/>
                </a:lnTo>
                <a:lnTo>
                  <a:pt x="21205" y="28"/>
                </a:lnTo>
                <a:lnTo>
                  <a:pt x="21126" y="28"/>
                </a:lnTo>
                <a:lnTo>
                  <a:pt x="21126" y="0"/>
                </a:lnTo>
                <a:moveTo>
                  <a:pt x="21258" y="0"/>
                </a:moveTo>
                <a:lnTo>
                  <a:pt x="21337" y="0"/>
                </a:lnTo>
                <a:lnTo>
                  <a:pt x="21337" y="28"/>
                </a:lnTo>
                <a:lnTo>
                  <a:pt x="21258" y="28"/>
                </a:lnTo>
                <a:lnTo>
                  <a:pt x="21258" y="0"/>
                </a:lnTo>
                <a:moveTo>
                  <a:pt x="21390" y="0"/>
                </a:moveTo>
                <a:lnTo>
                  <a:pt x="21469" y="0"/>
                </a:lnTo>
                <a:lnTo>
                  <a:pt x="21469" y="28"/>
                </a:lnTo>
                <a:lnTo>
                  <a:pt x="21390" y="28"/>
                </a:lnTo>
                <a:lnTo>
                  <a:pt x="21390" y="0"/>
                </a:lnTo>
                <a:moveTo>
                  <a:pt x="21522" y="0"/>
                </a:moveTo>
                <a:lnTo>
                  <a:pt x="21601" y="0"/>
                </a:lnTo>
                <a:lnTo>
                  <a:pt x="21601" y="28"/>
                </a:lnTo>
                <a:lnTo>
                  <a:pt x="21522" y="28"/>
                </a:lnTo>
                <a:lnTo>
                  <a:pt x="21522" y="0"/>
                </a:lnTo>
                <a:moveTo>
                  <a:pt x="21654" y="0"/>
                </a:moveTo>
                <a:lnTo>
                  <a:pt x="21733" y="0"/>
                </a:lnTo>
                <a:lnTo>
                  <a:pt x="21733" y="28"/>
                </a:lnTo>
                <a:lnTo>
                  <a:pt x="21654" y="28"/>
                </a:lnTo>
                <a:lnTo>
                  <a:pt x="21654" y="0"/>
                </a:lnTo>
                <a:moveTo>
                  <a:pt x="21786" y="0"/>
                </a:moveTo>
                <a:lnTo>
                  <a:pt x="21865" y="0"/>
                </a:lnTo>
                <a:lnTo>
                  <a:pt x="21865" y="28"/>
                </a:lnTo>
                <a:lnTo>
                  <a:pt x="21786" y="28"/>
                </a:lnTo>
                <a:lnTo>
                  <a:pt x="21786" y="0"/>
                </a:lnTo>
                <a:moveTo>
                  <a:pt x="21918" y="0"/>
                </a:moveTo>
                <a:lnTo>
                  <a:pt x="21998" y="0"/>
                </a:lnTo>
                <a:lnTo>
                  <a:pt x="21998" y="28"/>
                </a:lnTo>
                <a:lnTo>
                  <a:pt x="21918" y="28"/>
                </a:lnTo>
                <a:lnTo>
                  <a:pt x="21918" y="0"/>
                </a:lnTo>
                <a:moveTo>
                  <a:pt x="22050" y="0"/>
                </a:moveTo>
                <a:lnTo>
                  <a:pt x="22130" y="0"/>
                </a:lnTo>
                <a:lnTo>
                  <a:pt x="22130" y="28"/>
                </a:lnTo>
                <a:lnTo>
                  <a:pt x="22050" y="28"/>
                </a:lnTo>
                <a:lnTo>
                  <a:pt x="22050" y="0"/>
                </a:lnTo>
                <a:moveTo>
                  <a:pt x="22182" y="0"/>
                </a:moveTo>
                <a:lnTo>
                  <a:pt x="22262" y="0"/>
                </a:lnTo>
                <a:lnTo>
                  <a:pt x="22262" y="28"/>
                </a:lnTo>
                <a:lnTo>
                  <a:pt x="22182" y="28"/>
                </a:lnTo>
                <a:lnTo>
                  <a:pt x="22182" y="0"/>
                </a:lnTo>
                <a:moveTo>
                  <a:pt x="22314" y="0"/>
                </a:moveTo>
                <a:lnTo>
                  <a:pt x="22394" y="0"/>
                </a:lnTo>
                <a:lnTo>
                  <a:pt x="22394" y="28"/>
                </a:lnTo>
                <a:lnTo>
                  <a:pt x="22314" y="28"/>
                </a:lnTo>
                <a:lnTo>
                  <a:pt x="22314" y="0"/>
                </a:lnTo>
                <a:moveTo>
                  <a:pt x="22446" y="0"/>
                </a:moveTo>
                <a:lnTo>
                  <a:pt x="22526" y="0"/>
                </a:lnTo>
                <a:lnTo>
                  <a:pt x="22526" y="28"/>
                </a:lnTo>
                <a:lnTo>
                  <a:pt x="22446" y="28"/>
                </a:lnTo>
                <a:lnTo>
                  <a:pt x="22446" y="0"/>
                </a:lnTo>
                <a:moveTo>
                  <a:pt x="22578" y="0"/>
                </a:moveTo>
                <a:lnTo>
                  <a:pt x="22658" y="0"/>
                </a:lnTo>
                <a:lnTo>
                  <a:pt x="22658" y="28"/>
                </a:lnTo>
                <a:lnTo>
                  <a:pt x="22578" y="28"/>
                </a:lnTo>
                <a:lnTo>
                  <a:pt x="22578" y="0"/>
                </a:lnTo>
                <a:moveTo>
                  <a:pt x="22710" y="0"/>
                </a:moveTo>
                <a:lnTo>
                  <a:pt x="22790" y="0"/>
                </a:lnTo>
                <a:lnTo>
                  <a:pt x="22790" y="28"/>
                </a:lnTo>
                <a:lnTo>
                  <a:pt x="22710" y="28"/>
                </a:lnTo>
                <a:lnTo>
                  <a:pt x="22710" y="0"/>
                </a:lnTo>
                <a:moveTo>
                  <a:pt x="22842" y="0"/>
                </a:moveTo>
                <a:lnTo>
                  <a:pt x="22922" y="0"/>
                </a:lnTo>
                <a:lnTo>
                  <a:pt x="22922" y="28"/>
                </a:lnTo>
                <a:lnTo>
                  <a:pt x="22842" y="28"/>
                </a:lnTo>
                <a:lnTo>
                  <a:pt x="22842" y="0"/>
                </a:lnTo>
                <a:moveTo>
                  <a:pt x="22974" y="0"/>
                </a:moveTo>
                <a:lnTo>
                  <a:pt x="23054" y="0"/>
                </a:lnTo>
                <a:lnTo>
                  <a:pt x="23054" y="28"/>
                </a:lnTo>
                <a:lnTo>
                  <a:pt x="22974" y="28"/>
                </a:lnTo>
                <a:lnTo>
                  <a:pt x="22974" y="0"/>
                </a:lnTo>
                <a:moveTo>
                  <a:pt x="23106" y="0"/>
                </a:moveTo>
                <a:lnTo>
                  <a:pt x="23186" y="0"/>
                </a:lnTo>
                <a:lnTo>
                  <a:pt x="23186" y="28"/>
                </a:lnTo>
                <a:lnTo>
                  <a:pt x="23106" y="28"/>
                </a:lnTo>
                <a:lnTo>
                  <a:pt x="23106" y="0"/>
                </a:lnTo>
                <a:moveTo>
                  <a:pt x="23238" y="0"/>
                </a:moveTo>
                <a:lnTo>
                  <a:pt x="23318" y="0"/>
                </a:lnTo>
                <a:lnTo>
                  <a:pt x="23318" y="28"/>
                </a:lnTo>
                <a:lnTo>
                  <a:pt x="23238" y="28"/>
                </a:lnTo>
                <a:lnTo>
                  <a:pt x="23238" y="0"/>
                </a:lnTo>
                <a:moveTo>
                  <a:pt x="23370" y="0"/>
                </a:moveTo>
                <a:lnTo>
                  <a:pt x="23450" y="0"/>
                </a:lnTo>
                <a:lnTo>
                  <a:pt x="23450" y="28"/>
                </a:lnTo>
                <a:lnTo>
                  <a:pt x="23370" y="28"/>
                </a:lnTo>
                <a:lnTo>
                  <a:pt x="23370" y="0"/>
                </a:lnTo>
                <a:moveTo>
                  <a:pt x="23502" y="0"/>
                </a:moveTo>
                <a:lnTo>
                  <a:pt x="23582" y="0"/>
                </a:lnTo>
                <a:lnTo>
                  <a:pt x="23582" y="28"/>
                </a:lnTo>
                <a:lnTo>
                  <a:pt x="23502" y="28"/>
                </a:lnTo>
                <a:lnTo>
                  <a:pt x="23502" y="0"/>
                </a:lnTo>
                <a:moveTo>
                  <a:pt x="23634" y="0"/>
                </a:moveTo>
                <a:lnTo>
                  <a:pt x="23714" y="0"/>
                </a:lnTo>
                <a:lnTo>
                  <a:pt x="23714" y="28"/>
                </a:lnTo>
                <a:lnTo>
                  <a:pt x="23634" y="28"/>
                </a:lnTo>
                <a:lnTo>
                  <a:pt x="23634" y="0"/>
                </a:lnTo>
                <a:moveTo>
                  <a:pt x="23767" y="0"/>
                </a:moveTo>
                <a:lnTo>
                  <a:pt x="23846" y="0"/>
                </a:lnTo>
                <a:lnTo>
                  <a:pt x="23846" y="28"/>
                </a:lnTo>
                <a:lnTo>
                  <a:pt x="23767" y="28"/>
                </a:lnTo>
                <a:lnTo>
                  <a:pt x="23767" y="0"/>
                </a:lnTo>
                <a:moveTo>
                  <a:pt x="23899" y="0"/>
                </a:moveTo>
                <a:lnTo>
                  <a:pt x="23978" y="0"/>
                </a:lnTo>
                <a:lnTo>
                  <a:pt x="23978" y="28"/>
                </a:lnTo>
                <a:lnTo>
                  <a:pt x="23899" y="28"/>
                </a:lnTo>
                <a:lnTo>
                  <a:pt x="23899" y="0"/>
                </a:lnTo>
                <a:moveTo>
                  <a:pt x="24031" y="0"/>
                </a:moveTo>
                <a:lnTo>
                  <a:pt x="24110" y="0"/>
                </a:lnTo>
                <a:lnTo>
                  <a:pt x="24110" y="28"/>
                </a:lnTo>
                <a:lnTo>
                  <a:pt x="24031" y="28"/>
                </a:lnTo>
                <a:lnTo>
                  <a:pt x="24031" y="0"/>
                </a:lnTo>
                <a:moveTo>
                  <a:pt x="24163" y="0"/>
                </a:moveTo>
                <a:lnTo>
                  <a:pt x="24242" y="0"/>
                </a:lnTo>
                <a:lnTo>
                  <a:pt x="24242" y="28"/>
                </a:lnTo>
                <a:lnTo>
                  <a:pt x="24163" y="28"/>
                </a:lnTo>
                <a:lnTo>
                  <a:pt x="24163" y="0"/>
                </a:lnTo>
                <a:moveTo>
                  <a:pt x="24295" y="0"/>
                </a:moveTo>
                <a:lnTo>
                  <a:pt x="24374" y="0"/>
                </a:lnTo>
                <a:lnTo>
                  <a:pt x="24374" y="28"/>
                </a:lnTo>
                <a:lnTo>
                  <a:pt x="24295" y="28"/>
                </a:lnTo>
                <a:lnTo>
                  <a:pt x="24295" y="0"/>
                </a:lnTo>
                <a:moveTo>
                  <a:pt x="24427" y="0"/>
                </a:moveTo>
                <a:lnTo>
                  <a:pt x="24506" y="0"/>
                </a:lnTo>
                <a:lnTo>
                  <a:pt x="24506" y="28"/>
                </a:lnTo>
                <a:lnTo>
                  <a:pt x="24427" y="28"/>
                </a:lnTo>
                <a:lnTo>
                  <a:pt x="24427" y="0"/>
                </a:lnTo>
                <a:moveTo>
                  <a:pt x="24559" y="0"/>
                </a:moveTo>
                <a:lnTo>
                  <a:pt x="24638" y="0"/>
                </a:lnTo>
                <a:lnTo>
                  <a:pt x="24638" y="28"/>
                </a:lnTo>
                <a:lnTo>
                  <a:pt x="24559" y="28"/>
                </a:lnTo>
                <a:lnTo>
                  <a:pt x="24559" y="0"/>
                </a:lnTo>
                <a:moveTo>
                  <a:pt x="24691" y="0"/>
                </a:moveTo>
                <a:lnTo>
                  <a:pt x="24770" y="0"/>
                </a:lnTo>
                <a:lnTo>
                  <a:pt x="24770" y="28"/>
                </a:lnTo>
                <a:lnTo>
                  <a:pt x="24691" y="28"/>
                </a:lnTo>
                <a:lnTo>
                  <a:pt x="24691" y="0"/>
                </a:lnTo>
                <a:moveTo>
                  <a:pt x="24823" y="0"/>
                </a:moveTo>
                <a:lnTo>
                  <a:pt x="24902" y="0"/>
                </a:lnTo>
                <a:lnTo>
                  <a:pt x="24902" y="28"/>
                </a:lnTo>
                <a:lnTo>
                  <a:pt x="24823" y="28"/>
                </a:lnTo>
                <a:lnTo>
                  <a:pt x="24823" y="0"/>
                </a:lnTo>
                <a:moveTo>
                  <a:pt x="24955" y="0"/>
                </a:moveTo>
                <a:lnTo>
                  <a:pt x="25034" y="0"/>
                </a:lnTo>
                <a:lnTo>
                  <a:pt x="25034" y="28"/>
                </a:lnTo>
                <a:lnTo>
                  <a:pt x="24955" y="28"/>
                </a:lnTo>
                <a:lnTo>
                  <a:pt x="24955" y="0"/>
                </a:lnTo>
                <a:moveTo>
                  <a:pt x="25087" y="0"/>
                </a:moveTo>
                <a:lnTo>
                  <a:pt x="25166" y="0"/>
                </a:lnTo>
                <a:lnTo>
                  <a:pt x="25166" y="28"/>
                </a:lnTo>
                <a:lnTo>
                  <a:pt x="25087" y="28"/>
                </a:lnTo>
                <a:lnTo>
                  <a:pt x="25087" y="0"/>
                </a:lnTo>
                <a:moveTo>
                  <a:pt x="25219" y="0"/>
                </a:moveTo>
                <a:lnTo>
                  <a:pt x="25298" y="0"/>
                </a:lnTo>
                <a:lnTo>
                  <a:pt x="25298" y="28"/>
                </a:lnTo>
                <a:lnTo>
                  <a:pt x="25219" y="28"/>
                </a:lnTo>
                <a:lnTo>
                  <a:pt x="25219" y="0"/>
                </a:lnTo>
                <a:moveTo>
                  <a:pt x="25351" y="0"/>
                </a:moveTo>
                <a:lnTo>
                  <a:pt x="25430" y="0"/>
                </a:lnTo>
                <a:lnTo>
                  <a:pt x="25430" y="28"/>
                </a:lnTo>
                <a:lnTo>
                  <a:pt x="25351" y="28"/>
                </a:lnTo>
                <a:lnTo>
                  <a:pt x="25351" y="0"/>
                </a:lnTo>
                <a:moveTo>
                  <a:pt x="25483" y="0"/>
                </a:moveTo>
                <a:lnTo>
                  <a:pt x="25562" y="0"/>
                </a:lnTo>
                <a:lnTo>
                  <a:pt x="25562" y="28"/>
                </a:lnTo>
                <a:lnTo>
                  <a:pt x="25483" y="28"/>
                </a:lnTo>
                <a:lnTo>
                  <a:pt x="25483" y="0"/>
                </a:lnTo>
                <a:moveTo>
                  <a:pt x="25615" y="0"/>
                </a:moveTo>
                <a:lnTo>
                  <a:pt x="25694" y="0"/>
                </a:lnTo>
                <a:lnTo>
                  <a:pt x="25694" y="28"/>
                </a:lnTo>
                <a:lnTo>
                  <a:pt x="25615" y="28"/>
                </a:lnTo>
                <a:lnTo>
                  <a:pt x="25615" y="0"/>
                </a:lnTo>
                <a:moveTo>
                  <a:pt x="25747" y="0"/>
                </a:moveTo>
                <a:lnTo>
                  <a:pt x="25826" y="0"/>
                </a:lnTo>
                <a:lnTo>
                  <a:pt x="25826" y="28"/>
                </a:lnTo>
                <a:lnTo>
                  <a:pt x="25747" y="28"/>
                </a:lnTo>
                <a:lnTo>
                  <a:pt x="25747" y="0"/>
                </a:lnTo>
                <a:moveTo>
                  <a:pt x="25879" y="0"/>
                </a:moveTo>
                <a:lnTo>
                  <a:pt x="25958" y="0"/>
                </a:lnTo>
                <a:lnTo>
                  <a:pt x="25958" y="28"/>
                </a:lnTo>
                <a:lnTo>
                  <a:pt x="25879" y="28"/>
                </a:lnTo>
                <a:lnTo>
                  <a:pt x="25879" y="0"/>
                </a:lnTo>
                <a:moveTo>
                  <a:pt x="26011" y="0"/>
                </a:moveTo>
                <a:lnTo>
                  <a:pt x="26090" y="0"/>
                </a:lnTo>
                <a:lnTo>
                  <a:pt x="26090" y="28"/>
                </a:lnTo>
                <a:lnTo>
                  <a:pt x="26011" y="28"/>
                </a:lnTo>
                <a:lnTo>
                  <a:pt x="26011" y="0"/>
                </a:lnTo>
                <a:moveTo>
                  <a:pt x="26143" y="0"/>
                </a:moveTo>
                <a:lnTo>
                  <a:pt x="26222" y="0"/>
                </a:lnTo>
                <a:lnTo>
                  <a:pt x="26222" y="28"/>
                </a:lnTo>
                <a:lnTo>
                  <a:pt x="26143" y="28"/>
                </a:lnTo>
                <a:lnTo>
                  <a:pt x="26143" y="0"/>
                </a:lnTo>
                <a:moveTo>
                  <a:pt x="26275" y="0"/>
                </a:moveTo>
                <a:lnTo>
                  <a:pt x="26354" y="0"/>
                </a:lnTo>
                <a:lnTo>
                  <a:pt x="26354" y="28"/>
                </a:lnTo>
                <a:lnTo>
                  <a:pt x="26275" y="28"/>
                </a:lnTo>
                <a:lnTo>
                  <a:pt x="26275" y="0"/>
                </a:lnTo>
                <a:moveTo>
                  <a:pt x="26407" y="0"/>
                </a:moveTo>
                <a:lnTo>
                  <a:pt x="26486" y="0"/>
                </a:lnTo>
                <a:lnTo>
                  <a:pt x="26486" y="28"/>
                </a:lnTo>
                <a:lnTo>
                  <a:pt x="26407" y="28"/>
                </a:lnTo>
                <a:lnTo>
                  <a:pt x="26407" y="0"/>
                </a:lnTo>
                <a:moveTo>
                  <a:pt x="26539" y="0"/>
                </a:moveTo>
                <a:lnTo>
                  <a:pt x="26618" y="0"/>
                </a:lnTo>
                <a:lnTo>
                  <a:pt x="26618" y="28"/>
                </a:lnTo>
                <a:lnTo>
                  <a:pt x="26539" y="28"/>
                </a:lnTo>
                <a:lnTo>
                  <a:pt x="26539" y="0"/>
                </a:lnTo>
                <a:close/>
              </a:path>
            </a:pathLst>
          </a:custGeom>
          <a:solidFill>
            <a:srgbClr val="E3E2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7795080" y="2727360"/>
            <a:ext cx="2006280" cy="614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42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클코대장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7795080" y="3337200"/>
            <a:ext cx="4269960" cy="614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42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지피타쿠</a:t>
            </a:r>
            <a:r>
              <a:rPr lang="en-US" sz="42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 — 이철로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7795080" y="6457680"/>
            <a:ext cx="67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CC101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8355960" y="6463800"/>
            <a:ext cx="16945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 (cc101.axwith.com)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7795080" y="7054560"/>
            <a:ext cx="39535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가이드 제작</a:t>
            </a:r>
            <a:r>
              <a:rPr lang="en-US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·</a:t>
            </a:r>
            <a:r>
              <a:rPr lang="ko-KR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배포로 일반인</a:t>
            </a:r>
            <a:r>
              <a:rPr lang="en-US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·</a:t>
            </a:r>
            <a:r>
              <a:rPr lang="ko-KR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비개발 직무의 </a:t>
            </a:r>
            <a:r>
              <a:rPr lang="en-US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Claude Code </a:t>
            </a:r>
            <a:r>
              <a:rPr lang="ko-KR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활용 지원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8138160" y="4280040"/>
            <a:ext cx="3074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PretendardVariable"/>
                <a:ea typeface="PretendardVariable"/>
              </a:rPr>
              <a:t>현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PretendardVariable"/>
                <a:ea typeface="PretendardVariable"/>
              </a:rPr>
              <a:t>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8466480" y="4272840"/>
            <a:ext cx="97848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AX with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9279000" y="4280040"/>
            <a:ext cx="19404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PretendardVariable"/>
                <a:ea typeface="PretendardVariable"/>
              </a:rPr>
              <a:t> — AX </a:t>
            </a:r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PretendardVariable"/>
                <a:ea typeface="PretendardVariable"/>
              </a:rPr>
              <a:t>컨설팅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PretendardVariable"/>
                <a:ea typeface="PretendardVariable"/>
              </a:rPr>
              <a:t>&amp; AI </a:t>
            </a:r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PretendardVariable"/>
                <a:ea typeface="PretendardVariable"/>
              </a:rPr>
              <a:t>교육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7795080" y="4272840"/>
            <a:ext cx="22824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—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8138160" y="4737240"/>
            <a:ext cx="3074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PretendardVariable"/>
                <a:ea typeface="PretendardVariable"/>
              </a:rPr>
              <a:t>현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PretendardVariable"/>
                <a:ea typeface="PretendardVariable"/>
              </a:rPr>
              <a:t>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8466480" y="4730040"/>
            <a:ext cx="107676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1</a:t>
            </a:r>
            <a:r>
              <a:rPr lang="ko-KR" sz="18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인 개발자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9406800" y="4737240"/>
            <a:ext cx="13741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PretendardVariable"/>
                <a:ea typeface="PretendardVariable"/>
              </a:rPr>
              <a:t> — AI </a:t>
            </a:r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PretendardVariable"/>
                <a:ea typeface="PretendardVariable"/>
              </a:rPr>
              <a:t>기반 서비스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7795080" y="4730040"/>
            <a:ext cx="22824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—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8138160" y="5194440"/>
            <a:ext cx="2934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800" b="0" u="none" strike="noStrike">
                <a:solidFill>
                  <a:srgbClr val="000000"/>
                </a:solidFill>
                <a:effectLst/>
                <a:uFillTx/>
                <a:latin typeface="PretendardVariable"/>
                <a:ea typeface="PretendardVariable"/>
              </a:rPr>
              <a:t>전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PretendardVariable"/>
                <a:ea typeface="PretendardVariable"/>
              </a:rPr>
              <a:t>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8466480" y="5187240"/>
            <a:ext cx="257292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R&amp;D </a:t>
            </a:r>
            <a:r>
              <a:rPr lang="ko-KR" sz="18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기계 엔지니어 </a:t>
            </a:r>
            <a:r>
              <a:rPr lang="en-US" sz="18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10</a:t>
            </a:r>
            <a:r>
              <a:rPr lang="ko-KR" sz="18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8138160" y="5537160"/>
            <a:ext cx="36968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PretendardVariable"/>
                <a:ea typeface="PretendardVariable"/>
              </a:rPr>
              <a:t>GENTLE MONSTER · LG INNOTEK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7795080" y="5187240"/>
            <a:ext cx="22824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—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1" name=""/>
          <p:cNvSpPr/>
          <p:nvPr/>
        </p:nvSpPr>
        <p:spPr>
          <a:xfrm>
            <a:off x="1514160" y="1228680"/>
            <a:ext cx="15259680" cy="7829640"/>
          </a:xfrm>
          <a:custGeom>
            <a:avLst/>
            <a:gdLst/>
            <a:ahLst/>
            <a:rect l="0" t="0" r="r" b="b"/>
            <a:pathLst>
              <a:path w="42388" h="21749">
                <a:moveTo>
                  <a:pt x="53" y="396"/>
                </a:moveTo>
                <a:lnTo>
                  <a:pt x="53" y="21352"/>
                </a:lnTo>
                <a:cubicBezTo>
                  <a:pt x="53" y="21398"/>
                  <a:pt x="62" y="21442"/>
                  <a:pt x="79" y="21484"/>
                </a:cubicBezTo>
                <a:cubicBezTo>
                  <a:pt x="97" y="21526"/>
                  <a:pt x="122" y="21563"/>
                  <a:pt x="154" y="21596"/>
                </a:cubicBezTo>
                <a:cubicBezTo>
                  <a:pt x="186" y="21628"/>
                  <a:pt x="223" y="21653"/>
                  <a:pt x="266" y="21670"/>
                </a:cubicBezTo>
                <a:cubicBezTo>
                  <a:pt x="308" y="21688"/>
                  <a:pt x="352" y="21696"/>
                  <a:pt x="397" y="21696"/>
                </a:cubicBezTo>
                <a:lnTo>
                  <a:pt x="41991" y="21696"/>
                </a:lnTo>
                <a:cubicBezTo>
                  <a:pt x="42036" y="21696"/>
                  <a:pt x="42080" y="21688"/>
                  <a:pt x="42122" y="21670"/>
                </a:cubicBezTo>
                <a:cubicBezTo>
                  <a:pt x="42165" y="21653"/>
                  <a:pt x="42202" y="21628"/>
                  <a:pt x="42234" y="21596"/>
                </a:cubicBezTo>
                <a:cubicBezTo>
                  <a:pt x="42266" y="21563"/>
                  <a:pt x="42291" y="21526"/>
                  <a:pt x="42309" y="21484"/>
                </a:cubicBezTo>
                <a:cubicBezTo>
                  <a:pt x="42326" y="21442"/>
                  <a:pt x="42335" y="21398"/>
                  <a:pt x="42335" y="21352"/>
                </a:cubicBezTo>
                <a:lnTo>
                  <a:pt x="42335" y="396"/>
                </a:lnTo>
                <a:cubicBezTo>
                  <a:pt x="42335" y="351"/>
                  <a:pt x="42326" y="307"/>
                  <a:pt x="42309" y="265"/>
                </a:cubicBezTo>
                <a:cubicBezTo>
                  <a:pt x="42291" y="223"/>
                  <a:pt x="42266" y="186"/>
                  <a:pt x="42234" y="153"/>
                </a:cubicBezTo>
                <a:cubicBezTo>
                  <a:pt x="42202" y="121"/>
                  <a:pt x="42165" y="96"/>
                  <a:pt x="42122" y="79"/>
                </a:cubicBezTo>
                <a:cubicBezTo>
                  <a:pt x="42080" y="61"/>
                  <a:pt x="42036" y="53"/>
                  <a:pt x="41991" y="53"/>
                </a:cubicBezTo>
                <a:lnTo>
                  <a:pt x="397" y="53"/>
                </a:lnTo>
                <a:cubicBezTo>
                  <a:pt x="352" y="53"/>
                  <a:pt x="308" y="61"/>
                  <a:pt x="266" y="79"/>
                </a:cubicBezTo>
                <a:cubicBezTo>
                  <a:pt x="223" y="96"/>
                  <a:pt x="186" y="121"/>
                  <a:pt x="154" y="153"/>
                </a:cubicBezTo>
                <a:cubicBezTo>
                  <a:pt x="122" y="186"/>
                  <a:pt x="97" y="223"/>
                  <a:pt x="79" y="265"/>
                </a:cubicBezTo>
                <a:cubicBezTo>
                  <a:pt x="62" y="307"/>
                  <a:pt x="53" y="351"/>
                  <a:pt x="53" y="396"/>
                </a:cubicBezTo>
                <a:moveTo>
                  <a:pt x="0" y="21352"/>
                </a:moveTo>
                <a:lnTo>
                  <a:pt x="0" y="396"/>
                </a:lnTo>
                <a:cubicBezTo>
                  <a:pt x="0" y="370"/>
                  <a:pt x="3" y="345"/>
                  <a:pt x="8" y="319"/>
                </a:cubicBezTo>
                <a:cubicBezTo>
                  <a:pt x="13" y="294"/>
                  <a:pt x="21" y="269"/>
                  <a:pt x="31" y="245"/>
                </a:cubicBezTo>
                <a:cubicBezTo>
                  <a:pt x="41" y="221"/>
                  <a:pt x="53" y="198"/>
                  <a:pt x="67" y="176"/>
                </a:cubicBezTo>
                <a:cubicBezTo>
                  <a:pt x="82" y="154"/>
                  <a:pt x="98" y="134"/>
                  <a:pt x="117" y="116"/>
                </a:cubicBezTo>
                <a:cubicBezTo>
                  <a:pt x="135" y="97"/>
                  <a:pt x="155" y="81"/>
                  <a:pt x="177" y="67"/>
                </a:cubicBezTo>
                <a:cubicBezTo>
                  <a:pt x="198" y="52"/>
                  <a:pt x="221" y="40"/>
                  <a:pt x="245" y="30"/>
                </a:cubicBezTo>
                <a:cubicBezTo>
                  <a:pt x="269" y="20"/>
                  <a:pt x="294" y="12"/>
                  <a:pt x="320" y="7"/>
                </a:cubicBezTo>
                <a:cubicBezTo>
                  <a:pt x="345" y="2"/>
                  <a:pt x="371" y="0"/>
                  <a:pt x="397" y="0"/>
                </a:cubicBezTo>
                <a:lnTo>
                  <a:pt x="41991" y="0"/>
                </a:lnTo>
                <a:cubicBezTo>
                  <a:pt x="42017" y="0"/>
                  <a:pt x="42043" y="2"/>
                  <a:pt x="42068" y="7"/>
                </a:cubicBezTo>
                <a:cubicBezTo>
                  <a:pt x="42094" y="12"/>
                  <a:pt x="42119" y="20"/>
                  <a:pt x="42143" y="30"/>
                </a:cubicBezTo>
                <a:cubicBezTo>
                  <a:pt x="42167" y="40"/>
                  <a:pt x="42190" y="52"/>
                  <a:pt x="42211" y="67"/>
                </a:cubicBezTo>
                <a:cubicBezTo>
                  <a:pt x="42233" y="81"/>
                  <a:pt x="42253" y="97"/>
                  <a:pt x="42271" y="116"/>
                </a:cubicBezTo>
                <a:cubicBezTo>
                  <a:pt x="42290" y="134"/>
                  <a:pt x="42306" y="154"/>
                  <a:pt x="42321" y="176"/>
                </a:cubicBezTo>
                <a:cubicBezTo>
                  <a:pt x="42335" y="198"/>
                  <a:pt x="42347" y="221"/>
                  <a:pt x="42357" y="245"/>
                </a:cubicBezTo>
                <a:cubicBezTo>
                  <a:pt x="42367" y="269"/>
                  <a:pt x="42375" y="294"/>
                  <a:pt x="42380" y="319"/>
                </a:cubicBezTo>
                <a:cubicBezTo>
                  <a:pt x="42385" y="345"/>
                  <a:pt x="42388" y="370"/>
                  <a:pt x="42388" y="396"/>
                </a:cubicBezTo>
                <a:lnTo>
                  <a:pt x="42388" y="21352"/>
                </a:lnTo>
                <a:cubicBezTo>
                  <a:pt x="42388" y="21379"/>
                  <a:pt x="42385" y="21404"/>
                  <a:pt x="42380" y="21430"/>
                </a:cubicBezTo>
                <a:cubicBezTo>
                  <a:pt x="42375" y="21455"/>
                  <a:pt x="42367" y="21480"/>
                  <a:pt x="42357" y="21504"/>
                </a:cubicBezTo>
                <a:cubicBezTo>
                  <a:pt x="42347" y="21528"/>
                  <a:pt x="42335" y="21551"/>
                  <a:pt x="42321" y="21573"/>
                </a:cubicBezTo>
                <a:cubicBezTo>
                  <a:pt x="42306" y="21595"/>
                  <a:pt x="42290" y="21615"/>
                  <a:pt x="42271" y="21633"/>
                </a:cubicBezTo>
                <a:cubicBezTo>
                  <a:pt x="42253" y="21652"/>
                  <a:pt x="42233" y="21668"/>
                  <a:pt x="42211" y="21682"/>
                </a:cubicBezTo>
                <a:cubicBezTo>
                  <a:pt x="42190" y="21697"/>
                  <a:pt x="42167" y="21709"/>
                  <a:pt x="42143" y="21719"/>
                </a:cubicBezTo>
                <a:cubicBezTo>
                  <a:pt x="42119" y="21729"/>
                  <a:pt x="42094" y="21737"/>
                  <a:pt x="42068" y="21742"/>
                </a:cubicBezTo>
                <a:cubicBezTo>
                  <a:pt x="42043" y="21747"/>
                  <a:pt x="42017" y="21749"/>
                  <a:pt x="41991" y="21749"/>
                </a:cubicBezTo>
                <a:lnTo>
                  <a:pt x="397" y="21749"/>
                </a:lnTo>
                <a:cubicBezTo>
                  <a:pt x="371" y="21749"/>
                  <a:pt x="345" y="21747"/>
                  <a:pt x="320" y="21742"/>
                </a:cubicBezTo>
                <a:cubicBezTo>
                  <a:pt x="294" y="21737"/>
                  <a:pt x="269" y="21729"/>
                  <a:pt x="245" y="21719"/>
                </a:cubicBezTo>
                <a:cubicBezTo>
                  <a:pt x="221" y="21709"/>
                  <a:pt x="198" y="21697"/>
                  <a:pt x="177" y="21682"/>
                </a:cubicBezTo>
                <a:cubicBezTo>
                  <a:pt x="155" y="21668"/>
                  <a:pt x="135" y="21652"/>
                  <a:pt x="117" y="21633"/>
                </a:cubicBezTo>
                <a:cubicBezTo>
                  <a:pt x="98" y="21615"/>
                  <a:pt x="82" y="21595"/>
                  <a:pt x="67" y="21573"/>
                </a:cubicBezTo>
                <a:cubicBezTo>
                  <a:pt x="53" y="21551"/>
                  <a:pt x="41" y="21528"/>
                  <a:pt x="31" y="21504"/>
                </a:cubicBezTo>
                <a:cubicBezTo>
                  <a:pt x="21" y="21480"/>
                  <a:pt x="13" y="21455"/>
                  <a:pt x="8" y="21430"/>
                </a:cubicBezTo>
                <a:cubicBezTo>
                  <a:pt x="3" y="21404"/>
                  <a:pt x="0" y="21379"/>
                  <a:pt x="0" y="21352"/>
                </a:cubicBez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2" name=""/>
          <p:cNvSpPr/>
          <p:nvPr/>
        </p:nvSpPr>
        <p:spPr>
          <a:xfrm>
            <a:off x="423360" y="709920"/>
            <a:ext cx="17441280" cy="9577080"/>
          </a:xfrm>
          <a:custGeom>
            <a:avLst/>
            <a:gdLst/>
            <a:ahLst/>
            <a:rect l="0" t="0" r="r" b="b"/>
            <a:pathLst>
              <a:path w="48448" h="26603">
                <a:moveTo>
                  <a:pt x="0" y="26603"/>
                </a:moveTo>
                <a:lnTo>
                  <a:pt x="0" y="0"/>
                </a:lnTo>
                <a:lnTo>
                  <a:pt x="48448" y="0"/>
                </a:lnTo>
                <a:lnTo>
                  <a:pt x="48448" y="26603"/>
                </a:lnTo>
                <a:lnTo>
                  <a:pt x="0" y="26603"/>
                </a:lnTo>
                <a:moveTo>
                  <a:pt x="3083" y="1837"/>
                </a:moveTo>
                <a:lnTo>
                  <a:pt x="3083" y="22793"/>
                </a:lnTo>
                <a:cubicBezTo>
                  <a:pt x="3083" y="22839"/>
                  <a:pt x="3092" y="22883"/>
                  <a:pt x="3109" y="22925"/>
                </a:cubicBezTo>
                <a:cubicBezTo>
                  <a:pt x="3127" y="22967"/>
                  <a:pt x="3152" y="23004"/>
                  <a:pt x="3184" y="23037"/>
                </a:cubicBezTo>
                <a:cubicBezTo>
                  <a:pt x="3216" y="23069"/>
                  <a:pt x="3253" y="23094"/>
                  <a:pt x="3296" y="23111"/>
                </a:cubicBezTo>
                <a:cubicBezTo>
                  <a:pt x="3338" y="23129"/>
                  <a:pt x="3382" y="23137"/>
                  <a:pt x="3427" y="23137"/>
                </a:cubicBezTo>
                <a:lnTo>
                  <a:pt x="45021" y="23137"/>
                </a:lnTo>
                <a:cubicBezTo>
                  <a:pt x="45066" y="23137"/>
                  <a:pt x="45110" y="23129"/>
                  <a:pt x="45152" y="23111"/>
                </a:cubicBezTo>
                <a:cubicBezTo>
                  <a:pt x="45195" y="23094"/>
                  <a:pt x="45232" y="23069"/>
                  <a:pt x="45264" y="23037"/>
                </a:cubicBezTo>
                <a:cubicBezTo>
                  <a:pt x="45296" y="23004"/>
                  <a:pt x="45321" y="22967"/>
                  <a:pt x="45339" y="22925"/>
                </a:cubicBezTo>
                <a:cubicBezTo>
                  <a:pt x="45356" y="22883"/>
                  <a:pt x="45365" y="22839"/>
                  <a:pt x="45365" y="22793"/>
                </a:cubicBezTo>
                <a:lnTo>
                  <a:pt x="45365" y="1837"/>
                </a:lnTo>
                <a:cubicBezTo>
                  <a:pt x="45365" y="1792"/>
                  <a:pt x="45356" y="1748"/>
                  <a:pt x="45339" y="1706"/>
                </a:cubicBezTo>
                <a:cubicBezTo>
                  <a:pt x="45321" y="1664"/>
                  <a:pt x="45296" y="1627"/>
                  <a:pt x="45264" y="1594"/>
                </a:cubicBezTo>
                <a:cubicBezTo>
                  <a:pt x="45232" y="1562"/>
                  <a:pt x="45195" y="1537"/>
                  <a:pt x="45152" y="1520"/>
                </a:cubicBezTo>
                <a:cubicBezTo>
                  <a:pt x="45110" y="1502"/>
                  <a:pt x="45066" y="1494"/>
                  <a:pt x="45021" y="1494"/>
                </a:cubicBezTo>
                <a:lnTo>
                  <a:pt x="3427" y="1494"/>
                </a:lnTo>
                <a:cubicBezTo>
                  <a:pt x="3382" y="1494"/>
                  <a:pt x="3338" y="1502"/>
                  <a:pt x="3296" y="1520"/>
                </a:cubicBezTo>
                <a:cubicBezTo>
                  <a:pt x="3253" y="1537"/>
                  <a:pt x="3216" y="1562"/>
                  <a:pt x="3184" y="1594"/>
                </a:cubicBezTo>
                <a:cubicBezTo>
                  <a:pt x="3152" y="1627"/>
                  <a:pt x="3127" y="1664"/>
                  <a:pt x="3109" y="1706"/>
                </a:cubicBezTo>
                <a:cubicBezTo>
                  <a:pt x="3092" y="1748"/>
                  <a:pt x="3083" y="1792"/>
                  <a:pt x="3083" y="1837"/>
                </a:cubicBezTo>
                <a:close/>
              </a:path>
            </a:pathLst>
          </a:custGeom>
          <a:solidFill>
            <a:srgbClr val="000000">
              <a:alpha val="6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3" name=""/>
          <p:cNvSpPr/>
          <p:nvPr/>
        </p:nvSpPr>
        <p:spPr>
          <a:xfrm>
            <a:off x="1523880" y="1238040"/>
            <a:ext cx="15240240" cy="7810920"/>
          </a:xfrm>
          <a:custGeom>
            <a:avLst/>
            <a:gdLst/>
            <a:ahLst/>
            <a:rect l="0" t="0" r="r" b="b"/>
            <a:pathLst>
              <a:path w="42334" h="21697">
                <a:moveTo>
                  <a:pt x="0" y="21326"/>
                </a:moveTo>
                <a:lnTo>
                  <a:pt x="0" y="370"/>
                </a:lnTo>
                <a:cubicBezTo>
                  <a:pt x="0" y="346"/>
                  <a:pt x="2" y="322"/>
                  <a:pt x="7" y="298"/>
                </a:cubicBezTo>
                <a:cubicBezTo>
                  <a:pt x="12" y="274"/>
                  <a:pt x="19" y="251"/>
                  <a:pt x="28" y="229"/>
                </a:cubicBezTo>
                <a:cubicBezTo>
                  <a:pt x="37" y="206"/>
                  <a:pt x="49" y="185"/>
                  <a:pt x="62" y="165"/>
                </a:cubicBezTo>
                <a:cubicBezTo>
                  <a:pt x="76" y="144"/>
                  <a:pt x="91" y="126"/>
                  <a:pt x="108" y="109"/>
                </a:cubicBezTo>
                <a:cubicBezTo>
                  <a:pt x="126" y="91"/>
                  <a:pt x="144" y="76"/>
                  <a:pt x="164" y="63"/>
                </a:cubicBezTo>
                <a:cubicBezTo>
                  <a:pt x="185" y="49"/>
                  <a:pt x="206" y="38"/>
                  <a:pt x="228" y="28"/>
                </a:cubicBezTo>
                <a:cubicBezTo>
                  <a:pt x="251" y="19"/>
                  <a:pt x="274" y="12"/>
                  <a:pt x="298" y="7"/>
                </a:cubicBezTo>
                <a:cubicBezTo>
                  <a:pt x="322" y="2"/>
                  <a:pt x="346" y="0"/>
                  <a:pt x="370" y="0"/>
                </a:cubicBezTo>
                <a:lnTo>
                  <a:pt x="41964" y="0"/>
                </a:lnTo>
                <a:cubicBezTo>
                  <a:pt x="41988" y="0"/>
                  <a:pt x="42012" y="2"/>
                  <a:pt x="42036" y="7"/>
                </a:cubicBezTo>
                <a:cubicBezTo>
                  <a:pt x="42060" y="12"/>
                  <a:pt x="42083" y="19"/>
                  <a:pt x="42105" y="28"/>
                </a:cubicBezTo>
                <a:cubicBezTo>
                  <a:pt x="42128" y="38"/>
                  <a:pt x="42149" y="49"/>
                  <a:pt x="42170" y="63"/>
                </a:cubicBezTo>
                <a:cubicBezTo>
                  <a:pt x="42190" y="76"/>
                  <a:pt x="42208" y="91"/>
                  <a:pt x="42226" y="109"/>
                </a:cubicBezTo>
                <a:cubicBezTo>
                  <a:pt x="42243" y="126"/>
                  <a:pt x="42258" y="144"/>
                  <a:pt x="42272" y="165"/>
                </a:cubicBezTo>
                <a:cubicBezTo>
                  <a:pt x="42285" y="185"/>
                  <a:pt x="42297" y="206"/>
                  <a:pt x="42306" y="229"/>
                </a:cubicBezTo>
                <a:cubicBezTo>
                  <a:pt x="42315" y="251"/>
                  <a:pt x="42322" y="274"/>
                  <a:pt x="42327" y="298"/>
                </a:cubicBezTo>
                <a:cubicBezTo>
                  <a:pt x="42332" y="322"/>
                  <a:pt x="42334" y="346"/>
                  <a:pt x="42334" y="370"/>
                </a:cubicBezTo>
                <a:lnTo>
                  <a:pt x="42334" y="21326"/>
                </a:lnTo>
                <a:cubicBezTo>
                  <a:pt x="42334" y="21351"/>
                  <a:pt x="42332" y="21375"/>
                  <a:pt x="42327" y="21399"/>
                </a:cubicBezTo>
                <a:cubicBezTo>
                  <a:pt x="42322" y="21423"/>
                  <a:pt x="42315" y="21446"/>
                  <a:pt x="42306" y="21468"/>
                </a:cubicBezTo>
                <a:cubicBezTo>
                  <a:pt x="42297" y="21491"/>
                  <a:pt x="42285" y="21512"/>
                  <a:pt x="42272" y="21532"/>
                </a:cubicBezTo>
                <a:cubicBezTo>
                  <a:pt x="42258" y="21553"/>
                  <a:pt x="42243" y="21571"/>
                  <a:pt x="42226" y="21588"/>
                </a:cubicBezTo>
                <a:cubicBezTo>
                  <a:pt x="42208" y="21606"/>
                  <a:pt x="42190" y="21621"/>
                  <a:pt x="42170" y="21634"/>
                </a:cubicBezTo>
                <a:cubicBezTo>
                  <a:pt x="42149" y="21648"/>
                  <a:pt x="42128" y="21659"/>
                  <a:pt x="42105" y="21669"/>
                </a:cubicBezTo>
                <a:cubicBezTo>
                  <a:pt x="42083" y="21678"/>
                  <a:pt x="42060" y="21685"/>
                  <a:pt x="42036" y="21690"/>
                </a:cubicBezTo>
                <a:cubicBezTo>
                  <a:pt x="42012" y="21695"/>
                  <a:pt x="41988" y="21697"/>
                  <a:pt x="41964" y="21697"/>
                </a:cubicBezTo>
                <a:lnTo>
                  <a:pt x="370" y="21697"/>
                </a:lnTo>
                <a:cubicBezTo>
                  <a:pt x="346" y="21697"/>
                  <a:pt x="322" y="21695"/>
                  <a:pt x="298" y="21690"/>
                </a:cubicBezTo>
                <a:cubicBezTo>
                  <a:pt x="274" y="21685"/>
                  <a:pt x="251" y="21678"/>
                  <a:pt x="228" y="21669"/>
                </a:cubicBezTo>
                <a:cubicBezTo>
                  <a:pt x="206" y="21659"/>
                  <a:pt x="185" y="21648"/>
                  <a:pt x="164" y="21634"/>
                </a:cubicBezTo>
                <a:cubicBezTo>
                  <a:pt x="144" y="21621"/>
                  <a:pt x="126" y="21606"/>
                  <a:pt x="108" y="21588"/>
                </a:cubicBezTo>
                <a:cubicBezTo>
                  <a:pt x="91" y="21571"/>
                  <a:pt x="76" y="21553"/>
                  <a:pt x="62" y="21532"/>
                </a:cubicBezTo>
                <a:cubicBezTo>
                  <a:pt x="49" y="21512"/>
                  <a:pt x="37" y="21491"/>
                  <a:pt x="28" y="21468"/>
                </a:cubicBezTo>
                <a:cubicBezTo>
                  <a:pt x="19" y="21446"/>
                  <a:pt x="12" y="21423"/>
                  <a:pt x="7" y="21399"/>
                </a:cubicBezTo>
                <a:cubicBezTo>
                  <a:pt x="2" y="21375"/>
                  <a:pt x="0" y="21351"/>
                  <a:pt x="0" y="21326"/>
                </a:cubicBezTo>
                <a:close/>
              </a:path>
            </a:pathLst>
          </a:custGeom>
          <a:solidFill>
            <a:srgbClr val="15151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4" name=""/>
          <p:cNvSpPr/>
          <p:nvPr/>
        </p:nvSpPr>
        <p:spPr>
          <a:xfrm>
            <a:off x="1523880" y="1238040"/>
            <a:ext cx="15240240" cy="467280"/>
          </a:xfrm>
          <a:custGeom>
            <a:avLst/>
            <a:gdLst/>
            <a:ahLst/>
            <a:rect l="0" t="0" r="r" b="b"/>
            <a:pathLst>
              <a:path w="42334" h="1298">
                <a:moveTo>
                  <a:pt x="28" y="229"/>
                </a:moveTo>
                <a:cubicBezTo>
                  <a:pt x="47" y="183"/>
                  <a:pt x="74" y="143"/>
                  <a:pt x="108" y="109"/>
                </a:cubicBezTo>
                <a:cubicBezTo>
                  <a:pt x="143" y="74"/>
                  <a:pt x="183" y="47"/>
                  <a:pt x="228" y="28"/>
                </a:cubicBezTo>
                <a:cubicBezTo>
                  <a:pt x="274" y="9"/>
                  <a:pt x="321" y="0"/>
                  <a:pt x="370" y="0"/>
                </a:cubicBezTo>
                <a:lnTo>
                  <a:pt x="41964" y="0"/>
                </a:lnTo>
                <a:cubicBezTo>
                  <a:pt x="42013" y="0"/>
                  <a:pt x="42060" y="9"/>
                  <a:pt x="42105" y="28"/>
                </a:cubicBezTo>
                <a:cubicBezTo>
                  <a:pt x="42151" y="47"/>
                  <a:pt x="42191" y="74"/>
                  <a:pt x="42226" y="109"/>
                </a:cubicBezTo>
                <a:cubicBezTo>
                  <a:pt x="42260" y="143"/>
                  <a:pt x="42287" y="183"/>
                  <a:pt x="42306" y="229"/>
                </a:cubicBezTo>
                <a:cubicBezTo>
                  <a:pt x="42325" y="274"/>
                  <a:pt x="42334" y="321"/>
                  <a:pt x="42334" y="370"/>
                </a:cubicBezTo>
                <a:lnTo>
                  <a:pt x="42334" y="1298"/>
                </a:lnTo>
                <a:lnTo>
                  <a:pt x="0" y="1298"/>
                </a:lnTo>
                <a:lnTo>
                  <a:pt x="0" y="370"/>
                </a:lnTo>
                <a:cubicBezTo>
                  <a:pt x="0" y="321"/>
                  <a:pt x="9" y="274"/>
                  <a:pt x="28" y="229"/>
                </a:cubicBezTo>
                <a:close/>
              </a:path>
            </a:pathLst>
          </a:custGeom>
          <a:solidFill>
            <a:srgbClr val="1E1E2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5" name=""/>
          <p:cNvSpPr/>
          <p:nvPr/>
        </p:nvSpPr>
        <p:spPr>
          <a:xfrm>
            <a:off x="1523880" y="1695240"/>
            <a:ext cx="15240240" cy="10080"/>
          </a:xfrm>
          <a:custGeom>
            <a:avLst/>
            <a:gdLst/>
            <a:ahLst/>
            <a:rect l="0" t="0" r="r" b="b"/>
            <a:pathLst>
              <a:path w="42334" h="28">
                <a:moveTo>
                  <a:pt x="42334" y="28"/>
                </a:moveTo>
                <a:lnTo>
                  <a:pt x="0" y="28"/>
                </a:lnTo>
                <a:lnTo>
                  <a:pt x="0" y="0"/>
                </a:lnTo>
                <a:lnTo>
                  <a:pt x="42334" y="0"/>
                </a:lnTo>
                <a:lnTo>
                  <a:pt x="42334" y="28"/>
                </a:lnTo>
                <a:close/>
              </a:path>
            </a:pathLst>
          </a:custGeom>
          <a:solidFill>
            <a:srgbClr val="2A2A2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6" name=""/>
          <p:cNvSpPr/>
          <p:nvPr/>
        </p:nvSpPr>
        <p:spPr>
          <a:xfrm>
            <a:off x="1714320" y="140004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5"/>
                </a:moveTo>
                <a:cubicBezTo>
                  <a:pt x="371" y="197"/>
                  <a:pt x="370" y="209"/>
                  <a:pt x="368" y="221"/>
                </a:cubicBezTo>
                <a:cubicBezTo>
                  <a:pt x="365" y="233"/>
                  <a:pt x="362" y="245"/>
                  <a:pt x="357" y="256"/>
                </a:cubicBezTo>
                <a:cubicBezTo>
                  <a:pt x="353" y="267"/>
                  <a:pt x="347" y="278"/>
                  <a:pt x="340" y="288"/>
                </a:cubicBezTo>
                <a:cubicBezTo>
                  <a:pt x="333" y="298"/>
                  <a:pt x="326" y="307"/>
                  <a:pt x="317" y="316"/>
                </a:cubicBezTo>
                <a:cubicBezTo>
                  <a:pt x="309" y="325"/>
                  <a:pt x="299" y="332"/>
                  <a:pt x="289" y="339"/>
                </a:cubicBezTo>
                <a:cubicBezTo>
                  <a:pt x="279" y="346"/>
                  <a:pt x="268" y="352"/>
                  <a:pt x="257" y="356"/>
                </a:cubicBezTo>
                <a:cubicBezTo>
                  <a:pt x="246" y="361"/>
                  <a:pt x="234" y="364"/>
                  <a:pt x="221" y="368"/>
                </a:cubicBezTo>
                <a:cubicBezTo>
                  <a:pt x="209" y="370"/>
                  <a:pt x="197" y="371"/>
                  <a:pt x="185" y="371"/>
                </a:cubicBezTo>
                <a:cubicBezTo>
                  <a:pt x="173" y="371"/>
                  <a:pt x="161" y="370"/>
                  <a:pt x="149" y="368"/>
                </a:cubicBezTo>
                <a:cubicBezTo>
                  <a:pt x="137" y="364"/>
                  <a:pt x="126" y="361"/>
                  <a:pt x="114" y="356"/>
                </a:cubicBezTo>
                <a:cubicBezTo>
                  <a:pt x="103" y="352"/>
                  <a:pt x="92" y="346"/>
                  <a:pt x="82" y="339"/>
                </a:cubicBezTo>
                <a:cubicBezTo>
                  <a:pt x="72" y="332"/>
                  <a:pt x="63" y="325"/>
                  <a:pt x="54" y="316"/>
                </a:cubicBezTo>
                <a:cubicBezTo>
                  <a:pt x="46" y="307"/>
                  <a:pt x="38" y="298"/>
                  <a:pt x="31" y="288"/>
                </a:cubicBezTo>
                <a:cubicBezTo>
                  <a:pt x="24" y="278"/>
                  <a:pt x="19" y="267"/>
                  <a:pt x="14" y="256"/>
                </a:cubicBezTo>
                <a:cubicBezTo>
                  <a:pt x="9" y="245"/>
                  <a:pt x="6" y="233"/>
                  <a:pt x="4" y="221"/>
                </a:cubicBezTo>
                <a:cubicBezTo>
                  <a:pt x="1" y="209"/>
                  <a:pt x="0" y="197"/>
                  <a:pt x="0" y="185"/>
                </a:cubicBez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cubicBezTo>
                  <a:pt x="197" y="0"/>
                  <a:pt x="209" y="1"/>
                  <a:pt x="221" y="3"/>
                </a:cubicBezTo>
                <a:cubicBezTo>
                  <a:pt x="234" y="6"/>
                  <a:pt x="246" y="9"/>
                  <a:pt x="257" y="14"/>
                </a:cubicBezTo>
                <a:cubicBezTo>
                  <a:pt x="268" y="19"/>
                  <a:pt x="279" y="24"/>
                  <a:pt x="289" y="31"/>
                </a:cubicBezTo>
                <a:cubicBezTo>
                  <a:pt x="299" y="38"/>
                  <a:pt x="309" y="46"/>
                  <a:pt x="317" y="54"/>
                </a:cubicBezTo>
                <a:cubicBezTo>
                  <a:pt x="326" y="63"/>
                  <a:pt x="333" y="72"/>
                  <a:pt x="340" y="82"/>
                </a:cubicBezTo>
                <a:cubicBezTo>
                  <a:pt x="347" y="92"/>
                  <a:pt x="353" y="103"/>
                  <a:pt x="357" y="114"/>
                </a:cubicBezTo>
                <a:cubicBezTo>
                  <a:pt x="362" y="125"/>
                  <a:pt x="365" y="137"/>
                  <a:pt x="368" y="149"/>
                </a:cubicBezTo>
                <a:cubicBezTo>
                  <a:pt x="370" y="161"/>
                  <a:pt x="371" y="173"/>
                  <a:pt x="371" y="185"/>
                </a:cubicBezTo>
                <a:close/>
              </a:path>
            </a:pathLst>
          </a:custGeom>
          <a:solidFill>
            <a:srgbClr val="FF5F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7" name=""/>
          <p:cNvSpPr/>
          <p:nvPr/>
        </p:nvSpPr>
        <p:spPr>
          <a:xfrm>
            <a:off x="1942920" y="140004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5"/>
                </a:moveTo>
                <a:cubicBezTo>
                  <a:pt x="371" y="197"/>
                  <a:pt x="370" y="209"/>
                  <a:pt x="368" y="221"/>
                </a:cubicBezTo>
                <a:cubicBezTo>
                  <a:pt x="365" y="233"/>
                  <a:pt x="362" y="245"/>
                  <a:pt x="357" y="256"/>
                </a:cubicBezTo>
                <a:cubicBezTo>
                  <a:pt x="353" y="267"/>
                  <a:pt x="347" y="278"/>
                  <a:pt x="340" y="288"/>
                </a:cubicBezTo>
                <a:cubicBezTo>
                  <a:pt x="332" y="298"/>
                  <a:pt x="325" y="307"/>
                  <a:pt x="316" y="316"/>
                </a:cubicBezTo>
                <a:cubicBezTo>
                  <a:pt x="308" y="325"/>
                  <a:pt x="298" y="332"/>
                  <a:pt x="288" y="339"/>
                </a:cubicBezTo>
                <a:cubicBezTo>
                  <a:pt x="278" y="346"/>
                  <a:pt x="267" y="352"/>
                  <a:pt x="256" y="356"/>
                </a:cubicBezTo>
                <a:cubicBezTo>
                  <a:pt x="245" y="361"/>
                  <a:pt x="233" y="364"/>
                  <a:pt x="221" y="368"/>
                </a:cubicBezTo>
                <a:cubicBezTo>
                  <a:pt x="209" y="370"/>
                  <a:pt x="197" y="371"/>
                  <a:pt x="185" y="371"/>
                </a:cubicBezTo>
                <a:cubicBezTo>
                  <a:pt x="173" y="371"/>
                  <a:pt x="161" y="370"/>
                  <a:pt x="149" y="368"/>
                </a:cubicBezTo>
                <a:cubicBezTo>
                  <a:pt x="137" y="364"/>
                  <a:pt x="126" y="361"/>
                  <a:pt x="114" y="356"/>
                </a:cubicBezTo>
                <a:cubicBezTo>
                  <a:pt x="103" y="352"/>
                  <a:pt x="92" y="346"/>
                  <a:pt x="82" y="339"/>
                </a:cubicBezTo>
                <a:cubicBezTo>
                  <a:pt x="72" y="332"/>
                  <a:pt x="63" y="325"/>
                  <a:pt x="54" y="316"/>
                </a:cubicBezTo>
                <a:cubicBezTo>
                  <a:pt x="46" y="307"/>
                  <a:pt x="38" y="298"/>
                  <a:pt x="31" y="288"/>
                </a:cubicBezTo>
                <a:cubicBezTo>
                  <a:pt x="24" y="278"/>
                  <a:pt x="19" y="267"/>
                  <a:pt x="14" y="256"/>
                </a:cubicBezTo>
                <a:cubicBezTo>
                  <a:pt x="9" y="245"/>
                  <a:pt x="6" y="233"/>
                  <a:pt x="4" y="221"/>
                </a:cubicBezTo>
                <a:cubicBezTo>
                  <a:pt x="1" y="209"/>
                  <a:pt x="0" y="197"/>
                  <a:pt x="0" y="185"/>
                </a:cubicBez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cubicBezTo>
                  <a:pt x="197" y="0"/>
                  <a:pt x="209" y="1"/>
                  <a:pt x="221" y="3"/>
                </a:cubicBezTo>
                <a:cubicBezTo>
                  <a:pt x="233" y="6"/>
                  <a:pt x="245" y="9"/>
                  <a:pt x="256" y="14"/>
                </a:cubicBezTo>
                <a:cubicBezTo>
                  <a:pt x="267" y="19"/>
                  <a:pt x="278" y="24"/>
                  <a:pt x="288" y="31"/>
                </a:cubicBezTo>
                <a:cubicBezTo>
                  <a:pt x="298" y="38"/>
                  <a:pt x="308" y="46"/>
                  <a:pt x="316" y="54"/>
                </a:cubicBezTo>
                <a:cubicBezTo>
                  <a:pt x="325" y="63"/>
                  <a:pt x="332" y="72"/>
                  <a:pt x="340" y="82"/>
                </a:cubicBezTo>
                <a:cubicBezTo>
                  <a:pt x="347" y="92"/>
                  <a:pt x="353" y="103"/>
                  <a:pt x="357" y="114"/>
                </a:cubicBezTo>
                <a:cubicBezTo>
                  <a:pt x="362" y="125"/>
                  <a:pt x="365" y="137"/>
                  <a:pt x="368" y="149"/>
                </a:cubicBezTo>
                <a:cubicBezTo>
                  <a:pt x="370" y="161"/>
                  <a:pt x="371" y="173"/>
                  <a:pt x="371" y="185"/>
                </a:cubicBezTo>
                <a:close/>
              </a:path>
            </a:pathLst>
          </a:custGeom>
          <a:solidFill>
            <a:srgbClr val="FEB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8" name=""/>
          <p:cNvSpPr/>
          <p:nvPr/>
        </p:nvSpPr>
        <p:spPr>
          <a:xfrm>
            <a:off x="2171520" y="140004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5"/>
                </a:moveTo>
                <a:cubicBezTo>
                  <a:pt x="371" y="197"/>
                  <a:pt x="370" y="209"/>
                  <a:pt x="368" y="221"/>
                </a:cubicBezTo>
                <a:cubicBezTo>
                  <a:pt x="365" y="233"/>
                  <a:pt x="362" y="245"/>
                  <a:pt x="357" y="256"/>
                </a:cubicBezTo>
                <a:cubicBezTo>
                  <a:pt x="353" y="267"/>
                  <a:pt x="347" y="278"/>
                  <a:pt x="340" y="288"/>
                </a:cubicBezTo>
                <a:cubicBezTo>
                  <a:pt x="333" y="298"/>
                  <a:pt x="326" y="307"/>
                  <a:pt x="317" y="316"/>
                </a:cubicBezTo>
                <a:cubicBezTo>
                  <a:pt x="309" y="325"/>
                  <a:pt x="299" y="332"/>
                  <a:pt x="289" y="339"/>
                </a:cubicBezTo>
                <a:cubicBezTo>
                  <a:pt x="279" y="346"/>
                  <a:pt x="268" y="352"/>
                  <a:pt x="257" y="356"/>
                </a:cubicBezTo>
                <a:cubicBezTo>
                  <a:pt x="246" y="361"/>
                  <a:pt x="234" y="364"/>
                  <a:pt x="222" y="368"/>
                </a:cubicBezTo>
                <a:cubicBezTo>
                  <a:pt x="210" y="370"/>
                  <a:pt x="198" y="371"/>
                  <a:pt x="186" y="371"/>
                </a:cubicBezTo>
                <a:cubicBezTo>
                  <a:pt x="174" y="371"/>
                  <a:pt x="162" y="370"/>
                  <a:pt x="150" y="368"/>
                </a:cubicBezTo>
                <a:cubicBezTo>
                  <a:pt x="138" y="364"/>
                  <a:pt x="127" y="361"/>
                  <a:pt x="115" y="356"/>
                </a:cubicBezTo>
                <a:cubicBezTo>
                  <a:pt x="104" y="352"/>
                  <a:pt x="93" y="346"/>
                  <a:pt x="83" y="339"/>
                </a:cubicBezTo>
                <a:cubicBezTo>
                  <a:pt x="72" y="332"/>
                  <a:pt x="63" y="325"/>
                  <a:pt x="54" y="316"/>
                </a:cubicBezTo>
                <a:cubicBezTo>
                  <a:pt x="46" y="307"/>
                  <a:pt x="38" y="298"/>
                  <a:pt x="31" y="288"/>
                </a:cubicBezTo>
                <a:cubicBezTo>
                  <a:pt x="24" y="278"/>
                  <a:pt x="19" y="267"/>
                  <a:pt x="14" y="256"/>
                </a:cubicBezTo>
                <a:cubicBezTo>
                  <a:pt x="9" y="245"/>
                  <a:pt x="6" y="233"/>
                  <a:pt x="4" y="221"/>
                </a:cubicBezTo>
                <a:cubicBezTo>
                  <a:pt x="1" y="209"/>
                  <a:pt x="0" y="197"/>
                  <a:pt x="0" y="185"/>
                </a:cubicBez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7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cubicBezTo>
                  <a:pt x="198" y="0"/>
                  <a:pt x="210" y="1"/>
                  <a:pt x="222" y="3"/>
                </a:cubicBezTo>
                <a:cubicBezTo>
                  <a:pt x="234" y="6"/>
                  <a:pt x="246" y="9"/>
                  <a:pt x="257" y="14"/>
                </a:cubicBezTo>
                <a:cubicBezTo>
                  <a:pt x="268" y="19"/>
                  <a:pt x="279" y="24"/>
                  <a:pt x="289" y="31"/>
                </a:cubicBezTo>
                <a:cubicBezTo>
                  <a:pt x="299" y="38"/>
                  <a:pt x="309" y="46"/>
                  <a:pt x="317" y="54"/>
                </a:cubicBezTo>
                <a:cubicBezTo>
                  <a:pt x="326" y="63"/>
                  <a:pt x="333" y="72"/>
                  <a:pt x="340" y="82"/>
                </a:cubicBezTo>
                <a:cubicBezTo>
                  <a:pt x="347" y="92"/>
                  <a:pt x="353" y="103"/>
                  <a:pt x="357" y="114"/>
                </a:cubicBezTo>
                <a:cubicBezTo>
                  <a:pt x="362" y="125"/>
                  <a:pt x="365" y="137"/>
                  <a:pt x="368" y="149"/>
                </a:cubicBezTo>
                <a:cubicBezTo>
                  <a:pt x="370" y="161"/>
                  <a:pt x="371" y="173"/>
                  <a:pt x="371" y="185"/>
                </a:cubicBezTo>
                <a:close/>
              </a:path>
            </a:pathLst>
          </a:custGeom>
          <a:solidFill>
            <a:srgbClr val="28C84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498520" y="1372320"/>
            <a:ext cx="146700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0" u="none" strike="noStrike">
                <a:solidFill>
                  <a:srgbClr val="8A8A8D"/>
                </a:solidFill>
                <a:effectLst/>
                <a:uFillTx/>
                <a:latin typeface="Menlo"/>
                <a:ea typeface="Menlo"/>
              </a:rPr>
              <a:t>~ / — claude-code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2057400" y="2227680"/>
            <a:ext cx="329112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6E6E73"/>
                </a:solidFill>
                <a:effectLst/>
                <a:uFillTx/>
                <a:latin typeface="Menlo"/>
                <a:ea typeface="Menlo"/>
              </a:rPr>
              <a:t>Welcome to Claude Code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2057400" y="2665800"/>
            <a:ext cx="58334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6E6E73"/>
                </a:solidFill>
                <a:effectLst/>
                <a:uFillTx/>
                <a:latin typeface="Menlo"/>
                <a:ea typeface="Menlo"/>
              </a:rPr>
              <a:t>Type a message, or type / for commands.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2057400" y="3094560"/>
            <a:ext cx="24732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E5E5E7"/>
                </a:solidFill>
                <a:effectLst/>
                <a:uFillTx/>
                <a:latin typeface="Menlo"/>
                <a:ea typeface="Menlo"/>
              </a:rPr>
              <a:t>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2057400" y="3532680"/>
            <a:ext cx="897408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6E6E73"/>
                </a:solidFill>
                <a:effectLst/>
                <a:uFillTx/>
                <a:latin typeface="Menlo"/>
                <a:ea typeface="Menlo"/>
              </a:rPr>
              <a:t>────────────────────────────────────────────────────────────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2057400" y="3961080"/>
            <a:ext cx="24732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E5E5E7"/>
                </a:solidFill>
                <a:effectLst/>
                <a:uFillTx/>
                <a:latin typeface="Menlo"/>
                <a:ea typeface="Menlo"/>
              </a:rPr>
              <a:t>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5" name=""/>
          <p:cNvSpPr/>
          <p:nvPr/>
        </p:nvSpPr>
        <p:spPr>
          <a:xfrm>
            <a:off x="2390760" y="4419360"/>
            <a:ext cx="133560" cy="267120"/>
          </a:xfrm>
          <a:custGeom>
            <a:avLst/>
            <a:gdLst/>
            <a:ahLst/>
            <a:rect l="0" t="0" r="r" b="b"/>
            <a:pathLst>
              <a:path w="371" h="742">
                <a:moveTo>
                  <a:pt x="0" y="0"/>
                </a:moveTo>
                <a:lnTo>
                  <a:pt x="371" y="0"/>
                </a:lnTo>
                <a:lnTo>
                  <a:pt x="371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D977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2057400" y="4399200"/>
            <a:ext cx="29952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D97757"/>
                </a:solidFill>
                <a:effectLst/>
                <a:uFillTx/>
                <a:latin typeface="Menlo"/>
                <a:ea typeface="Menlo"/>
              </a:rPr>
              <a:t>&gt;</a:t>
            </a:r>
            <a:r>
              <a:rPr lang="en-US" sz="1950" b="0" u="none" strike="noStrike">
                <a:solidFill>
                  <a:srgbClr val="E5E5E7"/>
                </a:solidFill>
                <a:effectLst/>
                <a:uFillTx/>
                <a:latin typeface="Menlo"/>
                <a:ea typeface="Menlo"/>
              </a:rPr>
              <a:t>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2057400" y="4827960"/>
            <a:ext cx="24732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E5E5E7"/>
                </a:solidFill>
                <a:effectLst/>
                <a:uFillTx/>
                <a:latin typeface="Menlo"/>
                <a:ea typeface="Menlo"/>
              </a:rPr>
              <a:t>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2057400" y="5266080"/>
            <a:ext cx="24732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6E6E73"/>
                </a:solidFill>
                <a:effectLst/>
                <a:uFillTx/>
                <a:latin typeface="Menlo"/>
                <a:ea typeface="Menlo"/>
              </a:rPr>
              <a:t>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2057400" y="5694840"/>
            <a:ext cx="9422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6E6E73"/>
                </a:solidFill>
                <a:effectLst/>
                <a:uFillTx/>
                <a:latin typeface="Menlo"/>
                <a:ea typeface="Menlo"/>
              </a:rPr>
              <a:t>? for shortcuts     ctrl+c to exit     shift+tab to switch mode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6986160" y="9634320"/>
            <a:ext cx="36957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B0B0B0"/>
                </a:solidFill>
                <a:effectLst/>
                <a:uFillTx/>
                <a:latin typeface="PretendardVariable"/>
                <a:ea typeface="PretendardVariable"/>
              </a:rPr>
              <a:t>— 처음 </a:t>
            </a:r>
            <a:r>
              <a:rPr lang="en-US" sz="1650" b="0" u="none" strike="noStrike">
                <a:solidFill>
                  <a:srgbClr val="B0B0B0"/>
                </a:solidFill>
                <a:effectLst/>
                <a:uFillTx/>
                <a:latin typeface="PretendardVariable"/>
                <a:ea typeface="PretendardVariable"/>
              </a:rPr>
              <a:t>Claude Code </a:t>
            </a:r>
            <a:r>
              <a:rPr lang="ko-KR" sz="1650" b="0" u="none" strike="noStrike">
                <a:solidFill>
                  <a:srgbClr val="B0B0B0"/>
                </a:solidFill>
                <a:effectLst/>
                <a:uFillTx/>
                <a:latin typeface="PretendardVariable"/>
                <a:ea typeface="PretendardVariable"/>
              </a:rPr>
              <a:t>실행했을 때 딱 이 화면이에요</a:t>
            </a:r>
            <a:r>
              <a:rPr lang="en-US" sz="1650" b="0" u="none" strike="noStrike">
                <a:solidFill>
                  <a:srgbClr val="B0B0B0"/>
                </a:solidFill>
                <a:effectLst/>
                <a:uFillTx/>
                <a:latin typeface="PretendardVariable"/>
                <a:ea typeface="PretendardVariable"/>
              </a:rPr>
              <a:t>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2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3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4" name=""/>
          <p:cNvSpPr/>
          <p:nvPr/>
        </p:nvSpPr>
        <p:spPr>
          <a:xfrm>
            <a:off x="8684280" y="2943000"/>
            <a:ext cx="919440" cy="47880"/>
          </a:xfrm>
          <a:custGeom>
            <a:avLst/>
            <a:gdLst/>
            <a:ahLst/>
            <a:rect l="0" t="0" r="r" b="b"/>
            <a:pathLst>
              <a:path w="2554" h="133">
                <a:moveTo>
                  <a:pt x="0" y="0"/>
                </a:moveTo>
                <a:lnTo>
                  <a:pt x="2554" y="0"/>
                </a:lnTo>
                <a:lnTo>
                  <a:pt x="2554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65" name=""/>
          <p:cNvSpPr/>
          <p:nvPr/>
        </p:nvSpPr>
        <p:spPr>
          <a:xfrm>
            <a:off x="8684280" y="2943000"/>
            <a:ext cx="919440" cy="47880"/>
          </a:xfrm>
          <a:custGeom>
            <a:avLst/>
            <a:gdLst/>
            <a:ahLst/>
            <a:rect l="0" t="0" r="r" b="b"/>
            <a:pathLst>
              <a:path w="2554" h="133">
                <a:moveTo>
                  <a:pt x="0" y="0"/>
                </a:moveTo>
                <a:lnTo>
                  <a:pt x="2554" y="0"/>
                </a:lnTo>
                <a:lnTo>
                  <a:pt x="2554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8684280" y="2563560"/>
            <a:ext cx="704880" cy="614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4200" b="0" u="none" strike="noStrike">
                <a:solidFill>
                  <a:srgbClr val="999999"/>
                </a:solidFill>
                <a:effectLst/>
                <a:uFillTx/>
                <a:latin typeface="PretendardVariable"/>
                <a:ea typeface="PretendardVariable"/>
              </a:rPr>
              <a:t>정석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7427520" y="3528720"/>
            <a:ext cx="3868560" cy="1577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08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치트키</a:t>
            </a:r>
            <a:endParaRPr lang="en-US" sz="10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6735240" y="6352560"/>
            <a:ext cx="154512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225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평생 </a:t>
            </a:r>
            <a:r>
              <a:rPr lang="en-US" sz="225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'</a:t>
            </a:r>
            <a:r>
              <a:rPr lang="ko-KR" sz="225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정석</a:t>
            </a:r>
            <a:r>
              <a:rPr lang="en-US" sz="225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' </a:t>
            </a:r>
            <a:r>
              <a:rPr lang="ko-KR" sz="225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말고 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8530560" y="6343200"/>
            <a:ext cx="96768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'</a:t>
            </a:r>
            <a:r>
              <a:rPr lang="ko-KR" sz="225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치트키</a:t>
            </a:r>
            <a:r>
              <a:rPr lang="en-US" sz="225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'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9377640" y="6352560"/>
            <a:ext cx="167904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225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만 찾던 사람이에요</a:t>
            </a:r>
            <a:r>
              <a:rPr lang="en-US" sz="225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.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6770520" y="7209720"/>
            <a:ext cx="416160" cy="329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225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근데 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331760" y="7200720"/>
            <a:ext cx="472788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AI </a:t>
            </a:r>
            <a:r>
              <a:rPr lang="ko-KR" sz="225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앞에선</a:t>
            </a:r>
            <a:r>
              <a:rPr lang="en-US" sz="225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, </a:t>
            </a:r>
            <a:r>
              <a:rPr lang="ko-KR" sz="225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그 전략이 안 먹히더라고요</a:t>
            </a:r>
            <a:r>
              <a:rPr lang="en-US" sz="225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.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4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5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7566480" y="6804720"/>
            <a:ext cx="1253880" cy="57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3900" b="0" u="none" strike="noStrike">
                <a:solidFill>
                  <a:srgbClr val="000000"/>
                </a:solidFill>
                <a:effectLst/>
                <a:uFillTx/>
                <a:latin typeface="PretendardVariable"/>
                <a:ea typeface="PretendardVariable"/>
              </a:rPr>
              <a:t>터미널은 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9354960" y="6788880"/>
            <a:ext cx="1536120" cy="57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39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딴 세상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8" name=""/>
          <p:cNvSpPr/>
          <p:nvPr/>
        </p:nvSpPr>
        <p:spPr>
          <a:xfrm>
            <a:off x="2476440" y="8810280"/>
            <a:ext cx="13335120" cy="10080"/>
          </a:xfrm>
          <a:custGeom>
            <a:avLst/>
            <a:gdLst/>
            <a:ahLst/>
            <a:rect l="0" t="0" r="r" b="b"/>
            <a:pathLst>
              <a:path w="37042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32" y="0"/>
                </a:moveTo>
                <a:lnTo>
                  <a:pt x="212" y="0"/>
                </a:lnTo>
                <a:lnTo>
                  <a:pt x="212" y="28"/>
                </a:lnTo>
                <a:lnTo>
                  <a:pt x="132" y="28"/>
                </a:lnTo>
                <a:lnTo>
                  <a:pt x="132" y="0"/>
                </a:lnTo>
                <a:moveTo>
                  <a:pt x="265" y="0"/>
                </a:moveTo>
                <a:lnTo>
                  <a:pt x="344" y="0"/>
                </a:lnTo>
                <a:lnTo>
                  <a:pt x="344" y="28"/>
                </a:lnTo>
                <a:lnTo>
                  <a:pt x="265" y="28"/>
                </a:lnTo>
                <a:lnTo>
                  <a:pt x="265" y="0"/>
                </a:lnTo>
                <a:moveTo>
                  <a:pt x="397" y="0"/>
                </a:moveTo>
                <a:lnTo>
                  <a:pt x="476" y="0"/>
                </a:lnTo>
                <a:lnTo>
                  <a:pt x="476" y="28"/>
                </a:lnTo>
                <a:lnTo>
                  <a:pt x="397" y="28"/>
                </a:lnTo>
                <a:lnTo>
                  <a:pt x="397" y="0"/>
                </a:lnTo>
                <a:moveTo>
                  <a:pt x="530" y="0"/>
                </a:moveTo>
                <a:lnTo>
                  <a:pt x="609" y="0"/>
                </a:lnTo>
                <a:lnTo>
                  <a:pt x="609" y="28"/>
                </a:lnTo>
                <a:lnTo>
                  <a:pt x="530" y="28"/>
                </a:lnTo>
                <a:lnTo>
                  <a:pt x="530" y="0"/>
                </a:lnTo>
                <a:moveTo>
                  <a:pt x="662" y="0"/>
                </a:moveTo>
                <a:lnTo>
                  <a:pt x="741" y="0"/>
                </a:lnTo>
                <a:lnTo>
                  <a:pt x="741" y="28"/>
                </a:lnTo>
                <a:lnTo>
                  <a:pt x="662" y="28"/>
                </a:lnTo>
                <a:lnTo>
                  <a:pt x="662" y="0"/>
                </a:lnTo>
                <a:moveTo>
                  <a:pt x="795" y="0"/>
                </a:moveTo>
                <a:lnTo>
                  <a:pt x="874" y="0"/>
                </a:lnTo>
                <a:lnTo>
                  <a:pt x="874" y="28"/>
                </a:lnTo>
                <a:lnTo>
                  <a:pt x="795" y="28"/>
                </a:lnTo>
                <a:lnTo>
                  <a:pt x="795" y="0"/>
                </a:lnTo>
                <a:moveTo>
                  <a:pt x="927" y="0"/>
                </a:moveTo>
                <a:lnTo>
                  <a:pt x="1006" y="0"/>
                </a:lnTo>
                <a:lnTo>
                  <a:pt x="1006" y="28"/>
                </a:lnTo>
                <a:lnTo>
                  <a:pt x="927" y="28"/>
                </a:lnTo>
                <a:lnTo>
                  <a:pt x="927" y="0"/>
                </a:lnTo>
                <a:moveTo>
                  <a:pt x="1060" y="0"/>
                </a:moveTo>
                <a:lnTo>
                  <a:pt x="1139" y="0"/>
                </a:lnTo>
                <a:lnTo>
                  <a:pt x="1139" y="28"/>
                </a:lnTo>
                <a:lnTo>
                  <a:pt x="1060" y="28"/>
                </a:lnTo>
                <a:lnTo>
                  <a:pt x="1060" y="0"/>
                </a:lnTo>
                <a:moveTo>
                  <a:pt x="1192" y="0"/>
                </a:moveTo>
                <a:lnTo>
                  <a:pt x="1271" y="0"/>
                </a:lnTo>
                <a:lnTo>
                  <a:pt x="1271" y="28"/>
                </a:lnTo>
                <a:lnTo>
                  <a:pt x="1192" y="28"/>
                </a:lnTo>
                <a:lnTo>
                  <a:pt x="1192" y="0"/>
                </a:lnTo>
                <a:moveTo>
                  <a:pt x="1324" y="0"/>
                </a:moveTo>
                <a:lnTo>
                  <a:pt x="1404" y="0"/>
                </a:lnTo>
                <a:lnTo>
                  <a:pt x="1404" y="28"/>
                </a:lnTo>
                <a:lnTo>
                  <a:pt x="1324" y="28"/>
                </a:lnTo>
                <a:lnTo>
                  <a:pt x="1324" y="0"/>
                </a:lnTo>
                <a:moveTo>
                  <a:pt x="1457" y="0"/>
                </a:moveTo>
                <a:lnTo>
                  <a:pt x="1536" y="0"/>
                </a:lnTo>
                <a:lnTo>
                  <a:pt x="1536" y="28"/>
                </a:lnTo>
                <a:lnTo>
                  <a:pt x="1457" y="28"/>
                </a:lnTo>
                <a:lnTo>
                  <a:pt x="1457" y="0"/>
                </a:lnTo>
                <a:moveTo>
                  <a:pt x="1589" y="0"/>
                </a:moveTo>
                <a:lnTo>
                  <a:pt x="1669" y="0"/>
                </a:lnTo>
                <a:lnTo>
                  <a:pt x="1669" y="28"/>
                </a:lnTo>
                <a:lnTo>
                  <a:pt x="1589" y="28"/>
                </a:lnTo>
                <a:lnTo>
                  <a:pt x="1589" y="0"/>
                </a:lnTo>
                <a:moveTo>
                  <a:pt x="1722" y="0"/>
                </a:moveTo>
                <a:lnTo>
                  <a:pt x="1801" y="0"/>
                </a:lnTo>
                <a:lnTo>
                  <a:pt x="1801" y="28"/>
                </a:lnTo>
                <a:lnTo>
                  <a:pt x="1722" y="28"/>
                </a:lnTo>
                <a:lnTo>
                  <a:pt x="1722" y="0"/>
                </a:lnTo>
                <a:moveTo>
                  <a:pt x="1854" y="0"/>
                </a:moveTo>
                <a:lnTo>
                  <a:pt x="1934" y="0"/>
                </a:lnTo>
                <a:lnTo>
                  <a:pt x="1934" y="28"/>
                </a:lnTo>
                <a:lnTo>
                  <a:pt x="1854" y="28"/>
                </a:lnTo>
                <a:lnTo>
                  <a:pt x="1854" y="0"/>
                </a:lnTo>
                <a:moveTo>
                  <a:pt x="1987" y="0"/>
                </a:moveTo>
                <a:lnTo>
                  <a:pt x="2066" y="0"/>
                </a:lnTo>
                <a:lnTo>
                  <a:pt x="2066" y="28"/>
                </a:lnTo>
                <a:lnTo>
                  <a:pt x="1987" y="28"/>
                </a:lnTo>
                <a:lnTo>
                  <a:pt x="1987" y="0"/>
                </a:lnTo>
                <a:moveTo>
                  <a:pt x="2119" y="0"/>
                </a:moveTo>
                <a:lnTo>
                  <a:pt x="2199" y="0"/>
                </a:lnTo>
                <a:lnTo>
                  <a:pt x="2199" y="28"/>
                </a:lnTo>
                <a:lnTo>
                  <a:pt x="2119" y="28"/>
                </a:lnTo>
                <a:lnTo>
                  <a:pt x="2119" y="0"/>
                </a:lnTo>
                <a:moveTo>
                  <a:pt x="2252" y="0"/>
                </a:moveTo>
                <a:lnTo>
                  <a:pt x="2331" y="0"/>
                </a:lnTo>
                <a:lnTo>
                  <a:pt x="2331" y="28"/>
                </a:lnTo>
                <a:lnTo>
                  <a:pt x="2252" y="28"/>
                </a:lnTo>
                <a:lnTo>
                  <a:pt x="2252" y="0"/>
                </a:lnTo>
                <a:moveTo>
                  <a:pt x="2384" y="0"/>
                </a:moveTo>
                <a:lnTo>
                  <a:pt x="2464" y="0"/>
                </a:lnTo>
                <a:lnTo>
                  <a:pt x="2464" y="28"/>
                </a:lnTo>
                <a:lnTo>
                  <a:pt x="2384" y="28"/>
                </a:lnTo>
                <a:lnTo>
                  <a:pt x="2384" y="0"/>
                </a:lnTo>
                <a:moveTo>
                  <a:pt x="2517" y="0"/>
                </a:moveTo>
                <a:lnTo>
                  <a:pt x="2596" y="0"/>
                </a:lnTo>
                <a:lnTo>
                  <a:pt x="2596" y="28"/>
                </a:lnTo>
                <a:lnTo>
                  <a:pt x="2517" y="28"/>
                </a:lnTo>
                <a:lnTo>
                  <a:pt x="2517" y="0"/>
                </a:lnTo>
                <a:moveTo>
                  <a:pt x="2649" y="0"/>
                </a:moveTo>
                <a:lnTo>
                  <a:pt x="2729" y="0"/>
                </a:lnTo>
                <a:lnTo>
                  <a:pt x="2729" y="28"/>
                </a:lnTo>
                <a:lnTo>
                  <a:pt x="2649" y="28"/>
                </a:lnTo>
                <a:lnTo>
                  <a:pt x="2649" y="0"/>
                </a:lnTo>
                <a:moveTo>
                  <a:pt x="2782" y="0"/>
                </a:moveTo>
                <a:lnTo>
                  <a:pt x="2861" y="0"/>
                </a:lnTo>
                <a:lnTo>
                  <a:pt x="2861" y="28"/>
                </a:lnTo>
                <a:lnTo>
                  <a:pt x="2782" y="28"/>
                </a:lnTo>
                <a:lnTo>
                  <a:pt x="2782" y="0"/>
                </a:lnTo>
                <a:moveTo>
                  <a:pt x="2914" y="0"/>
                </a:moveTo>
                <a:lnTo>
                  <a:pt x="2994" y="0"/>
                </a:lnTo>
                <a:lnTo>
                  <a:pt x="2994" y="28"/>
                </a:lnTo>
                <a:lnTo>
                  <a:pt x="2914" y="28"/>
                </a:lnTo>
                <a:lnTo>
                  <a:pt x="2914" y="0"/>
                </a:lnTo>
                <a:moveTo>
                  <a:pt x="3047" y="0"/>
                </a:moveTo>
                <a:lnTo>
                  <a:pt x="3126" y="0"/>
                </a:lnTo>
                <a:lnTo>
                  <a:pt x="3126" y="28"/>
                </a:lnTo>
                <a:lnTo>
                  <a:pt x="3047" y="28"/>
                </a:lnTo>
                <a:lnTo>
                  <a:pt x="3047" y="0"/>
                </a:lnTo>
                <a:moveTo>
                  <a:pt x="3179" y="0"/>
                </a:moveTo>
                <a:lnTo>
                  <a:pt x="3259" y="0"/>
                </a:lnTo>
                <a:lnTo>
                  <a:pt x="3259" y="28"/>
                </a:lnTo>
                <a:lnTo>
                  <a:pt x="3179" y="28"/>
                </a:lnTo>
                <a:lnTo>
                  <a:pt x="3179" y="0"/>
                </a:lnTo>
                <a:moveTo>
                  <a:pt x="3312" y="0"/>
                </a:moveTo>
                <a:lnTo>
                  <a:pt x="3391" y="0"/>
                </a:lnTo>
                <a:lnTo>
                  <a:pt x="3391" y="28"/>
                </a:lnTo>
                <a:lnTo>
                  <a:pt x="3312" y="28"/>
                </a:lnTo>
                <a:lnTo>
                  <a:pt x="3312" y="0"/>
                </a:lnTo>
                <a:moveTo>
                  <a:pt x="3444" y="0"/>
                </a:moveTo>
                <a:lnTo>
                  <a:pt x="3524" y="0"/>
                </a:lnTo>
                <a:lnTo>
                  <a:pt x="3524" y="28"/>
                </a:lnTo>
                <a:lnTo>
                  <a:pt x="3444" y="28"/>
                </a:lnTo>
                <a:lnTo>
                  <a:pt x="3444" y="0"/>
                </a:lnTo>
                <a:moveTo>
                  <a:pt x="3577" y="0"/>
                </a:moveTo>
                <a:lnTo>
                  <a:pt x="3656" y="0"/>
                </a:lnTo>
                <a:lnTo>
                  <a:pt x="3656" y="28"/>
                </a:lnTo>
                <a:lnTo>
                  <a:pt x="3577" y="28"/>
                </a:lnTo>
                <a:lnTo>
                  <a:pt x="3577" y="0"/>
                </a:lnTo>
                <a:moveTo>
                  <a:pt x="3709" y="0"/>
                </a:moveTo>
                <a:lnTo>
                  <a:pt x="3789" y="0"/>
                </a:lnTo>
                <a:lnTo>
                  <a:pt x="3789" y="28"/>
                </a:lnTo>
                <a:lnTo>
                  <a:pt x="3709" y="28"/>
                </a:lnTo>
                <a:lnTo>
                  <a:pt x="3709" y="0"/>
                </a:lnTo>
                <a:moveTo>
                  <a:pt x="3842" y="0"/>
                </a:moveTo>
                <a:lnTo>
                  <a:pt x="3921" y="0"/>
                </a:lnTo>
                <a:lnTo>
                  <a:pt x="3921" y="28"/>
                </a:lnTo>
                <a:lnTo>
                  <a:pt x="3842" y="28"/>
                </a:lnTo>
                <a:lnTo>
                  <a:pt x="3842" y="0"/>
                </a:lnTo>
                <a:moveTo>
                  <a:pt x="3974" y="0"/>
                </a:moveTo>
                <a:lnTo>
                  <a:pt x="4053" y="0"/>
                </a:lnTo>
                <a:lnTo>
                  <a:pt x="4053" y="28"/>
                </a:lnTo>
                <a:lnTo>
                  <a:pt x="3974" y="28"/>
                </a:lnTo>
                <a:lnTo>
                  <a:pt x="3974" y="0"/>
                </a:lnTo>
                <a:moveTo>
                  <a:pt x="4107" y="0"/>
                </a:moveTo>
                <a:lnTo>
                  <a:pt x="4186" y="0"/>
                </a:lnTo>
                <a:lnTo>
                  <a:pt x="4186" y="28"/>
                </a:lnTo>
                <a:lnTo>
                  <a:pt x="4107" y="28"/>
                </a:lnTo>
                <a:lnTo>
                  <a:pt x="4107" y="0"/>
                </a:lnTo>
                <a:moveTo>
                  <a:pt x="4239" y="0"/>
                </a:moveTo>
                <a:lnTo>
                  <a:pt x="4318" y="0"/>
                </a:lnTo>
                <a:lnTo>
                  <a:pt x="4318" y="28"/>
                </a:lnTo>
                <a:lnTo>
                  <a:pt x="4239" y="28"/>
                </a:lnTo>
                <a:lnTo>
                  <a:pt x="4239" y="0"/>
                </a:lnTo>
                <a:moveTo>
                  <a:pt x="4372" y="0"/>
                </a:moveTo>
                <a:lnTo>
                  <a:pt x="4451" y="0"/>
                </a:lnTo>
                <a:lnTo>
                  <a:pt x="4451" y="28"/>
                </a:lnTo>
                <a:lnTo>
                  <a:pt x="4372" y="28"/>
                </a:lnTo>
                <a:lnTo>
                  <a:pt x="4372" y="0"/>
                </a:lnTo>
                <a:moveTo>
                  <a:pt x="4504" y="0"/>
                </a:moveTo>
                <a:lnTo>
                  <a:pt x="4583" y="0"/>
                </a:lnTo>
                <a:lnTo>
                  <a:pt x="4583" y="28"/>
                </a:lnTo>
                <a:lnTo>
                  <a:pt x="4504" y="28"/>
                </a:lnTo>
                <a:lnTo>
                  <a:pt x="4504" y="0"/>
                </a:lnTo>
                <a:moveTo>
                  <a:pt x="4637" y="0"/>
                </a:moveTo>
                <a:lnTo>
                  <a:pt x="4716" y="0"/>
                </a:lnTo>
                <a:lnTo>
                  <a:pt x="4716" y="28"/>
                </a:lnTo>
                <a:lnTo>
                  <a:pt x="4637" y="28"/>
                </a:lnTo>
                <a:lnTo>
                  <a:pt x="4637" y="0"/>
                </a:lnTo>
                <a:moveTo>
                  <a:pt x="4769" y="0"/>
                </a:moveTo>
                <a:lnTo>
                  <a:pt x="4848" y="0"/>
                </a:lnTo>
                <a:lnTo>
                  <a:pt x="4848" y="28"/>
                </a:lnTo>
                <a:lnTo>
                  <a:pt x="4769" y="28"/>
                </a:lnTo>
                <a:lnTo>
                  <a:pt x="4769" y="0"/>
                </a:lnTo>
                <a:moveTo>
                  <a:pt x="4901" y="0"/>
                </a:moveTo>
                <a:lnTo>
                  <a:pt x="4981" y="0"/>
                </a:lnTo>
                <a:lnTo>
                  <a:pt x="4981" y="28"/>
                </a:lnTo>
                <a:lnTo>
                  <a:pt x="4901" y="28"/>
                </a:lnTo>
                <a:lnTo>
                  <a:pt x="4901" y="0"/>
                </a:lnTo>
                <a:moveTo>
                  <a:pt x="5034" y="0"/>
                </a:moveTo>
                <a:lnTo>
                  <a:pt x="5113" y="0"/>
                </a:lnTo>
                <a:lnTo>
                  <a:pt x="5113" y="28"/>
                </a:lnTo>
                <a:lnTo>
                  <a:pt x="5034" y="28"/>
                </a:lnTo>
                <a:lnTo>
                  <a:pt x="5034" y="0"/>
                </a:lnTo>
                <a:moveTo>
                  <a:pt x="5166" y="0"/>
                </a:moveTo>
                <a:lnTo>
                  <a:pt x="5246" y="0"/>
                </a:lnTo>
                <a:lnTo>
                  <a:pt x="5246" y="28"/>
                </a:lnTo>
                <a:lnTo>
                  <a:pt x="5166" y="28"/>
                </a:lnTo>
                <a:lnTo>
                  <a:pt x="5166" y="0"/>
                </a:lnTo>
                <a:moveTo>
                  <a:pt x="5299" y="0"/>
                </a:moveTo>
                <a:lnTo>
                  <a:pt x="5378" y="0"/>
                </a:lnTo>
                <a:lnTo>
                  <a:pt x="5378" y="28"/>
                </a:lnTo>
                <a:lnTo>
                  <a:pt x="5299" y="28"/>
                </a:lnTo>
                <a:lnTo>
                  <a:pt x="5299" y="0"/>
                </a:lnTo>
                <a:moveTo>
                  <a:pt x="5431" y="0"/>
                </a:moveTo>
                <a:lnTo>
                  <a:pt x="5511" y="0"/>
                </a:lnTo>
                <a:lnTo>
                  <a:pt x="5511" y="28"/>
                </a:lnTo>
                <a:lnTo>
                  <a:pt x="5431" y="28"/>
                </a:lnTo>
                <a:lnTo>
                  <a:pt x="5431" y="0"/>
                </a:lnTo>
                <a:moveTo>
                  <a:pt x="5564" y="0"/>
                </a:moveTo>
                <a:lnTo>
                  <a:pt x="5643" y="0"/>
                </a:lnTo>
                <a:lnTo>
                  <a:pt x="5643" y="28"/>
                </a:lnTo>
                <a:lnTo>
                  <a:pt x="5564" y="28"/>
                </a:lnTo>
                <a:lnTo>
                  <a:pt x="5564" y="0"/>
                </a:lnTo>
                <a:moveTo>
                  <a:pt x="5696" y="0"/>
                </a:moveTo>
                <a:lnTo>
                  <a:pt x="5776" y="0"/>
                </a:lnTo>
                <a:lnTo>
                  <a:pt x="5776" y="28"/>
                </a:lnTo>
                <a:lnTo>
                  <a:pt x="5696" y="28"/>
                </a:lnTo>
                <a:lnTo>
                  <a:pt x="5696" y="0"/>
                </a:lnTo>
                <a:moveTo>
                  <a:pt x="5829" y="0"/>
                </a:moveTo>
                <a:lnTo>
                  <a:pt x="5908" y="0"/>
                </a:lnTo>
                <a:lnTo>
                  <a:pt x="5908" y="28"/>
                </a:lnTo>
                <a:lnTo>
                  <a:pt x="5829" y="28"/>
                </a:lnTo>
                <a:lnTo>
                  <a:pt x="5829" y="0"/>
                </a:lnTo>
                <a:moveTo>
                  <a:pt x="5961" y="0"/>
                </a:moveTo>
                <a:lnTo>
                  <a:pt x="6041" y="0"/>
                </a:lnTo>
                <a:lnTo>
                  <a:pt x="6041" y="28"/>
                </a:lnTo>
                <a:lnTo>
                  <a:pt x="5961" y="28"/>
                </a:lnTo>
                <a:lnTo>
                  <a:pt x="5961" y="0"/>
                </a:lnTo>
                <a:moveTo>
                  <a:pt x="6094" y="0"/>
                </a:moveTo>
                <a:lnTo>
                  <a:pt x="6173" y="0"/>
                </a:lnTo>
                <a:lnTo>
                  <a:pt x="6173" y="28"/>
                </a:lnTo>
                <a:lnTo>
                  <a:pt x="6094" y="28"/>
                </a:lnTo>
                <a:lnTo>
                  <a:pt x="6094" y="0"/>
                </a:lnTo>
                <a:moveTo>
                  <a:pt x="6226" y="0"/>
                </a:moveTo>
                <a:lnTo>
                  <a:pt x="6306" y="0"/>
                </a:lnTo>
                <a:lnTo>
                  <a:pt x="6306" y="28"/>
                </a:lnTo>
                <a:lnTo>
                  <a:pt x="6226" y="28"/>
                </a:lnTo>
                <a:lnTo>
                  <a:pt x="6226" y="0"/>
                </a:lnTo>
                <a:moveTo>
                  <a:pt x="6359" y="0"/>
                </a:moveTo>
                <a:lnTo>
                  <a:pt x="6438" y="0"/>
                </a:lnTo>
                <a:lnTo>
                  <a:pt x="6438" y="28"/>
                </a:lnTo>
                <a:lnTo>
                  <a:pt x="6359" y="28"/>
                </a:lnTo>
                <a:lnTo>
                  <a:pt x="6359" y="0"/>
                </a:lnTo>
                <a:moveTo>
                  <a:pt x="6491" y="0"/>
                </a:moveTo>
                <a:lnTo>
                  <a:pt x="6571" y="0"/>
                </a:lnTo>
                <a:lnTo>
                  <a:pt x="6571" y="28"/>
                </a:lnTo>
                <a:lnTo>
                  <a:pt x="6491" y="28"/>
                </a:lnTo>
                <a:lnTo>
                  <a:pt x="6491" y="0"/>
                </a:lnTo>
                <a:moveTo>
                  <a:pt x="6624" y="0"/>
                </a:moveTo>
                <a:lnTo>
                  <a:pt x="6703" y="0"/>
                </a:lnTo>
                <a:lnTo>
                  <a:pt x="6703" y="28"/>
                </a:lnTo>
                <a:lnTo>
                  <a:pt x="6624" y="28"/>
                </a:lnTo>
                <a:lnTo>
                  <a:pt x="6624" y="0"/>
                </a:lnTo>
                <a:moveTo>
                  <a:pt x="6756" y="0"/>
                </a:moveTo>
                <a:lnTo>
                  <a:pt x="6836" y="0"/>
                </a:lnTo>
                <a:lnTo>
                  <a:pt x="6836" y="28"/>
                </a:lnTo>
                <a:lnTo>
                  <a:pt x="6756" y="28"/>
                </a:lnTo>
                <a:lnTo>
                  <a:pt x="6756" y="0"/>
                </a:lnTo>
                <a:moveTo>
                  <a:pt x="6889" y="0"/>
                </a:moveTo>
                <a:lnTo>
                  <a:pt x="6968" y="0"/>
                </a:lnTo>
                <a:lnTo>
                  <a:pt x="6968" y="28"/>
                </a:lnTo>
                <a:lnTo>
                  <a:pt x="6889" y="28"/>
                </a:lnTo>
                <a:lnTo>
                  <a:pt x="6889" y="0"/>
                </a:lnTo>
                <a:moveTo>
                  <a:pt x="7021" y="0"/>
                </a:moveTo>
                <a:lnTo>
                  <a:pt x="7101" y="0"/>
                </a:lnTo>
                <a:lnTo>
                  <a:pt x="7101" y="28"/>
                </a:lnTo>
                <a:lnTo>
                  <a:pt x="7021" y="28"/>
                </a:lnTo>
                <a:lnTo>
                  <a:pt x="7021" y="0"/>
                </a:lnTo>
                <a:moveTo>
                  <a:pt x="7154" y="0"/>
                </a:moveTo>
                <a:lnTo>
                  <a:pt x="7233" y="0"/>
                </a:lnTo>
                <a:lnTo>
                  <a:pt x="7233" y="28"/>
                </a:lnTo>
                <a:lnTo>
                  <a:pt x="7154" y="28"/>
                </a:lnTo>
                <a:lnTo>
                  <a:pt x="7154" y="0"/>
                </a:lnTo>
                <a:moveTo>
                  <a:pt x="7286" y="0"/>
                </a:moveTo>
                <a:lnTo>
                  <a:pt x="7366" y="0"/>
                </a:lnTo>
                <a:lnTo>
                  <a:pt x="7366" y="28"/>
                </a:lnTo>
                <a:lnTo>
                  <a:pt x="7286" y="28"/>
                </a:lnTo>
                <a:lnTo>
                  <a:pt x="7286" y="0"/>
                </a:lnTo>
                <a:moveTo>
                  <a:pt x="7419" y="0"/>
                </a:moveTo>
                <a:lnTo>
                  <a:pt x="7498" y="0"/>
                </a:lnTo>
                <a:lnTo>
                  <a:pt x="7498" y="28"/>
                </a:lnTo>
                <a:lnTo>
                  <a:pt x="7419" y="28"/>
                </a:lnTo>
                <a:lnTo>
                  <a:pt x="7419" y="0"/>
                </a:lnTo>
                <a:moveTo>
                  <a:pt x="7551" y="0"/>
                </a:moveTo>
                <a:lnTo>
                  <a:pt x="7630" y="0"/>
                </a:lnTo>
                <a:lnTo>
                  <a:pt x="7630" y="28"/>
                </a:lnTo>
                <a:lnTo>
                  <a:pt x="7551" y="28"/>
                </a:lnTo>
                <a:lnTo>
                  <a:pt x="7551" y="0"/>
                </a:lnTo>
                <a:moveTo>
                  <a:pt x="7684" y="0"/>
                </a:moveTo>
                <a:lnTo>
                  <a:pt x="7763" y="0"/>
                </a:lnTo>
                <a:lnTo>
                  <a:pt x="7763" y="28"/>
                </a:lnTo>
                <a:lnTo>
                  <a:pt x="7684" y="28"/>
                </a:lnTo>
                <a:lnTo>
                  <a:pt x="7684" y="0"/>
                </a:lnTo>
                <a:moveTo>
                  <a:pt x="7816" y="0"/>
                </a:moveTo>
                <a:lnTo>
                  <a:pt x="7895" y="0"/>
                </a:lnTo>
                <a:lnTo>
                  <a:pt x="7895" y="28"/>
                </a:lnTo>
                <a:lnTo>
                  <a:pt x="7816" y="28"/>
                </a:lnTo>
                <a:lnTo>
                  <a:pt x="7816" y="0"/>
                </a:lnTo>
                <a:moveTo>
                  <a:pt x="7949" y="0"/>
                </a:moveTo>
                <a:lnTo>
                  <a:pt x="8028" y="0"/>
                </a:lnTo>
                <a:lnTo>
                  <a:pt x="8028" y="28"/>
                </a:lnTo>
                <a:lnTo>
                  <a:pt x="7949" y="28"/>
                </a:lnTo>
                <a:lnTo>
                  <a:pt x="7949" y="0"/>
                </a:lnTo>
                <a:moveTo>
                  <a:pt x="8081" y="0"/>
                </a:moveTo>
                <a:lnTo>
                  <a:pt x="8160" y="0"/>
                </a:lnTo>
                <a:lnTo>
                  <a:pt x="8160" y="28"/>
                </a:lnTo>
                <a:lnTo>
                  <a:pt x="8081" y="28"/>
                </a:lnTo>
                <a:lnTo>
                  <a:pt x="8081" y="0"/>
                </a:lnTo>
                <a:moveTo>
                  <a:pt x="8214" y="0"/>
                </a:moveTo>
                <a:lnTo>
                  <a:pt x="8293" y="0"/>
                </a:lnTo>
                <a:lnTo>
                  <a:pt x="8293" y="28"/>
                </a:lnTo>
                <a:lnTo>
                  <a:pt x="8214" y="28"/>
                </a:lnTo>
                <a:lnTo>
                  <a:pt x="8214" y="0"/>
                </a:lnTo>
                <a:moveTo>
                  <a:pt x="8346" y="0"/>
                </a:moveTo>
                <a:lnTo>
                  <a:pt x="8425" y="0"/>
                </a:lnTo>
                <a:lnTo>
                  <a:pt x="8425" y="28"/>
                </a:lnTo>
                <a:lnTo>
                  <a:pt x="8346" y="28"/>
                </a:lnTo>
                <a:lnTo>
                  <a:pt x="8346" y="0"/>
                </a:lnTo>
                <a:moveTo>
                  <a:pt x="8478" y="0"/>
                </a:moveTo>
                <a:lnTo>
                  <a:pt x="8558" y="0"/>
                </a:lnTo>
                <a:lnTo>
                  <a:pt x="8558" y="28"/>
                </a:lnTo>
                <a:lnTo>
                  <a:pt x="8478" y="28"/>
                </a:lnTo>
                <a:lnTo>
                  <a:pt x="8478" y="0"/>
                </a:lnTo>
                <a:moveTo>
                  <a:pt x="8611" y="0"/>
                </a:moveTo>
                <a:lnTo>
                  <a:pt x="8690" y="0"/>
                </a:lnTo>
                <a:lnTo>
                  <a:pt x="8690" y="28"/>
                </a:lnTo>
                <a:lnTo>
                  <a:pt x="8611" y="28"/>
                </a:lnTo>
                <a:lnTo>
                  <a:pt x="8611" y="0"/>
                </a:lnTo>
                <a:moveTo>
                  <a:pt x="8743" y="0"/>
                </a:moveTo>
                <a:lnTo>
                  <a:pt x="8823" y="0"/>
                </a:lnTo>
                <a:lnTo>
                  <a:pt x="8823" y="28"/>
                </a:lnTo>
                <a:lnTo>
                  <a:pt x="8743" y="28"/>
                </a:lnTo>
                <a:lnTo>
                  <a:pt x="8743" y="0"/>
                </a:lnTo>
                <a:moveTo>
                  <a:pt x="8876" y="0"/>
                </a:moveTo>
                <a:lnTo>
                  <a:pt x="8955" y="0"/>
                </a:lnTo>
                <a:lnTo>
                  <a:pt x="8955" y="28"/>
                </a:lnTo>
                <a:lnTo>
                  <a:pt x="8876" y="28"/>
                </a:lnTo>
                <a:lnTo>
                  <a:pt x="8876" y="0"/>
                </a:lnTo>
                <a:moveTo>
                  <a:pt x="9008" y="0"/>
                </a:moveTo>
                <a:lnTo>
                  <a:pt x="9088" y="0"/>
                </a:lnTo>
                <a:lnTo>
                  <a:pt x="9088" y="28"/>
                </a:lnTo>
                <a:lnTo>
                  <a:pt x="9008" y="28"/>
                </a:lnTo>
                <a:lnTo>
                  <a:pt x="9008" y="0"/>
                </a:lnTo>
                <a:moveTo>
                  <a:pt x="9141" y="0"/>
                </a:moveTo>
                <a:lnTo>
                  <a:pt x="9220" y="0"/>
                </a:lnTo>
                <a:lnTo>
                  <a:pt x="9220" y="28"/>
                </a:lnTo>
                <a:lnTo>
                  <a:pt x="9141" y="28"/>
                </a:lnTo>
                <a:lnTo>
                  <a:pt x="9141" y="0"/>
                </a:lnTo>
                <a:moveTo>
                  <a:pt x="9273" y="0"/>
                </a:moveTo>
                <a:lnTo>
                  <a:pt x="9353" y="0"/>
                </a:lnTo>
                <a:lnTo>
                  <a:pt x="9353" y="28"/>
                </a:lnTo>
                <a:lnTo>
                  <a:pt x="9273" y="28"/>
                </a:lnTo>
                <a:lnTo>
                  <a:pt x="9273" y="0"/>
                </a:lnTo>
                <a:moveTo>
                  <a:pt x="9406" y="0"/>
                </a:moveTo>
                <a:lnTo>
                  <a:pt x="9485" y="0"/>
                </a:lnTo>
                <a:lnTo>
                  <a:pt x="9485" y="28"/>
                </a:lnTo>
                <a:lnTo>
                  <a:pt x="9406" y="28"/>
                </a:lnTo>
                <a:lnTo>
                  <a:pt x="9406" y="0"/>
                </a:lnTo>
                <a:moveTo>
                  <a:pt x="9538" y="0"/>
                </a:moveTo>
                <a:lnTo>
                  <a:pt x="9618" y="0"/>
                </a:lnTo>
                <a:lnTo>
                  <a:pt x="9618" y="28"/>
                </a:lnTo>
                <a:lnTo>
                  <a:pt x="9538" y="28"/>
                </a:lnTo>
                <a:lnTo>
                  <a:pt x="9538" y="0"/>
                </a:lnTo>
                <a:moveTo>
                  <a:pt x="9671" y="0"/>
                </a:moveTo>
                <a:lnTo>
                  <a:pt x="9750" y="0"/>
                </a:lnTo>
                <a:lnTo>
                  <a:pt x="9750" y="28"/>
                </a:lnTo>
                <a:lnTo>
                  <a:pt x="9671" y="28"/>
                </a:lnTo>
                <a:lnTo>
                  <a:pt x="9671" y="0"/>
                </a:lnTo>
                <a:moveTo>
                  <a:pt x="9803" y="0"/>
                </a:moveTo>
                <a:lnTo>
                  <a:pt x="9883" y="0"/>
                </a:lnTo>
                <a:lnTo>
                  <a:pt x="9883" y="28"/>
                </a:lnTo>
                <a:lnTo>
                  <a:pt x="9803" y="28"/>
                </a:lnTo>
                <a:lnTo>
                  <a:pt x="9803" y="0"/>
                </a:lnTo>
                <a:moveTo>
                  <a:pt x="9936" y="0"/>
                </a:moveTo>
                <a:lnTo>
                  <a:pt x="10015" y="0"/>
                </a:lnTo>
                <a:lnTo>
                  <a:pt x="10015" y="28"/>
                </a:lnTo>
                <a:lnTo>
                  <a:pt x="9936" y="28"/>
                </a:lnTo>
                <a:lnTo>
                  <a:pt x="9936" y="0"/>
                </a:lnTo>
                <a:moveTo>
                  <a:pt x="10068" y="0"/>
                </a:moveTo>
                <a:lnTo>
                  <a:pt x="10148" y="0"/>
                </a:lnTo>
                <a:lnTo>
                  <a:pt x="10148" y="28"/>
                </a:lnTo>
                <a:lnTo>
                  <a:pt x="10068" y="28"/>
                </a:lnTo>
                <a:lnTo>
                  <a:pt x="10068" y="0"/>
                </a:lnTo>
                <a:moveTo>
                  <a:pt x="10201" y="0"/>
                </a:moveTo>
                <a:lnTo>
                  <a:pt x="10280" y="0"/>
                </a:lnTo>
                <a:lnTo>
                  <a:pt x="10280" y="28"/>
                </a:lnTo>
                <a:lnTo>
                  <a:pt x="10201" y="28"/>
                </a:lnTo>
                <a:lnTo>
                  <a:pt x="10201" y="0"/>
                </a:lnTo>
                <a:moveTo>
                  <a:pt x="10333" y="0"/>
                </a:moveTo>
                <a:lnTo>
                  <a:pt x="10413" y="0"/>
                </a:lnTo>
                <a:lnTo>
                  <a:pt x="10413" y="28"/>
                </a:lnTo>
                <a:lnTo>
                  <a:pt x="10333" y="28"/>
                </a:lnTo>
                <a:lnTo>
                  <a:pt x="10333" y="0"/>
                </a:lnTo>
                <a:moveTo>
                  <a:pt x="10466" y="0"/>
                </a:moveTo>
                <a:lnTo>
                  <a:pt x="10545" y="0"/>
                </a:lnTo>
                <a:lnTo>
                  <a:pt x="10545" y="28"/>
                </a:lnTo>
                <a:lnTo>
                  <a:pt x="10466" y="28"/>
                </a:lnTo>
                <a:lnTo>
                  <a:pt x="10466" y="0"/>
                </a:lnTo>
                <a:moveTo>
                  <a:pt x="10598" y="0"/>
                </a:moveTo>
                <a:lnTo>
                  <a:pt x="10678" y="0"/>
                </a:lnTo>
                <a:lnTo>
                  <a:pt x="10678" y="28"/>
                </a:lnTo>
                <a:lnTo>
                  <a:pt x="10598" y="28"/>
                </a:lnTo>
                <a:lnTo>
                  <a:pt x="10598" y="0"/>
                </a:lnTo>
                <a:moveTo>
                  <a:pt x="10731" y="0"/>
                </a:moveTo>
                <a:lnTo>
                  <a:pt x="10810" y="0"/>
                </a:lnTo>
                <a:lnTo>
                  <a:pt x="10810" y="28"/>
                </a:lnTo>
                <a:lnTo>
                  <a:pt x="10731" y="28"/>
                </a:lnTo>
                <a:lnTo>
                  <a:pt x="10731" y="0"/>
                </a:lnTo>
                <a:moveTo>
                  <a:pt x="10863" y="0"/>
                </a:moveTo>
                <a:lnTo>
                  <a:pt x="10943" y="0"/>
                </a:lnTo>
                <a:lnTo>
                  <a:pt x="10943" y="28"/>
                </a:lnTo>
                <a:lnTo>
                  <a:pt x="10863" y="28"/>
                </a:lnTo>
                <a:lnTo>
                  <a:pt x="10863" y="0"/>
                </a:lnTo>
                <a:moveTo>
                  <a:pt x="10996" y="0"/>
                </a:moveTo>
                <a:lnTo>
                  <a:pt x="11075" y="0"/>
                </a:lnTo>
                <a:lnTo>
                  <a:pt x="11075" y="28"/>
                </a:lnTo>
                <a:lnTo>
                  <a:pt x="10996" y="28"/>
                </a:lnTo>
                <a:lnTo>
                  <a:pt x="10996" y="0"/>
                </a:lnTo>
                <a:moveTo>
                  <a:pt x="11128" y="0"/>
                </a:moveTo>
                <a:lnTo>
                  <a:pt x="11207" y="0"/>
                </a:lnTo>
                <a:lnTo>
                  <a:pt x="11207" y="28"/>
                </a:lnTo>
                <a:lnTo>
                  <a:pt x="11128" y="28"/>
                </a:lnTo>
                <a:lnTo>
                  <a:pt x="11128" y="0"/>
                </a:lnTo>
                <a:moveTo>
                  <a:pt x="11261" y="0"/>
                </a:moveTo>
                <a:lnTo>
                  <a:pt x="11340" y="0"/>
                </a:lnTo>
                <a:lnTo>
                  <a:pt x="11340" y="28"/>
                </a:lnTo>
                <a:lnTo>
                  <a:pt x="11261" y="28"/>
                </a:lnTo>
                <a:lnTo>
                  <a:pt x="11261" y="0"/>
                </a:lnTo>
                <a:moveTo>
                  <a:pt x="11393" y="0"/>
                </a:moveTo>
                <a:lnTo>
                  <a:pt x="11472" y="0"/>
                </a:lnTo>
                <a:lnTo>
                  <a:pt x="11472" y="28"/>
                </a:lnTo>
                <a:lnTo>
                  <a:pt x="11393" y="28"/>
                </a:lnTo>
                <a:lnTo>
                  <a:pt x="11393" y="0"/>
                </a:lnTo>
                <a:moveTo>
                  <a:pt x="11526" y="0"/>
                </a:moveTo>
                <a:lnTo>
                  <a:pt x="11605" y="0"/>
                </a:lnTo>
                <a:lnTo>
                  <a:pt x="11605" y="28"/>
                </a:lnTo>
                <a:lnTo>
                  <a:pt x="11526" y="28"/>
                </a:lnTo>
                <a:lnTo>
                  <a:pt x="11526" y="0"/>
                </a:lnTo>
                <a:moveTo>
                  <a:pt x="11659" y="0"/>
                </a:moveTo>
                <a:lnTo>
                  <a:pt x="11738" y="0"/>
                </a:lnTo>
                <a:lnTo>
                  <a:pt x="11738" y="28"/>
                </a:lnTo>
                <a:lnTo>
                  <a:pt x="11659" y="28"/>
                </a:lnTo>
                <a:lnTo>
                  <a:pt x="11659" y="0"/>
                </a:lnTo>
                <a:moveTo>
                  <a:pt x="11792" y="0"/>
                </a:moveTo>
                <a:lnTo>
                  <a:pt x="11871" y="0"/>
                </a:lnTo>
                <a:lnTo>
                  <a:pt x="11871" y="28"/>
                </a:lnTo>
                <a:lnTo>
                  <a:pt x="11792" y="28"/>
                </a:lnTo>
                <a:lnTo>
                  <a:pt x="11792" y="0"/>
                </a:lnTo>
                <a:moveTo>
                  <a:pt x="11924" y="0"/>
                </a:moveTo>
                <a:lnTo>
                  <a:pt x="12003" y="0"/>
                </a:lnTo>
                <a:lnTo>
                  <a:pt x="12003" y="28"/>
                </a:lnTo>
                <a:lnTo>
                  <a:pt x="11924" y="28"/>
                </a:lnTo>
                <a:lnTo>
                  <a:pt x="11924" y="0"/>
                </a:lnTo>
                <a:moveTo>
                  <a:pt x="12056" y="0"/>
                </a:moveTo>
                <a:lnTo>
                  <a:pt x="12136" y="0"/>
                </a:lnTo>
                <a:lnTo>
                  <a:pt x="12136" y="28"/>
                </a:lnTo>
                <a:lnTo>
                  <a:pt x="12056" y="28"/>
                </a:lnTo>
                <a:lnTo>
                  <a:pt x="12056" y="0"/>
                </a:lnTo>
                <a:moveTo>
                  <a:pt x="12189" y="0"/>
                </a:moveTo>
                <a:lnTo>
                  <a:pt x="12268" y="0"/>
                </a:lnTo>
                <a:lnTo>
                  <a:pt x="12268" y="28"/>
                </a:lnTo>
                <a:lnTo>
                  <a:pt x="12189" y="28"/>
                </a:lnTo>
                <a:lnTo>
                  <a:pt x="12189" y="0"/>
                </a:lnTo>
                <a:moveTo>
                  <a:pt x="12321" y="0"/>
                </a:moveTo>
                <a:lnTo>
                  <a:pt x="12401" y="0"/>
                </a:lnTo>
                <a:lnTo>
                  <a:pt x="12401" y="28"/>
                </a:lnTo>
                <a:lnTo>
                  <a:pt x="12321" y="28"/>
                </a:lnTo>
                <a:lnTo>
                  <a:pt x="12321" y="0"/>
                </a:lnTo>
                <a:moveTo>
                  <a:pt x="12454" y="0"/>
                </a:moveTo>
                <a:lnTo>
                  <a:pt x="12533" y="0"/>
                </a:lnTo>
                <a:lnTo>
                  <a:pt x="12533" y="28"/>
                </a:lnTo>
                <a:lnTo>
                  <a:pt x="12454" y="28"/>
                </a:lnTo>
                <a:lnTo>
                  <a:pt x="12454" y="0"/>
                </a:lnTo>
                <a:moveTo>
                  <a:pt x="12586" y="0"/>
                </a:moveTo>
                <a:lnTo>
                  <a:pt x="12666" y="0"/>
                </a:lnTo>
                <a:lnTo>
                  <a:pt x="12666" y="28"/>
                </a:lnTo>
                <a:lnTo>
                  <a:pt x="12586" y="28"/>
                </a:lnTo>
                <a:lnTo>
                  <a:pt x="12586" y="0"/>
                </a:lnTo>
                <a:moveTo>
                  <a:pt x="12719" y="0"/>
                </a:moveTo>
                <a:lnTo>
                  <a:pt x="12798" y="0"/>
                </a:lnTo>
                <a:lnTo>
                  <a:pt x="12798" y="28"/>
                </a:lnTo>
                <a:lnTo>
                  <a:pt x="12719" y="28"/>
                </a:lnTo>
                <a:lnTo>
                  <a:pt x="12719" y="0"/>
                </a:lnTo>
                <a:moveTo>
                  <a:pt x="12851" y="0"/>
                </a:moveTo>
                <a:lnTo>
                  <a:pt x="12931" y="0"/>
                </a:lnTo>
                <a:lnTo>
                  <a:pt x="12931" y="28"/>
                </a:lnTo>
                <a:lnTo>
                  <a:pt x="12851" y="28"/>
                </a:lnTo>
                <a:lnTo>
                  <a:pt x="12851" y="0"/>
                </a:lnTo>
                <a:moveTo>
                  <a:pt x="12984" y="0"/>
                </a:moveTo>
                <a:lnTo>
                  <a:pt x="13063" y="0"/>
                </a:lnTo>
                <a:lnTo>
                  <a:pt x="13063" y="28"/>
                </a:lnTo>
                <a:lnTo>
                  <a:pt x="12984" y="28"/>
                </a:lnTo>
                <a:lnTo>
                  <a:pt x="12984" y="0"/>
                </a:lnTo>
                <a:moveTo>
                  <a:pt x="13116" y="0"/>
                </a:moveTo>
                <a:lnTo>
                  <a:pt x="13196" y="0"/>
                </a:lnTo>
                <a:lnTo>
                  <a:pt x="13196" y="28"/>
                </a:lnTo>
                <a:lnTo>
                  <a:pt x="13116" y="28"/>
                </a:lnTo>
                <a:lnTo>
                  <a:pt x="13116" y="0"/>
                </a:lnTo>
                <a:moveTo>
                  <a:pt x="13249" y="0"/>
                </a:moveTo>
                <a:lnTo>
                  <a:pt x="13328" y="0"/>
                </a:lnTo>
                <a:lnTo>
                  <a:pt x="13328" y="28"/>
                </a:lnTo>
                <a:lnTo>
                  <a:pt x="13249" y="28"/>
                </a:lnTo>
                <a:lnTo>
                  <a:pt x="13249" y="0"/>
                </a:lnTo>
                <a:moveTo>
                  <a:pt x="13381" y="0"/>
                </a:moveTo>
                <a:lnTo>
                  <a:pt x="13461" y="0"/>
                </a:lnTo>
                <a:lnTo>
                  <a:pt x="13461" y="28"/>
                </a:lnTo>
                <a:lnTo>
                  <a:pt x="13381" y="28"/>
                </a:lnTo>
                <a:lnTo>
                  <a:pt x="13381" y="0"/>
                </a:lnTo>
                <a:moveTo>
                  <a:pt x="13514" y="0"/>
                </a:moveTo>
                <a:lnTo>
                  <a:pt x="13593" y="0"/>
                </a:lnTo>
                <a:lnTo>
                  <a:pt x="13593" y="28"/>
                </a:lnTo>
                <a:lnTo>
                  <a:pt x="13514" y="28"/>
                </a:lnTo>
                <a:lnTo>
                  <a:pt x="13514" y="0"/>
                </a:lnTo>
                <a:moveTo>
                  <a:pt x="13646" y="0"/>
                </a:moveTo>
                <a:lnTo>
                  <a:pt x="13726" y="0"/>
                </a:lnTo>
                <a:lnTo>
                  <a:pt x="13726" y="28"/>
                </a:lnTo>
                <a:lnTo>
                  <a:pt x="13646" y="28"/>
                </a:lnTo>
                <a:lnTo>
                  <a:pt x="13646" y="0"/>
                </a:lnTo>
                <a:moveTo>
                  <a:pt x="13779" y="0"/>
                </a:moveTo>
                <a:lnTo>
                  <a:pt x="13858" y="0"/>
                </a:lnTo>
                <a:lnTo>
                  <a:pt x="13858" y="28"/>
                </a:lnTo>
                <a:lnTo>
                  <a:pt x="13779" y="28"/>
                </a:lnTo>
                <a:lnTo>
                  <a:pt x="13779" y="0"/>
                </a:lnTo>
                <a:moveTo>
                  <a:pt x="13911" y="0"/>
                </a:moveTo>
                <a:lnTo>
                  <a:pt x="13991" y="0"/>
                </a:lnTo>
                <a:lnTo>
                  <a:pt x="13991" y="28"/>
                </a:lnTo>
                <a:lnTo>
                  <a:pt x="13911" y="28"/>
                </a:lnTo>
                <a:lnTo>
                  <a:pt x="13911" y="0"/>
                </a:lnTo>
                <a:moveTo>
                  <a:pt x="14044" y="0"/>
                </a:moveTo>
                <a:lnTo>
                  <a:pt x="14123" y="0"/>
                </a:lnTo>
                <a:lnTo>
                  <a:pt x="14123" y="28"/>
                </a:lnTo>
                <a:lnTo>
                  <a:pt x="14044" y="28"/>
                </a:lnTo>
                <a:lnTo>
                  <a:pt x="14044" y="0"/>
                </a:lnTo>
                <a:moveTo>
                  <a:pt x="14176" y="0"/>
                </a:moveTo>
                <a:lnTo>
                  <a:pt x="14256" y="0"/>
                </a:lnTo>
                <a:lnTo>
                  <a:pt x="14256" y="28"/>
                </a:lnTo>
                <a:lnTo>
                  <a:pt x="14176" y="28"/>
                </a:lnTo>
                <a:lnTo>
                  <a:pt x="14176" y="0"/>
                </a:lnTo>
                <a:moveTo>
                  <a:pt x="14309" y="0"/>
                </a:moveTo>
                <a:lnTo>
                  <a:pt x="14388" y="0"/>
                </a:lnTo>
                <a:lnTo>
                  <a:pt x="14388" y="28"/>
                </a:lnTo>
                <a:lnTo>
                  <a:pt x="14309" y="28"/>
                </a:lnTo>
                <a:lnTo>
                  <a:pt x="14309" y="0"/>
                </a:lnTo>
                <a:moveTo>
                  <a:pt x="14441" y="0"/>
                </a:moveTo>
                <a:lnTo>
                  <a:pt x="14521" y="0"/>
                </a:lnTo>
                <a:lnTo>
                  <a:pt x="14521" y="28"/>
                </a:lnTo>
                <a:lnTo>
                  <a:pt x="14441" y="28"/>
                </a:lnTo>
                <a:lnTo>
                  <a:pt x="14441" y="0"/>
                </a:lnTo>
                <a:moveTo>
                  <a:pt x="14574" y="0"/>
                </a:moveTo>
                <a:lnTo>
                  <a:pt x="14653" y="0"/>
                </a:lnTo>
                <a:lnTo>
                  <a:pt x="14653" y="28"/>
                </a:lnTo>
                <a:lnTo>
                  <a:pt x="14574" y="28"/>
                </a:lnTo>
                <a:lnTo>
                  <a:pt x="14574" y="0"/>
                </a:lnTo>
                <a:moveTo>
                  <a:pt x="14706" y="0"/>
                </a:moveTo>
                <a:lnTo>
                  <a:pt x="14785" y="0"/>
                </a:lnTo>
                <a:lnTo>
                  <a:pt x="14785" y="28"/>
                </a:lnTo>
                <a:lnTo>
                  <a:pt x="14706" y="28"/>
                </a:lnTo>
                <a:lnTo>
                  <a:pt x="14706" y="0"/>
                </a:lnTo>
                <a:moveTo>
                  <a:pt x="14839" y="0"/>
                </a:moveTo>
                <a:lnTo>
                  <a:pt x="14918" y="0"/>
                </a:lnTo>
                <a:lnTo>
                  <a:pt x="14918" y="28"/>
                </a:lnTo>
                <a:lnTo>
                  <a:pt x="14839" y="28"/>
                </a:lnTo>
                <a:lnTo>
                  <a:pt x="14839" y="0"/>
                </a:lnTo>
                <a:moveTo>
                  <a:pt x="14971" y="0"/>
                </a:moveTo>
                <a:lnTo>
                  <a:pt x="15050" y="0"/>
                </a:lnTo>
                <a:lnTo>
                  <a:pt x="15050" y="28"/>
                </a:lnTo>
                <a:lnTo>
                  <a:pt x="14971" y="28"/>
                </a:lnTo>
                <a:lnTo>
                  <a:pt x="14971" y="0"/>
                </a:lnTo>
                <a:moveTo>
                  <a:pt x="15104" y="0"/>
                </a:moveTo>
                <a:lnTo>
                  <a:pt x="15183" y="0"/>
                </a:lnTo>
                <a:lnTo>
                  <a:pt x="15183" y="28"/>
                </a:lnTo>
                <a:lnTo>
                  <a:pt x="15104" y="28"/>
                </a:lnTo>
                <a:lnTo>
                  <a:pt x="15104" y="0"/>
                </a:lnTo>
                <a:moveTo>
                  <a:pt x="15236" y="0"/>
                </a:moveTo>
                <a:lnTo>
                  <a:pt x="15315" y="0"/>
                </a:lnTo>
                <a:lnTo>
                  <a:pt x="15315" y="28"/>
                </a:lnTo>
                <a:lnTo>
                  <a:pt x="15236" y="28"/>
                </a:lnTo>
                <a:lnTo>
                  <a:pt x="15236" y="0"/>
                </a:lnTo>
                <a:moveTo>
                  <a:pt x="15369" y="0"/>
                </a:moveTo>
                <a:lnTo>
                  <a:pt x="15448" y="0"/>
                </a:lnTo>
                <a:lnTo>
                  <a:pt x="15448" y="28"/>
                </a:lnTo>
                <a:lnTo>
                  <a:pt x="15369" y="28"/>
                </a:lnTo>
                <a:lnTo>
                  <a:pt x="15369" y="0"/>
                </a:lnTo>
                <a:moveTo>
                  <a:pt x="15501" y="0"/>
                </a:moveTo>
                <a:lnTo>
                  <a:pt x="15580" y="0"/>
                </a:lnTo>
                <a:lnTo>
                  <a:pt x="15580" y="28"/>
                </a:lnTo>
                <a:lnTo>
                  <a:pt x="15501" y="28"/>
                </a:lnTo>
                <a:lnTo>
                  <a:pt x="15501" y="0"/>
                </a:lnTo>
                <a:moveTo>
                  <a:pt x="15633" y="0"/>
                </a:moveTo>
                <a:lnTo>
                  <a:pt x="15713" y="0"/>
                </a:lnTo>
                <a:lnTo>
                  <a:pt x="15713" y="28"/>
                </a:lnTo>
                <a:lnTo>
                  <a:pt x="15633" y="28"/>
                </a:lnTo>
                <a:lnTo>
                  <a:pt x="15633" y="0"/>
                </a:lnTo>
                <a:moveTo>
                  <a:pt x="15766" y="0"/>
                </a:moveTo>
                <a:lnTo>
                  <a:pt x="15845" y="0"/>
                </a:lnTo>
                <a:lnTo>
                  <a:pt x="15845" y="28"/>
                </a:lnTo>
                <a:lnTo>
                  <a:pt x="15766" y="28"/>
                </a:lnTo>
                <a:lnTo>
                  <a:pt x="15766" y="0"/>
                </a:lnTo>
                <a:moveTo>
                  <a:pt x="15898" y="0"/>
                </a:moveTo>
                <a:lnTo>
                  <a:pt x="15978" y="0"/>
                </a:lnTo>
                <a:lnTo>
                  <a:pt x="15978" y="28"/>
                </a:lnTo>
                <a:lnTo>
                  <a:pt x="15898" y="28"/>
                </a:lnTo>
                <a:lnTo>
                  <a:pt x="15898" y="0"/>
                </a:lnTo>
                <a:moveTo>
                  <a:pt x="16031" y="0"/>
                </a:moveTo>
                <a:lnTo>
                  <a:pt x="16110" y="0"/>
                </a:lnTo>
                <a:lnTo>
                  <a:pt x="16110" y="28"/>
                </a:lnTo>
                <a:lnTo>
                  <a:pt x="16031" y="28"/>
                </a:lnTo>
                <a:lnTo>
                  <a:pt x="16031" y="0"/>
                </a:lnTo>
                <a:moveTo>
                  <a:pt x="16163" y="0"/>
                </a:moveTo>
                <a:lnTo>
                  <a:pt x="16243" y="0"/>
                </a:lnTo>
                <a:lnTo>
                  <a:pt x="16243" y="28"/>
                </a:lnTo>
                <a:lnTo>
                  <a:pt x="16163" y="28"/>
                </a:lnTo>
                <a:lnTo>
                  <a:pt x="16163" y="0"/>
                </a:lnTo>
                <a:moveTo>
                  <a:pt x="16296" y="0"/>
                </a:moveTo>
                <a:lnTo>
                  <a:pt x="16375" y="0"/>
                </a:lnTo>
                <a:lnTo>
                  <a:pt x="16375" y="28"/>
                </a:lnTo>
                <a:lnTo>
                  <a:pt x="16296" y="28"/>
                </a:lnTo>
                <a:lnTo>
                  <a:pt x="16296" y="0"/>
                </a:lnTo>
                <a:moveTo>
                  <a:pt x="16428" y="0"/>
                </a:moveTo>
                <a:lnTo>
                  <a:pt x="16508" y="0"/>
                </a:lnTo>
                <a:lnTo>
                  <a:pt x="16508" y="28"/>
                </a:lnTo>
                <a:lnTo>
                  <a:pt x="16428" y="28"/>
                </a:lnTo>
                <a:lnTo>
                  <a:pt x="16428" y="0"/>
                </a:lnTo>
                <a:moveTo>
                  <a:pt x="16561" y="0"/>
                </a:moveTo>
                <a:lnTo>
                  <a:pt x="16640" y="0"/>
                </a:lnTo>
                <a:lnTo>
                  <a:pt x="16640" y="28"/>
                </a:lnTo>
                <a:lnTo>
                  <a:pt x="16561" y="28"/>
                </a:lnTo>
                <a:lnTo>
                  <a:pt x="16561" y="0"/>
                </a:lnTo>
                <a:moveTo>
                  <a:pt x="16693" y="0"/>
                </a:moveTo>
                <a:lnTo>
                  <a:pt x="16773" y="0"/>
                </a:lnTo>
                <a:lnTo>
                  <a:pt x="16773" y="28"/>
                </a:lnTo>
                <a:lnTo>
                  <a:pt x="16693" y="28"/>
                </a:lnTo>
                <a:lnTo>
                  <a:pt x="16693" y="0"/>
                </a:lnTo>
                <a:moveTo>
                  <a:pt x="16826" y="0"/>
                </a:moveTo>
                <a:lnTo>
                  <a:pt x="16905" y="0"/>
                </a:lnTo>
                <a:lnTo>
                  <a:pt x="16905" y="28"/>
                </a:lnTo>
                <a:lnTo>
                  <a:pt x="16826" y="28"/>
                </a:lnTo>
                <a:lnTo>
                  <a:pt x="16826" y="0"/>
                </a:lnTo>
                <a:moveTo>
                  <a:pt x="16958" y="0"/>
                </a:moveTo>
                <a:lnTo>
                  <a:pt x="17038" y="0"/>
                </a:lnTo>
                <a:lnTo>
                  <a:pt x="17038" y="28"/>
                </a:lnTo>
                <a:lnTo>
                  <a:pt x="16958" y="28"/>
                </a:lnTo>
                <a:lnTo>
                  <a:pt x="16958" y="0"/>
                </a:lnTo>
                <a:moveTo>
                  <a:pt x="17091" y="0"/>
                </a:moveTo>
                <a:lnTo>
                  <a:pt x="17170" y="0"/>
                </a:lnTo>
                <a:lnTo>
                  <a:pt x="17170" y="28"/>
                </a:lnTo>
                <a:lnTo>
                  <a:pt x="17091" y="28"/>
                </a:lnTo>
                <a:lnTo>
                  <a:pt x="17091" y="0"/>
                </a:lnTo>
                <a:moveTo>
                  <a:pt x="17223" y="0"/>
                </a:moveTo>
                <a:lnTo>
                  <a:pt x="17303" y="0"/>
                </a:lnTo>
                <a:lnTo>
                  <a:pt x="17303" y="28"/>
                </a:lnTo>
                <a:lnTo>
                  <a:pt x="17223" y="28"/>
                </a:lnTo>
                <a:lnTo>
                  <a:pt x="17223" y="0"/>
                </a:lnTo>
                <a:moveTo>
                  <a:pt x="17356" y="0"/>
                </a:moveTo>
                <a:lnTo>
                  <a:pt x="17435" y="0"/>
                </a:lnTo>
                <a:lnTo>
                  <a:pt x="17435" y="28"/>
                </a:lnTo>
                <a:lnTo>
                  <a:pt x="17356" y="28"/>
                </a:lnTo>
                <a:lnTo>
                  <a:pt x="17356" y="0"/>
                </a:lnTo>
                <a:moveTo>
                  <a:pt x="17488" y="0"/>
                </a:moveTo>
                <a:lnTo>
                  <a:pt x="17568" y="0"/>
                </a:lnTo>
                <a:lnTo>
                  <a:pt x="17568" y="28"/>
                </a:lnTo>
                <a:lnTo>
                  <a:pt x="17488" y="28"/>
                </a:lnTo>
                <a:lnTo>
                  <a:pt x="17488" y="0"/>
                </a:lnTo>
                <a:moveTo>
                  <a:pt x="17621" y="0"/>
                </a:moveTo>
                <a:lnTo>
                  <a:pt x="17700" y="0"/>
                </a:lnTo>
                <a:lnTo>
                  <a:pt x="17700" y="28"/>
                </a:lnTo>
                <a:lnTo>
                  <a:pt x="17621" y="28"/>
                </a:lnTo>
                <a:lnTo>
                  <a:pt x="17621" y="0"/>
                </a:lnTo>
                <a:moveTo>
                  <a:pt x="17753" y="0"/>
                </a:moveTo>
                <a:lnTo>
                  <a:pt x="17833" y="0"/>
                </a:lnTo>
                <a:lnTo>
                  <a:pt x="17833" y="28"/>
                </a:lnTo>
                <a:lnTo>
                  <a:pt x="17753" y="28"/>
                </a:lnTo>
                <a:lnTo>
                  <a:pt x="17753" y="0"/>
                </a:lnTo>
                <a:moveTo>
                  <a:pt x="17886" y="0"/>
                </a:moveTo>
                <a:lnTo>
                  <a:pt x="17965" y="0"/>
                </a:lnTo>
                <a:lnTo>
                  <a:pt x="17965" y="28"/>
                </a:lnTo>
                <a:lnTo>
                  <a:pt x="17886" y="28"/>
                </a:lnTo>
                <a:lnTo>
                  <a:pt x="17886" y="0"/>
                </a:lnTo>
                <a:moveTo>
                  <a:pt x="18018" y="0"/>
                </a:moveTo>
                <a:lnTo>
                  <a:pt x="18098" y="0"/>
                </a:lnTo>
                <a:lnTo>
                  <a:pt x="18098" y="28"/>
                </a:lnTo>
                <a:lnTo>
                  <a:pt x="18018" y="28"/>
                </a:lnTo>
                <a:lnTo>
                  <a:pt x="18018" y="0"/>
                </a:lnTo>
                <a:moveTo>
                  <a:pt x="18151" y="0"/>
                </a:moveTo>
                <a:lnTo>
                  <a:pt x="18230" y="0"/>
                </a:lnTo>
                <a:lnTo>
                  <a:pt x="18230" y="28"/>
                </a:lnTo>
                <a:lnTo>
                  <a:pt x="18151" y="28"/>
                </a:lnTo>
                <a:lnTo>
                  <a:pt x="18151" y="0"/>
                </a:lnTo>
                <a:moveTo>
                  <a:pt x="18283" y="0"/>
                </a:moveTo>
                <a:lnTo>
                  <a:pt x="18362" y="0"/>
                </a:lnTo>
                <a:lnTo>
                  <a:pt x="18362" y="28"/>
                </a:lnTo>
                <a:lnTo>
                  <a:pt x="18283" y="28"/>
                </a:lnTo>
                <a:lnTo>
                  <a:pt x="18283" y="0"/>
                </a:lnTo>
                <a:moveTo>
                  <a:pt x="18416" y="0"/>
                </a:moveTo>
                <a:lnTo>
                  <a:pt x="18495" y="0"/>
                </a:lnTo>
                <a:lnTo>
                  <a:pt x="18495" y="28"/>
                </a:lnTo>
                <a:lnTo>
                  <a:pt x="18416" y="28"/>
                </a:lnTo>
                <a:lnTo>
                  <a:pt x="18416" y="0"/>
                </a:lnTo>
                <a:moveTo>
                  <a:pt x="18548" y="0"/>
                </a:moveTo>
                <a:lnTo>
                  <a:pt x="18627" y="0"/>
                </a:lnTo>
                <a:lnTo>
                  <a:pt x="18627" y="28"/>
                </a:lnTo>
                <a:lnTo>
                  <a:pt x="18548" y="28"/>
                </a:lnTo>
                <a:lnTo>
                  <a:pt x="18548" y="0"/>
                </a:lnTo>
                <a:moveTo>
                  <a:pt x="18681" y="0"/>
                </a:moveTo>
                <a:lnTo>
                  <a:pt x="18760" y="0"/>
                </a:lnTo>
                <a:lnTo>
                  <a:pt x="18760" y="28"/>
                </a:lnTo>
                <a:lnTo>
                  <a:pt x="18681" y="28"/>
                </a:lnTo>
                <a:lnTo>
                  <a:pt x="18681" y="0"/>
                </a:lnTo>
                <a:moveTo>
                  <a:pt x="18813" y="0"/>
                </a:moveTo>
                <a:lnTo>
                  <a:pt x="18892" y="0"/>
                </a:lnTo>
                <a:lnTo>
                  <a:pt x="18892" y="28"/>
                </a:lnTo>
                <a:lnTo>
                  <a:pt x="18813" y="28"/>
                </a:lnTo>
                <a:lnTo>
                  <a:pt x="18813" y="0"/>
                </a:lnTo>
                <a:moveTo>
                  <a:pt x="18945" y="0"/>
                </a:moveTo>
                <a:lnTo>
                  <a:pt x="19025" y="0"/>
                </a:lnTo>
                <a:lnTo>
                  <a:pt x="19025" y="28"/>
                </a:lnTo>
                <a:lnTo>
                  <a:pt x="18945" y="28"/>
                </a:lnTo>
                <a:lnTo>
                  <a:pt x="18945" y="0"/>
                </a:lnTo>
                <a:moveTo>
                  <a:pt x="19078" y="0"/>
                </a:moveTo>
                <a:lnTo>
                  <a:pt x="19157" y="0"/>
                </a:lnTo>
                <a:lnTo>
                  <a:pt x="19157" y="28"/>
                </a:lnTo>
                <a:lnTo>
                  <a:pt x="19078" y="28"/>
                </a:lnTo>
                <a:lnTo>
                  <a:pt x="19078" y="0"/>
                </a:lnTo>
                <a:moveTo>
                  <a:pt x="19210" y="0"/>
                </a:moveTo>
                <a:lnTo>
                  <a:pt x="19290" y="0"/>
                </a:lnTo>
                <a:lnTo>
                  <a:pt x="19290" y="28"/>
                </a:lnTo>
                <a:lnTo>
                  <a:pt x="19210" y="28"/>
                </a:lnTo>
                <a:lnTo>
                  <a:pt x="19210" y="0"/>
                </a:lnTo>
                <a:moveTo>
                  <a:pt x="19343" y="0"/>
                </a:moveTo>
                <a:lnTo>
                  <a:pt x="19422" y="0"/>
                </a:lnTo>
                <a:lnTo>
                  <a:pt x="19422" y="28"/>
                </a:lnTo>
                <a:lnTo>
                  <a:pt x="19343" y="28"/>
                </a:lnTo>
                <a:lnTo>
                  <a:pt x="19343" y="0"/>
                </a:lnTo>
                <a:moveTo>
                  <a:pt x="19475" y="0"/>
                </a:moveTo>
                <a:lnTo>
                  <a:pt x="19555" y="0"/>
                </a:lnTo>
                <a:lnTo>
                  <a:pt x="19555" y="28"/>
                </a:lnTo>
                <a:lnTo>
                  <a:pt x="19475" y="28"/>
                </a:lnTo>
                <a:lnTo>
                  <a:pt x="19475" y="0"/>
                </a:lnTo>
                <a:moveTo>
                  <a:pt x="19608" y="0"/>
                </a:moveTo>
                <a:lnTo>
                  <a:pt x="19687" y="0"/>
                </a:lnTo>
                <a:lnTo>
                  <a:pt x="19687" y="28"/>
                </a:lnTo>
                <a:lnTo>
                  <a:pt x="19608" y="28"/>
                </a:lnTo>
                <a:lnTo>
                  <a:pt x="19608" y="0"/>
                </a:lnTo>
                <a:moveTo>
                  <a:pt x="19740" y="0"/>
                </a:moveTo>
                <a:lnTo>
                  <a:pt x="19820" y="0"/>
                </a:lnTo>
                <a:lnTo>
                  <a:pt x="19820" y="28"/>
                </a:lnTo>
                <a:lnTo>
                  <a:pt x="19740" y="28"/>
                </a:lnTo>
                <a:lnTo>
                  <a:pt x="19740" y="0"/>
                </a:lnTo>
                <a:moveTo>
                  <a:pt x="19873" y="0"/>
                </a:moveTo>
                <a:lnTo>
                  <a:pt x="19952" y="0"/>
                </a:lnTo>
                <a:lnTo>
                  <a:pt x="19952" y="28"/>
                </a:lnTo>
                <a:lnTo>
                  <a:pt x="19873" y="28"/>
                </a:lnTo>
                <a:lnTo>
                  <a:pt x="19873" y="0"/>
                </a:lnTo>
                <a:moveTo>
                  <a:pt x="20005" y="0"/>
                </a:moveTo>
                <a:lnTo>
                  <a:pt x="20085" y="0"/>
                </a:lnTo>
                <a:lnTo>
                  <a:pt x="20085" y="28"/>
                </a:lnTo>
                <a:lnTo>
                  <a:pt x="20005" y="28"/>
                </a:lnTo>
                <a:lnTo>
                  <a:pt x="20005" y="0"/>
                </a:lnTo>
                <a:moveTo>
                  <a:pt x="20138" y="0"/>
                </a:moveTo>
                <a:lnTo>
                  <a:pt x="20217" y="0"/>
                </a:lnTo>
                <a:lnTo>
                  <a:pt x="20217" y="28"/>
                </a:lnTo>
                <a:lnTo>
                  <a:pt x="20138" y="28"/>
                </a:lnTo>
                <a:lnTo>
                  <a:pt x="20138" y="0"/>
                </a:lnTo>
                <a:moveTo>
                  <a:pt x="20270" y="0"/>
                </a:moveTo>
                <a:lnTo>
                  <a:pt x="20350" y="0"/>
                </a:lnTo>
                <a:lnTo>
                  <a:pt x="20350" y="28"/>
                </a:lnTo>
                <a:lnTo>
                  <a:pt x="20270" y="28"/>
                </a:lnTo>
                <a:lnTo>
                  <a:pt x="20270" y="0"/>
                </a:lnTo>
                <a:moveTo>
                  <a:pt x="20403" y="0"/>
                </a:moveTo>
                <a:lnTo>
                  <a:pt x="20482" y="0"/>
                </a:lnTo>
                <a:lnTo>
                  <a:pt x="20482" y="28"/>
                </a:lnTo>
                <a:lnTo>
                  <a:pt x="20403" y="28"/>
                </a:lnTo>
                <a:lnTo>
                  <a:pt x="20403" y="0"/>
                </a:lnTo>
                <a:moveTo>
                  <a:pt x="20535" y="0"/>
                </a:moveTo>
                <a:lnTo>
                  <a:pt x="20615" y="0"/>
                </a:lnTo>
                <a:lnTo>
                  <a:pt x="20615" y="28"/>
                </a:lnTo>
                <a:lnTo>
                  <a:pt x="20535" y="28"/>
                </a:lnTo>
                <a:lnTo>
                  <a:pt x="20535" y="0"/>
                </a:lnTo>
                <a:moveTo>
                  <a:pt x="20668" y="0"/>
                </a:moveTo>
                <a:lnTo>
                  <a:pt x="20747" y="0"/>
                </a:lnTo>
                <a:lnTo>
                  <a:pt x="20747" y="28"/>
                </a:lnTo>
                <a:lnTo>
                  <a:pt x="20668" y="28"/>
                </a:lnTo>
                <a:lnTo>
                  <a:pt x="20668" y="0"/>
                </a:lnTo>
                <a:moveTo>
                  <a:pt x="20800" y="0"/>
                </a:moveTo>
                <a:lnTo>
                  <a:pt x="20880" y="0"/>
                </a:lnTo>
                <a:lnTo>
                  <a:pt x="20880" y="28"/>
                </a:lnTo>
                <a:lnTo>
                  <a:pt x="20800" y="28"/>
                </a:lnTo>
                <a:lnTo>
                  <a:pt x="20800" y="0"/>
                </a:lnTo>
                <a:moveTo>
                  <a:pt x="20933" y="0"/>
                </a:moveTo>
                <a:lnTo>
                  <a:pt x="21012" y="0"/>
                </a:lnTo>
                <a:lnTo>
                  <a:pt x="21012" y="28"/>
                </a:lnTo>
                <a:lnTo>
                  <a:pt x="20933" y="28"/>
                </a:lnTo>
                <a:lnTo>
                  <a:pt x="20933" y="0"/>
                </a:lnTo>
                <a:moveTo>
                  <a:pt x="21065" y="0"/>
                </a:moveTo>
                <a:lnTo>
                  <a:pt x="21145" y="0"/>
                </a:lnTo>
                <a:lnTo>
                  <a:pt x="21145" y="28"/>
                </a:lnTo>
                <a:lnTo>
                  <a:pt x="21065" y="28"/>
                </a:lnTo>
                <a:lnTo>
                  <a:pt x="21065" y="0"/>
                </a:lnTo>
                <a:moveTo>
                  <a:pt x="21198" y="0"/>
                </a:moveTo>
                <a:lnTo>
                  <a:pt x="21277" y="0"/>
                </a:lnTo>
                <a:lnTo>
                  <a:pt x="21277" y="28"/>
                </a:lnTo>
                <a:lnTo>
                  <a:pt x="21198" y="28"/>
                </a:lnTo>
                <a:lnTo>
                  <a:pt x="21198" y="0"/>
                </a:lnTo>
                <a:moveTo>
                  <a:pt x="21330" y="0"/>
                </a:moveTo>
                <a:lnTo>
                  <a:pt x="21410" y="0"/>
                </a:lnTo>
                <a:lnTo>
                  <a:pt x="21410" y="28"/>
                </a:lnTo>
                <a:lnTo>
                  <a:pt x="21330" y="28"/>
                </a:lnTo>
                <a:lnTo>
                  <a:pt x="21330" y="0"/>
                </a:lnTo>
                <a:moveTo>
                  <a:pt x="21463" y="0"/>
                </a:moveTo>
                <a:lnTo>
                  <a:pt x="21542" y="0"/>
                </a:lnTo>
                <a:lnTo>
                  <a:pt x="21542" y="28"/>
                </a:lnTo>
                <a:lnTo>
                  <a:pt x="21463" y="28"/>
                </a:lnTo>
                <a:lnTo>
                  <a:pt x="21463" y="0"/>
                </a:lnTo>
                <a:moveTo>
                  <a:pt x="21595" y="0"/>
                </a:moveTo>
                <a:lnTo>
                  <a:pt x="21674" y="0"/>
                </a:lnTo>
                <a:lnTo>
                  <a:pt x="21674" y="28"/>
                </a:lnTo>
                <a:lnTo>
                  <a:pt x="21595" y="28"/>
                </a:lnTo>
                <a:lnTo>
                  <a:pt x="21595" y="0"/>
                </a:lnTo>
                <a:moveTo>
                  <a:pt x="21728" y="0"/>
                </a:moveTo>
                <a:lnTo>
                  <a:pt x="21807" y="0"/>
                </a:lnTo>
                <a:lnTo>
                  <a:pt x="21807" y="28"/>
                </a:lnTo>
                <a:lnTo>
                  <a:pt x="21728" y="28"/>
                </a:lnTo>
                <a:lnTo>
                  <a:pt x="21728" y="0"/>
                </a:lnTo>
                <a:moveTo>
                  <a:pt x="21860" y="0"/>
                </a:moveTo>
                <a:lnTo>
                  <a:pt x="21939" y="0"/>
                </a:lnTo>
                <a:lnTo>
                  <a:pt x="21939" y="28"/>
                </a:lnTo>
                <a:lnTo>
                  <a:pt x="21860" y="28"/>
                </a:lnTo>
                <a:lnTo>
                  <a:pt x="21860" y="0"/>
                </a:lnTo>
                <a:moveTo>
                  <a:pt x="21993" y="0"/>
                </a:moveTo>
                <a:lnTo>
                  <a:pt x="22072" y="0"/>
                </a:lnTo>
                <a:lnTo>
                  <a:pt x="22072" y="28"/>
                </a:lnTo>
                <a:lnTo>
                  <a:pt x="21993" y="28"/>
                </a:lnTo>
                <a:lnTo>
                  <a:pt x="21993" y="0"/>
                </a:lnTo>
                <a:moveTo>
                  <a:pt x="22125" y="0"/>
                </a:moveTo>
                <a:lnTo>
                  <a:pt x="22204" y="0"/>
                </a:lnTo>
                <a:lnTo>
                  <a:pt x="22204" y="28"/>
                </a:lnTo>
                <a:lnTo>
                  <a:pt x="22125" y="28"/>
                </a:lnTo>
                <a:lnTo>
                  <a:pt x="22125" y="0"/>
                </a:lnTo>
                <a:moveTo>
                  <a:pt x="22258" y="0"/>
                </a:moveTo>
                <a:lnTo>
                  <a:pt x="22337" y="0"/>
                </a:lnTo>
                <a:lnTo>
                  <a:pt x="22337" y="28"/>
                </a:lnTo>
                <a:lnTo>
                  <a:pt x="22258" y="28"/>
                </a:lnTo>
                <a:lnTo>
                  <a:pt x="22258" y="0"/>
                </a:lnTo>
                <a:moveTo>
                  <a:pt x="22390" y="0"/>
                </a:moveTo>
                <a:lnTo>
                  <a:pt x="22469" y="0"/>
                </a:lnTo>
                <a:lnTo>
                  <a:pt x="22469" y="28"/>
                </a:lnTo>
                <a:lnTo>
                  <a:pt x="22390" y="28"/>
                </a:lnTo>
                <a:lnTo>
                  <a:pt x="22390" y="0"/>
                </a:lnTo>
                <a:moveTo>
                  <a:pt x="22522" y="0"/>
                </a:moveTo>
                <a:lnTo>
                  <a:pt x="22602" y="0"/>
                </a:lnTo>
                <a:lnTo>
                  <a:pt x="22602" y="28"/>
                </a:lnTo>
                <a:lnTo>
                  <a:pt x="22522" y="28"/>
                </a:lnTo>
                <a:lnTo>
                  <a:pt x="22522" y="0"/>
                </a:lnTo>
                <a:moveTo>
                  <a:pt x="22655" y="0"/>
                </a:moveTo>
                <a:lnTo>
                  <a:pt x="22734" y="0"/>
                </a:lnTo>
                <a:lnTo>
                  <a:pt x="22734" y="28"/>
                </a:lnTo>
                <a:lnTo>
                  <a:pt x="22655" y="28"/>
                </a:lnTo>
                <a:lnTo>
                  <a:pt x="22655" y="0"/>
                </a:lnTo>
                <a:moveTo>
                  <a:pt x="22787" y="0"/>
                </a:moveTo>
                <a:lnTo>
                  <a:pt x="22867" y="0"/>
                </a:lnTo>
                <a:lnTo>
                  <a:pt x="22867" y="28"/>
                </a:lnTo>
                <a:lnTo>
                  <a:pt x="22787" y="28"/>
                </a:lnTo>
                <a:lnTo>
                  <a:pt x="22787" y="0"/>
                </a:lnTo>
                <a:moveTo>
                  <a:pt x="22920" y="0"/>
                </a:moveTo>
                <a:lnTo>
                  <a:pt x="22999" y="0"/>
                </a:lnTo>
                <a:lnTo>
                  <a:pt x="22999" y="28"/>
                </a:lnTo>
                <a:lnTo>
                  <a:pt x="22920" y="28"/>
                </a:lnTo>
                <a:lnTo>
                  <a:pt x="22920" y="0"/>
                </a:lnTo>
                <a:moveTo>
                  <a:pt x="23052" y="0"/>
                </a:moveTo>
                <a:lnTo>
                  <a:pt x="23132" y="0"/>
                </a:lnTo>
                <a:lnTo>
                  <a:pt x="23132" y="28"/>
                </a:lnTo>
                <a:lnTo>
                  <a:pt x="23052" y="28"/>
                </a:lnTo>
                <a:lnTo>
                  <a:pt x="23052" y="0"/>
                </a:lnTo>
                <a:moveTo>
                  <a:pt x="23185" y="0"/>
                </a:moveTo>
                <a:lnTo>
                  <a:pt x="23264" y="0"/>
                </a:lnTo>
                <a:lnTo>
                  <a:pt x="23264" y="28"/>
                </a:lnTo>
                <a:lnTo>
                  <a:pt x="23185" y="28"/>
                </a:lnTo>
                <a:lnTo>
                  <a:pt x="23185" y="0"/>
                </a:lnTo>
                <a:moveTo>
                  <a:pt x="23317" y="0"/>
                </a:moveTo>
                <a:lnTo>
                  <a:pt x="23397" y="0"/>
                </a:lnTo>
                <a:lnTo>
                  <a:pt x="23397" y="28"/>
                </a:lnTo>
                <a:lnTo>
                  <a:pt x="23317" y="28"/>
                </a:lnTo>
                <a:lnTo>
                  <a:pt x="23317" y="0"/>
                </a:lnTo>
                <a:moveTo>
                  <a:pt x="23450" y="0"/>
                </a:moveTo>
                <a:lnTo>
                  <a:pt x="23529" y="0"/>
                </a:lnTo>
                <a:lnTo>
                  <a:pt x="23529" y="28"/>
                </a:lnTo>
                <a:lnTo>
                  <a:pt x="23450" y="28"/>
                </a:lnTo>
                <a:lnTo>
                  <a:pt x="23450" y="0"/>
                </a:lnTo>
                <a:moveTo>
                  <a:pt x="23582" y="0"/>
                </a:moveTo>
                <a:lnTo>
                  <a:pt x="23662" y="0"/>
                </a:lnTo>
                <a:lnTo>
                  <a:pt x="23662" y="28"/>
                </a:lnTo>
                <a:lnTo>
                  <a:pt x="23582" y="28"/>
                </a:lnTo>
                <a:lnTo>
                  <a:pt x="23582" y="0"/>
                </a:lnTo>
                <a:moveTo>
                  <a:pt x="23715" y="0"/>
                </a:moveTo>
                <a:lnTo>
                  <a:pt x="23794" y="0"/>
                </a:lnTo>
                <a:lnTo>
                  <a:pt x="23794" y="28"/>
                </a:lnTo>
                <a:lnTo>
                  <a:pt x="23715" y="28"/>
                </a:lnTo>
                <a:lnTo>
                  <a:pt x="23715" y="0"/>
                </a:lnTo>
                <a:moveTo>
                  <a:pt x="23847" y="0"/>
                </a:moveTo>
                <a:lnTo>
                  <a:pt x="23927" y="0"/>
                </a:lnTo>
                <a:lnTo>
                  <a:pt x="23927" y="28"/>
                </a:lnTo>
                <a:lnTo>
                  <a:pt x="23847" y="28"/>
                </a:lnTo>
                <a:lnTo>
                  <a:pt x="23847" y="0"/>
                </a:lnTo>
                <a:moveTo>
                  <a:pt x="23980" y="0"/>
                </a:moveTo>
                <a:lnTo>
                  <a:pt x="24059" y="0"/>
                </a:lnTo>
                <a:lnTo>
                  <a:pt x="24059" y="28"/>
                </a:lnTo>
                <a:lnTo>
                  <a:pt x="23980" y="28"/>
                </a:lnTo>
                <a:lnTo>
                  <a:pt x="23980" y="0"/>
                </a:lnTo>
                <a:moveTo>
                  <a:pt x="24112" y="0"/>
                </a:moveTo>
                <a:lnTo>
                  <a:pt x="24192" y="0"/>
                </a:lnTo>
                <a:lnTo>
                  <a:pt x="24192" y="28"/>
                </a:lnTo>
                <a:lnTo>
                  <a:pt x="24112" y="28"/>
                </a:lnTo>
                <a:lnTo>
                  <a:pt x="24112" y="0"/>
                </a:lnTo>
                <a:moveTo>
                  <a:pt x="24245" y="0"/>
                </a:moveTo>
                <a:lnTo>
                  <a:pt x="24324" y="0"/>
                </a:lnTo>
                <a:lnTo>
                  <a:pt x="24324" y="28"/>
                </a:lnTo>
                <a:lnTo>
                  <a:pt x="24245" y="28"/>
                </a:lnTo>
                <a:lnTo>
                  <a:pt x="24245" y="0"/>
                </a:lnTo>
                <a:moveTo>
                  <a:pt x="24377" y="0"/>
                </a:moveTo>
                <a:lnTo>
                  <a:pt x="24457" y="0"/>
                </a:lnTo>
                <a:lnTo>
                  <a:pt x="24457" y="28"/>
                </a:lnTo>
                <a:lnTo>
                  <a:pt x="24377" y="28"/>
                </a:lnTo>
                <a:lnTo>
                  <a:pt x="24377" y="0"/>
                </a:lnTo>
                <a:moveTo>
                  <a:pt x="24510" y="0"/>
                </a:moveTo>
                <a:lnTo>
                  <a:pt x="24589" y="0"/>
                </a:lnTo>
                <a:lnTo>
                  <a:pt x="24589" y="28"/>
                </a:lnTo>
                <a:lnTo>
                  <a:pt x="24510" y="28"/>
                </a:lnTo>
                <a:lnTo>
                  <a:pt x="24510" y="0"/>
                </a:lnTo>
                <a:moveTo>
                  <a:pt x="24642" y="0"/>
                </a:moveTo>
                <a:lnTo>
                  <a:pt x="24722" y="0"/>
                </a:lnTo>
                <a:lnTo>
                  <a:pt x="24722" y="28"/>
                </a:lnTo>
                <a:lnTo>
                  <a:pt x="24642" y="28"/>
                </a:lnTo>
                <a:lnTo>
                  <a:pt x="24642" y="0"/>
                </a:lnTo>
                <a:moveTo>
                  <a:pt x="24775" y="0"/>
                </a:moveTo>
                <a:lnTo>
                  <a:pt x="24854" y="0"/>
                </a:lnTo>
                <a:lnTo>
                  <a:pt x="24854" y="28"/>
                </a:lnTo>
                <a:lnTo>
                  <a:pt x="24775" y="28"/>
                </a:lnTo>
                <a:lnTo>
                  <a:pt x="24775" y="0"/>
                </a:lnTo>
                <a:moveTo>
                  <a:pt x="24907" y="0"/>
                </a:moveTo>
                <a:lnTo>
                  <a:pt x="24987" y="0"/>
                </a:lnTo>
                <a:lnTo>
                  <a:pt x="24987" y="28"/>
                </a:lnTo>
                <a:lnTo>
                  <a:pt x="24907" y="28"/>
                </a:lnTo>
                <a:lnTo>
                  <a:pt x="24907" y="0"/>
                </a:lnTo>
                <a:moveTo>
                  <a:pt x="25040" y="0"/>
                </a:moveTo>
                <a:lnTo>
                  <a:pt x="25119" y="0"/>
                </a:lnTo>
                <a:lnTo>
                  <a:pt x="25119" y="28"/>
                </a:lnTo>
                <a:lnTo>
                  <a:pt x="25040" y="28"/>
                </a:lnTo>
                <a:lnTo>
                  <a:pt x="25040" y="0"/>
                </a:lnTo>
                <a:moveTo>
                  <a:pt x="25172" y="0"/>
                </a:moveTo>
                <a:lnTo>
                  <a:pt x="25251" y="0"/>
                </a:lnTo>
                <a:lnTo>
                  <a:pt x="25251" y="28"/>
                </a:lnTo>
                <a:lnTo>
                  <a:pt x="25172" y="28"/>
                </a:lnTo>
                <a:lnTo>
                  <a:pt x="25172" y="0"/>
                </a:lnTo>
                <a:moveTo>
                  <a:pt x="25305" y="0"/>
                </a:moveTo>
                <a:lnTo>
                  <a:pt x="25384" y="0"/>
                </a:lnTo>
                <a:lnTo>
                  <a:pt x="25384" y="28"/>
                </a:lnTo>
                <a:lnTo>
                  <a:pt x="25305" y="28"/>
                </a:lnTo>
                <a:lnTo>
                  <a:pt x="25305" y="0"/>
                </a:lnTo>
                <a:moveTo>
                  <a:pt x="25437" y="0"/>
                </a:moveTo>
                <a:lnTo>
                  <a:pt x="25516" y="0"/>
                </a:lnTo>
                <a:lnTo>
                  <a:pt x="25516" y="28"/>
                </a:lnTo>
                <a:lnTo>
                  <a:pt x="25437" y="28"/>
                </a:lnTo>
                <a:lnTo>
                  <a:pt x="25437" y="0"/>
                </a:lnTo>
                <a:moveTo>
                  <a:pt x="25570" y="0"/>
                </a:moveTo>
                <a:lnTo>
                  <a:pt x="25649" y="0"/>
                </a:lnTo>
                <a:lnTo>
                  <a:pt x="25649" y="28"/>
                </a:lnTo>
                <a:lnTo>
                  <a:pt x="25570" y="28"/>
                </a:lnTo>
                <a:lnTo>
                  <a:pt x="25570" y="0"/>
                </a:lnTo>
                <a:moveTo>
                  <a:pt x="25702" y="0"/>
                </a:moveTo>
                <a:lnTo>
                  <a:pt x="25781" y="0"/>
                </a:lnTo>
                <a:lnTo>
                  <a:pt x="25781" y="28"/>
                </a:lnTo>
                <a:lnTo>
                  <a:pt x="25702" y="28"/>
                </a:lnTo>
                <a:lnTo>
                  <a:pt x="25702" y="0"/>
                </a:lnTo>
                <a:moveTo>
                  <a:pt x="25835" y="0"/>
                </a:moveTo>
                <a:lnTo>
                  <a:pt x="25914" y="0"/>
                </a:lnTo>
                <a:lnTo>
                  <a:pt x="25914" y="28"/>
                </a:lnTo>
                <a:lnTo>
                  <a:pt x="25835" y="28"/>
                </a:lnTo>
                <a:lnTo>
                  <a:pt x="25835" y="0"/>
                </a:lnTo>
                <a:moveTo>
                  <a:pt x="25967" y="0"/>
                </a:moveTo>
                <a:lnTo>
                  <a:pt x="26046" y="0"/>
                </a:lnTo>
                <a:lnTo>
                  <a:pt x="26046" y="28"/>
                </a:lnTo>
                <a:lnTo>
                  <a:pt x="25967" y="28"/>
                </a:lnTo>
                <a:lnTo>
                  <a:pt x="25967" y="0"/>
                </a:lnTo>
                <a:moveTo>
                  <a:pt x="26099" y="0"/>
                </a:moveTo>
                <a:lnTo>
                  <a:pt x="26179" y="0"/>
                </a:lnTo>
                <a:lnTo>
                  <a:pt x="26179" y="28"/>
                </a:lnTo>
                <a:lnTo>
                  <a:pt x="26099" y="28"/>
                </a:lnTo>
                <a:lnTo>
                  <a:pt x="26099" y="0"/>
                </a:lnTo>
                <a:moveTo>
                  <a:pt x="26232" y="0"/>
                </a:moveTo>
                <a:lnTo>
                  <a:pt x="26311" y="0"/>
                </a:lnTo>
                <a:lnTo>
                  <a:pt x="26311" y="28"/>
                </a:lnTo>
                <a:lnTo>
                  <a:pt x="26232" y="28"/>
                </a:lnTo>
                <a:lnTo>
                  <a:pt x="26232" y="0"/>
                </a:lnTo>
                <a:moveTo>
                  <a:pt x="26364" y="0"/>
                </a:moveTo>
                <a:lnTo>
                  <a:pt x="26444" y="0"/>
                </a:lnTo>
                <a:lnTo>
                  <a:pt x="26444" y="28"/>
                </a:lnTo>
                <a:lnTo>
                  <a:pt x="26364" y="28"/>
                </a:lnTo>
                <a:lnTo>
                  <a:pt x="26364" y="0"/>
                </a:lnTo>
                <a:moveTo>
                  <a:pt x="26497" y="0"/>
                </a:moveTo>
                <a:lnTo>
                  <a:pt x="26576" y="0"/>
                </a:lnTo>
                <a:lnTo>
                  <a:pt x="26576" y="28"/>
                </a:lnTo>
                <a:lnTo>
                  <a:pt x="26497" y="28"/>
                </a:lnTo>
                <a:lnTo>
                  <a:pt x="26497" y="0"/>
                </a:lnTo>
                <a:moveTo>
                  <a:pt x="26629" y="0"/>
                </a:moveTo>
                <a:lnTo>
                  <a:pt x="26709" y="0"/>
                </a:lnTo>
                <a:lnTo>
                  <a:pt x="26709" y="28"/>
                </a:lnTo>
                <a:lnTo>
                  <a:pt x="26629" y="28"/>
                </a:lnTo>
                <a:lnTo>
                  <a:pt x="26629" y="0"/>
                </a:lnTo>
                <a:moveTo>
                  <a:pt x="26762" y="0"/>
                </a:moveTo>
                <a:lnTo>
                  <a:pt x="26841" y="0"/>
                </a:lnTo>
                <a:lnTo>
                  <a:pt x="26841" y="28"/>
                </a:lnTo>
                <a:lnTo>
                  <a:pt x="26762" y="28"/>
                </a:lnTo>
                <a:lnTo>
                  <a:pt x="26762" y="0"/>
                </a:lnTo>
                <a:moveTo>
                  <a:pt x="26894" y="0"/>
                </a:moveTo>
                <a:lnTo>
                  <a:pt x="26974" y="0"/>
                </a:lnTo>
                <a:lnTo>
                  <a:pt x="26974" y="28"/>
                </a:lnTo>
                <a:lnTo>
                  <a:pt x="26894" y="28"/>
                </a:lnTo>
                <a:lnTo>
                  <a:pt x="26894" y="0"/>
                </a:lnTo>
                <a:moveTo>
                  <a:pt x="27027" y="0"/>
                </a:moveTo>
                <a:lnTo>
                  <a:pt x="27106" y="0"/>
                </a:lnTo>
                <a:lnTo>
                  <a:pt x="27106" y="28"/>
                </a:lnTo>
                <a:lnTo>
                  <a:pt x="27027" y="28"/>
                </a:lnTo>
                <a:lnTo>
                  <a:pt x="27027" y="0"/>
                </a:lnTo>
                <a:moveTo>
                  <a:pt x="27159" y="0"/>
                </a:moveTo>
                <a:lnTo>
                  <a:pt x="27239" y="0"/>
                </a:lnTo>
                <a:lnTo>
                  <a:pt x="27239" y="28"/>
                </a:lnTo>
                <a:lnTo>
                  <a:pt x="27159" y="28"/>
                </a:lnTo>
                <a:lnTo>
                  <a:pt x="27159" y="0"/>
                </a:lnTo>
                <a:moveTo>
                  <a:pt x="27292" y="0"/>
                </a:moveTo>
                <a:lnTo>
                  <a:pt x="27371" y="0"/>
                </a:lnTo>
                <a:lnTo>
                  <a:pt x="27371" y="28"/>
                </a:lnTo>
                <a:lnTo>
                  <a:pt x="27292" y="28"/>
                </a:lnTo>
                <a:lnTo>
                  <a:pt x="27292" y="0"/>
                </a:lnTo>
                <a:moveTo>
                  <a:pt x="27424" y="0"/>
                </a:moveTo>
                <a:lnTo>
                  <a:pt x="27504" y="0"/>
                </a:lnTo>
                <a:lnTo>
                  <a:pt x="27504" y="28"/>
                </a:lnTo>
                <a:lnTo>
                  <a:pt x="27424" y="28"/>
                </a:lnTo>
                <a:lnTo>
                  <a:pt x="27424" y="0"/>
                </a:lnTo>
                <a:moveTo>
                  <a:pt x="27557" y="0"/>
                </a:moveTo>
                <a:lnTo>
                  <a:pt x="27636" y="0"/>
                </a:lnTo>
                <a:lnTo>
                  <a:pt x="27636" y="28"/>
                </a:lnTo>
                <a:lnTo>
                  <a:pt x="27557" y="28"/>
                </a:lnTo>
                <a:lnTo>
                  <a:pt x="27557" y="0"/>
                </a:lnTo>
                <a:moveTo>
                  <a:pt x="27689" y="0"/>
                </a:moveTo>
                <a:lnTo>
                  <a:pt x="27769" y="0"/>
                </a:lnTo>
                <a:lnTo>
                  <a:pt x="27769" y="28"/>
                </a:lnTo>
                <a:lnTo>
                  <a:pt x="27689" y="28"/>
                </a:lnTo>
                <a:lnTo>
                  <a:pt x="27689" y="0"/>
                </a:lnTo>
                <a:moveTo>
                  <a:pt x="27822" y="0"/>
                </a:moveTo>
                <a:lnTo>
                  <a:pt x="27901" y="0"/>
                </a:lnTo>
                <a:lnTo>
                  <a:pt x="27901" y="28"/>
                </a:lnTo>
                <a:lnTo>
                  <a:pt x="27822" y="28"/>
                </a:lnTo>
                <a:lnTo>
                  <a:pt x="27822" y="0"/>
                </a:lnTo>
                <a:moveTo>
                  <a:pt x="27954" y="0"/>
                </a:moveTo>
                <a:lnTo>
                  <a:pt x="28034" y="0"/>
                </a:lnTo>
                <a:lnTo>
                  <a:pt x="28034" y="28"/>
                </a:lnTo>
                <a:lnTo>
                  <a:pt x="27954" y="28"/>
                </a:lnTo>
                <a:lnTo>
                  <a:pt x="27954" y="0"/>
                </a:lnTo>
                <a:moveTo>
                  <a:pt x="28087" y="0"/>
                </a:moveTo>
                <a:lnTo>
                  <a:pt x="28166" y="0"/>
                </a:lnTo>
                <a:lnTo>
                  <a:pt x="28166" y="28"/>
                </a:lnTo>
                <a:lnTo>
                  <a:pt x="28087" y="28"/>
                </a:lnTo>
                <a:lnTo>
                  <a:pt x="28087" y="0"/>
                </a:lnTo>
                <a:moveTo>
                  <a:pt x="28219" y="0"/>
                </a:moveTo>
                <a:lnTo>
                  <a:pt x="28299" y="0"/>
                </a:lnTo>
                <a:lnTo>
                  <a:pt x="28299" y="28"/>
                </a:lnTo>
                <a:lnTo>
                  <a:pt x="28219" y="28"/>
                </a:lnTo>
                <a:lnTo>
                  <a:pt x="28219" y="0"/>
                </a:lnTo>
                <a:moveTo>
                  <a:pt x="28352" y="0"/>
                </a:moveTo>
                <a:lnTo>
                  <a:pt x="28431" y="0"/>
                </a:lnTo>
                <a:lnTo>
                  <a:pt x="28431" y="28"/>
                </a:lnTo>
                <a:lnTo>
                  <a:pt x="28352" y="28"/>
                </a:lnTo>
                <a:lnTo>
                  <a:pt x="28352" y="0"/>
                </a:lnTo>
                <a:moveTo>
                  <a:pt x="28484" y="0"/>
                </a:moveTo>
                <a:lnTo>
                  <a:pt x="28564" y="0"/>
                </a:lnTo>
                <a:lnTo>
                  <a:pt x="28564" y="28"/>
                </a:lnTo>
                <a:lnTo>
                  <a:pt x="28484" y="28"/>
                </a:lnTo>
                <a:lnTo>
                  <a:pt x="28484" y="0"/>
                </a:lnTo>
                <a:moveTo>
                  <a:pt x="28617" y="0"/>
                </a:moveTo>
                <a:lnTo>
                  <a:pt x="28696" y="0"/>
                </a:lnTo>
                <a:lnTo>
                  <a:pt x="28696" y="28"/>
                </a:lnTo>
                <a:lnTo>
                  <a:pt x="28617" y="28"/>
                </a:lnTo>
                <a:lnTo>
                  <a:pt x="28617" y="0"/>
                </a:lnTo>
                <a:moveTo>
                  <a:pt x="28749" y="0"/>
                </a:moveTo>
                <a:lnTo>
                  <a:pt x="28828" y="0"/>
                </a:lnTo>
                <a:lnTo>
                  <a:pt x="28828" y="28"/>
                </a:lnTo>
                <a:lnTo>
                  <a:pt x="28749" y="28"/>
                </a:lnTo>
                <a:lnTo>
                  <a:pt x="28749" y="0"/>
                </a:lnTo>
                <a:moveTo>
                  <a:pt x="28882" y="0"/>
                </a:moveTo>
                <a:lnTo>
                  <a:pt x="28961" y="0"/>
                </a:lnTo>
                <a:lnTo>
                  <a:pt x="28961" y="28"/>
                </a:lnTo>
                <a:lnTo>
                  <a:pt x="28882" y="28"/>
                </a:lnTo>
                <a:lnTo>
                  <a:pt x="28882" y="0"/>
                </a:lnTo>
                <a:moveTo>
                  <a:pt x="29014" y="0"/>
                </a:moveTo>
                <a:lnTo>
                  <a:pt x="29093" y="0"/>
                </a:lnTo>
                <a:lnTo>
                  <a:pt x="29093" y="28"/>
                </a:lnTo>
                <a:lnTo>
                  <a:pt x="29014" y="28"/>
                </a:lnTo>
                <a:lnTo>
                  <a:pt x="29014" y="0"/>
                </a:lnTo>
                <a:moveTo>
                  <a:pt x="29147" y="0"/>
                </a:moveTo>
                <a:lnTo>
                  <a:pt x="29226" y="0"/>
                </a:lnTo>
                <a:lnTo>
                  <a:pt x="29226" y="28"/>
                </a:lnTo>
                <a:lnTo>
                  <a:pt x="29147" y="28"/>
                </a:lnTo>
                <a:lnTo>
                  <a:pt x="29147" y="0"/>
                </a:lnTo>
                <a:moveTo>
                  <a:pt x="29279" y="0"/>
                </a:moveTo>
                <a:lnTo>
                  <a:pt x="29358" y="0"/>
                </a:lnTo>
                <a:lnTo>
                  <a:pt x="29358" y="28"/>
                </a:lnTo>
                <a:lnTo>
                  <a:pt x="29279" y="28"/>
                </a:lnTo>
                <a:lnTo>
                  <a:pt x="29279" y="0"/>
                </a:lnTo>
                <a:moveTo>
                  <a:pt x="29412" y="0"/>
                </a:moveTo>
                <a:lnTo>
                  <a:pt x="29491" y="0"/>
                </a:lnTo>
                <a:lnTo>
                  <a:pt x="29491" y="28"/>
                </a:lnTo>
                <a:lnTo>
                  <a:pt x="29412" y="28"/>
                </a:lnTo>
                <a:lnTo>
                  <a:pt x="29412" y="0"/>
                </a:lnTo>
                <a:moveTo>
                  <a:pt x="29544" y="0"/>
                </a:moveTo>
                <a:lnTo>
                  <a:pt x="29623" y="0"/>
                </a:lnTo>
                <a:lnTo>
                  <a:pt x="29623" y="28"/>
                </a:lnTo>
                <a:lnTo>
                  <a:pt x="29544" y="28"/>
                </a:lnTo>
                <a:lnTo>
                  <a:pt x="29544" y="0"/>
                </a:lnTo>
                <a:moveTo>
                  <a:pt x="29676" y="0"/>
                </a:moveTo>
                <a:lnTo>
                  <a:pt x="29756" y="0"/>
                </a:lnTo>
                <a:lnTo>
                  <a:pt x="29756" y="28"/>
                </a:lnTo>
                <a:lnTo>
                  <a:pt x="29676" y="28"/>
                </a:lnTo>
                <a:lnTo>
                  <a:pt x="29676" y="0"/>
                </a:lnTo>
                <a:moveTo>
                  <a:pt x="29809" y="0"/>
                </a:moveTo>
                <a:lnTo>
                  <a:pt x="29888" y="0"/>
                </a:lnTo>
                <a:lnTo>
                  <a:pt x="29888" y="28"/>
                </a:lnTo>
                <a:lnTo>
                  <a:pt x="29809" y="28"/>
                </a:lnTo>
                <a:lnTo>
                  <a:pt x="29809" y="0"/>
                </a:lnTo>
                <a:moveTo>
                  <a:pt x="29941" y="0"/>
                </a:moveTo>
                <a:lnTo>
                  <a:pt x="30021" y="0"/>
                </a:lnTo>
                <a:lnTo>
                  <a:pt x="30021" y="28"/>
                </a:lnTo>
                <a:lnTo>
                  <a:pt x="29941" y="28"/>
                </a:lnTo>
                <a:lnTo>
                  <a:pt x="29941" y="0"/>
                </a:lnTo>
                <a:moveTo>
                  <a:pt x="30074" y="0"/>
                </a:moveTo>
                <a:lnTo>
                  <a:pt x="30153" y="0"/>
                </a:lnTo>
                <a:lnTo>
                  <a:pt x="30153" y="28"/>
                </a:lnTo>
                <a:lnTo>
                  <a:pt x="30074" y="28"/>
                </a:lnTo>
                <a:lnTo>
                  <a:pt x="30074" y="0"/>
                </a:lnTo>
                <a:moveTo>
                  <a:pt x="30206" y="0"/>
                </a:moveTo>
                <a:lnTo>
                  <a:pt x="30286" y="0"/>
                </a:lnTo>
                <a:lnTo>
                  <a:pt x="30286" y="28"/>
                </a:lnTo>
                <a:lnTo>
                  <a:pt x="30206" y="28"/>
                </a:lnTo>
                <a:lnTo>
                  <a:pt x="30206" y="0"/>
                </a:lnTo>
                <a:moveTo>
                  <a:pt x="30339" y="0"/>
                </a:moveTo>
                <a:lnTo>
                  <a:pt x="30418" y="0"/>
                </a:lnTo>
                <a:lnTo>
                  <a:pt x="30418" y="28"/>
                </a:lnTo>
                <a:lnTo>
                  <a:pt x="30339" y="28"/>
                </a:lnTo>
                <a:lnTo>
                  <a:pt x="30339" y="0"/>
                </a:lnTo>
                <a:moveTo>
                  <a:pt x="30471" y="0"/>
                </a:moveTo>
                <a:lnTo>
                  <a:pt x="30551" y="0"/>
                </a:lnTo>
                <a:lnTo>
                  <a:pt x="30551" y="28"/>
                </a:lnTo>
                <a:lnTo>
                  <a:pt x="30471" y="28"/>
                </a:lnTo>
                <a:lnTo>
                  <a:pt x="30471" y="0"/>
                </a:lnTo>
                <a:moveTo>
                  <a:pt x="30604" y="0"/>
                </a:moveTo>
                <a:lnTo>
                  <a:pt x="30683" y="0"/>
                </a:lnTo>
                <a:lnTo>
                  <a:pt x="30683" y="28"/>
                </a:lnTo>
                <a:lnTo>
                  <a:pt x="30604" y="28"/>
                </a:lnTo>
                <a:lnTo>
                  <a:pt x="30604" y="0"/>
                </a:lnTo>
                <a:moveTo>
                  <a:pt x="30736" y="0"/>
                </a:moveTo>
                <a:lnTo>
                  <a:pt x="30816" y="0"/>
                </a:lnTo>
                <a:lnTo>
                  <a:pt x="30816" y="28"/>
                </a:lnTo>
                <a:lnTo>
                  <a:pt x="30736" y="28"/>
                </a:lnTo>
                <a:lnTo>
                  <a:pt x="30736" y="0"/>
                </a:lnTo>
                <a:moveTo>
                  <a:pt x="30869" y="0"/>
                </a:moveTo>
                <a:lnTo>
                  <a:pt x="30948" y="0"/>
                </a:lnTo>
                <a:lnTo>
                  <a:pt x="30948" y="28"/>
                </a:lnTo>
                <a:lnTo>
                  <a:pt x="30869" y="28"/>
                </a:lnTo>
                <a:lnTo>
                  <a:pt x="30869" y="0"/>
                </a:lnTo>
                <a:moveTo>
                  <a:pt x="31001" y="0"/>
                </a:moveTo>
                <a:lnTo>
                  <a:pt x="31081" y="0"/>
                </a:lnTo>
                <a:lnTo>
                  <a:pt x="31081" y="28"/>
                </a:lnTo>
                <a:lnTo>
                  <a:pt x="31001" y="28"/>
                </a:lnTo>
                <a:lnTo>
                  <a:pt x="31001" y="0"/>
                </a:lnTo>
                <a:moveTo>
                  <a:pt x="31134" y="0"/>
                </a:moveTo>
                <a:lnTo>
                  <a:pt x="31213" y="0"/>
                </a:lnTo>
                <a:lnTo>
                  <a:pt x="31213" y="28"/>
                </a:lnTo>
                <a:lnTo>
                  <a:pt x="31134" y="28"/>
                </a:lnTo>
                <a:lnTo>
                  <a:pt x="31134" y="0"/>
                </a:lnTo>
                <a:moveTo>
                  <a:pt x="31266" y="0"/>
                </a:moveTo>
                <a:lnTo>
                  <a:pt x="31346" y="0"/>
                </a:lnTo>
                <a:lnTo>
                  <a:pt x="31346" y="28"/>
                </a:lnTo>
                <a:lnTo>
                  <a:pt x="31266" y="28"/>
                </a:lnTo>
                <a:lnTo>
                  <a:pt x="31266" y="0"/>
                </a:lnTo>
                <a:moveTo>
                  <a:pt x="31399" y="0"/>
                </a:moveTo>
                <a:lnTo>
                  <a:pt x="31478" y="0"/>
                </a:lnTo>
                <a:lnTo>
                  <a:pt x="31478" y="28"/>
                </a:lnTo>
                <a:lnTo>
                  <a:pt x="31399" y="28"/>
                </a:lnTo>
                <a:lnTo>
                  <a:pt x="31399" y="0"/>
                </a:lnTo>
                <a:moveTo>
                  <a:pt x="31531" y="0"/>
                </a:moveTo>
                <a:lnTo>
                  <a:pt x="31611" y="0"/>
                </a:lnTo>
                <a:lnTo>
                  <a:pt x="31611" y="28"/>
                </a:lnTo>
                <a:lnTo>
                  <a:pt x="31531" y="28"/>
                </a:lnTo>
                <a:lnTo>
                  <a:pt x="31531" y="0"/>
                </a:lnTo>
                <a:moveTo>
                  <a:pt x="31664" y="0"/>
                </a:moveTo>
                <a:lnTo>
                  <a:pt x="31743" y="0"/>
                </a:lnTo>
                <a:lnTo>
                  <a:pt x="31743" y="28"/>
                </a:lnTo>
                <a:lnTo>
                  <a:pt x="31664" y="28"/>
                </a:lnTo>
                <a:lnTo>
                  <a:pt x="31664" y="0"/>
                </a:lnTo>
                <a:moveTo>
                  <a:pt x="31796" y="0"/>
                </a:moveTo>
                <a:lnTo>
                  <a:pt x="31876" y="0"/>
                </a:lnTo>
                <a:lnTo>
                  <a:pt x="31876" y="28"/>
                </a:lnTo>
                <a:lnTo>
                  <a:pt x="31796" y="28"/>
                </a:lnTo>
                <a:lnTo>
                  <a:pt x="31796" y="0"/>
                </a:lnTo>
                <a:moveTo>
                  <a:pt x="31929" y="0"/>
                </a:moveTo>
                <a:lnTo>
                  <a:pt x="32008" y="0"/>
                </a:lnTo>
                <a:lnTo>
                  <a:pt x="32008" y="28"/>
                </a:lnTo>
                <a:lnTo>
                  <a:pt x="31929" y="28"/>
                </a:lnTo>
                <a:lnTo>
                  <a:pt x="31929" y="0"/>
                </a:lnTo>
                <a:moveTo>
                  <a:pt x="32061" y="0"/>
                </a:moveTo>
                <a:lnTo>
                  <a:pt x="32141" y="0"/>
                </a:lnTo>
                <a:lnTo>
                  <a:pt x="32141" y="28"/>
                </a:lnTo>
                <a:lnTo>
                  <a:pt x="32061" y="28"/>
                </a:lnTo>
                <a:lnTo>
                  <a:pt x="32061" y="0"/>
                </a:lnTo>
                <a:moveTo>
                  <a:pt x="32194" y="0"/>
                </a:moveTo>
                <a:lnTo>
                  <a:pt x="32273" y="0"/>
                </a:lnTo>
                <a:lnTo>
                  <a:pt x="32273" y="28"/>
                </a:lnTo>
                <a:lnTo>
                  <a:pt x="32194" y="28"/>
                </a:lnTo>
                <a:lnTo>
                  <a:pt x="32194" y="0"/>
                </a:lnTo>
                <a:moveTo>
                  <a:pt x="32326" y="0"/>
                </a:moveTo>
                <a:lnTo>
                  <a:pt x="32405" y="0"/>
                </a:lnTo>
                <a:lnTo>
                  <a:pt x="32405" y="28"/>
                </a:lnTo>
                <a:lnTo>
                  <a:pt x="32326" y="28"/>
                </a:lnTo>
                <a:lnTo>
                  <a:pt x="32326" y="0"/>
                </a:lnTo>
                <a:moveTo>
                  <a:pt x="32459" y="0"/>
                </a:moveTo>
                <a:lnTo>
                  <a:pt x="32538" y="0"/>
                </a:lnTo>
                <a:lnTo>
                  <a:pt x="32538" y="28"/>
                </a:lnTo>
                <a:lnTo>
                  <a:pt x="32459" y="28"/>
                </a:lnTo>
                <a:lnTo>
                  <a:pt x="32459" y="0"/>
                </a:lnTo>
                <a:moveTo>
                  <a:pt x="32591" y="0"/>
                </a:moveTo>
                <a:lnTo>
                  <a:pt x="32670" y="0"/>
                </a:lnTo>
                <a:lnTo>
                  <a:pt x="32670" y="28"/>
                </a:lnTo>
                <a:lnTo>
                  <a:pt x="32591" y="28"/>
                </a:lnTo>
                <a:lnTo>
                  <a:pt x="32591" y="0"/>
                </a:lnTo>
                <a:moveTo>
                  <a:pt x="32724" y="0"/>
                </a:moveTo>
                <a:lnTo>
                  <a:pt x="32803" y="0"/>
                </a:lnTo>
                <a:lnTo>
                  <a:pt x="32803" y="28"/>
                </a:lnTo>
                <a:lnTo>
                  <a:pt x="32724" y="28"/>
                </a:lnTo>
                <a:lnTo>
                  <a:pt x="32724" y="0"/>
                </a:lnTo>
                <a:moveTo>
                  <a:pt x="32856" y="0"/>
                </a:moveTo>
                <a:lnTo>
                  <a:pt x="32935" y="0"/>
                </a:lnTo>
                <a:lnTo>
                  <a:pt x="32935" y="28"/>
                </a:lnTo>
                <a:lnTo>
                  <a:pt x="32856" y="28"/>
                </a:lnTo>
                <a:lnTo>
                  <a:pt x="32856" y="0"/>
                </a:lnTo>
                <a:moveTo>
                  <a:pt x="32989" y="0"/>
                </a:moveTo>
                <a:lnTo>
                  <a:pt x="33068" y="0"/>
                </a:lnTo>
                <a:lnTo>
                  <a:pt x="33068" y="28"/>
                </a:lnTo>
                <a:lnTo>
                  <a:pt x="32989" y="28"/>
                </a:lnTo>
                <a:lnTo>
                  <a:pt x="32989" y="0"/>
                </a:lnTo>
                <a:moveTo>
                  <a:pt x="33121" y="0"/>
                </a:moveTo>
                <a:lnTo>
                  <a:pt x="33200" y="0"/>
                </a:lnTo>
                <a:lnTo>
                  <a:pt x="33200" y="28"/>
                </a:lnTo>
                <a:lnTo>
                  <a:pt x="33121" y="28"/>
                </a:lnTo>
                <a:lnTo>
                  <a:pt x="33121" y="0"/>
                </a:lnTo>
                <a:moveTo>
                  <a:pt x="33253" y="0"/>
                </a:moveTo>
                <a:lnTo>
                  <a:pt x="33333" y="0"/>
                </a:lnTo>
                <a:lnTo>
                  <a:pt x="33333" y="28"/>
                </a:lnTo>
                <a:lnTo>
                  <a:pt x="33253" y="28"/>
                </a:lnTo>
                <a:lnTo>
                  <a:pt x="33253" y="0"/>
                </a:lnTo>
                <a:moveTo>
                  <a:pt x="33386" y="0"/>
                </a:moveTo>
                <a:lnTo>
                  <a:pt x="33465" y="0"/>
                </a:lnTo>
                <a:lnTo>
                  <a:pt x="33465" y="28"/>
                </a:lnTo>
                <a:lnTo>
                  <a:pt x="33386" y="28"/>
                </a:lnTo>
                <a:lnTo>
                  <a:pt x="33386" y="0"/>
                </a:lnTo>
                <a:moveTo>
                  <a:pt x="33518" y="0"/>
                </a:moveTo>
                <a:lnTo>
                  <a:pt x="33598" y="0"/>
                </a:lnTo>
                <a:lnTo>
                  <a:pt x="33598" y="28"/>
                </a:lnTo>
                <a:lnTo>
                  <a:pt x="33518" y="28"/>
                </a:lnTo>
                <a:lnTo>
                  <a:pt x="33518" y="0"/>
                </a:lnTo>
                <a:moveTo>
                  <a:pt x="33651" y="0"/>
                </a:moveTo>
                <a:lnTo>
                  <a:pt x="33730" y="0"/>
                </a:lnTo>
                <a:lnTo>
                  <a:pt x="33730" y="28"/>
                </a:lnTo>
                <a:lnTo>
                  <a:pt x="33651" y="28"/>
                </a:lnTo>
                <a:lnTo>
                  <a:pt x="33651" y="0"/>
                </a:lnTo>
                <a:moveTo>
                  <a:pt x="33783" y="0"/>
                </a:moveTo>
                <a:lnTo>
                  <a:pt x="33863" y="0"/>
                </a:lnTo>
                <a:lnTo>
                  <a:pt x="33863" y="28"/>
                </a:lnTo>
                <a:lnTo>
                  <a:pt x="33783" y="28"/>
                </a:lnTo>
                <a:lnTo>
                  <a:pt x="33783" y="0"/>
                </a:lnTo>
                <a:moveTo>
                  <a:pt x="33916" y="0"/>
                </a:moveTo>
                <a:lnTo>
                  <a:pt x="33995" y="0"/>
                </a:lnTo>
                <a:lnTo>
                  <a:pt x="33995" y="28"/>
                </a:lnTo>
                <a:lnTo>
                  <a:pt x="33916" y="28"/>
                </a:lnTo>
                <a:lnTo>
                  <a:pt x="33916" y="0"/>
                </a:lnTo>
                <a:moveTo>
                  <a:pt x="34048" y="0"/>
                </a:moveTo>
                <a:lnTo>
                  <a:pt x="34128" y="0"/>
                </a:lnTo>
                <a:lnTo>
                  <a:pt x="34128" y="28"/>
                </a:lnTo>
                <a:lnTo>
                  <a:pt x="34048" y="28"/>
                </a:lnTo>
                <a:lnTo>
                  <a:pt x="34048" y="0"/>
                </a:lnTo>
                <a:moveTo>
                  <a:pt x="34181" y="0"/>
                </a:moveTo>
                <a:lnTo>
                  <a:pt x="34260" y="0"/>
                </a:lnTo>
                <a:lnTo>
                  <a:pt x="34260" y="28"/>
                </a:lnTo>
                <a:lnTo>
                  <a:pt x="34181" y="28"/>
                </a:lnTo>
                <a:lnTo>
                  <a:pt x="34181" y="0"/>
                </a:lnTo>
                <a:moveTo>
                  <a:pt x="34313" y="0"/>
                </a:moveTo>
                <a:lnTo>
                  <a:pt x="34393" y="0"/>
                </a:lnTo>
                <a:lnTo>
                  <a:pt x="34393" y="28"/>
                </a:lnTo>
                <a:lnTo>
                  <a:pt x="34313" y="28"/>
                </a:lnTo>
                <a:lnTo>
                  <a:pt x="34313" y="0"/>
                </a:lnTo>
                <a:moveTo>
                  <a:pt x="34446" y="0"/>
                </a:moveTo>
                <a:lnTo>
                  <a:pt x="34525" y="0"/>
                </a:lnTo>
                <a:lnTo>
                  <a:pt x="34525" y="28"/>
                </a:lnTo>
                <a:lnTo>
                  <a:pt x="34446" y="28"/>
                </a:lnTo>
                <a:lnTo>
                  <a:pt x="34446" y="0"/>
                </a:lnTo>
                <a:moveTo>
                  <a:pt x="34578" y="0"/>
                </a:moveTo>
                <a:lnTo>
                  <a:pt x="34658" y="0"/>
                </a:lnTo>
                <a:lnTo>
                  <a:pt x="34658" y="28"/>
                </a:lnTo>
                <a:lnTo>
                  <a:pt x="34578" y="28"/>
                </a:lnTo>
                <a:lnTo>
                  <a:pt x="34578" y="0"/>
                </a:lnTo>
                <a:moveTo>
                  <a:pt x="34711" y="0"/>
                </a:moveTo>
                <a:lnTo>
                  <a:pt x="34790" y="0"/>
                </a:lnTo>
                <a:lnTo>
                  <a:pt x="34790" y="28"/>
                </a:lnTo>
                <a:lnTo>
                  <a:pt x="34711" y="28"/>
                </a:lnTo>
                <a:lnTo>
                  <a:pt x="34711" y="0"/>
                </a:lnTo>
                <a:moveTo>
                  <a:pt x="34843" y="0"/>
                </a:moveTo>
                <a:lnTo>
                  <a:pt x="34923" y="0"/>
                </a:lnTo>
                <a:lnTo>
                  <a:pt x="34923" y="28"/>
                </a:lnTo>
                <a:lnTo>
                  <a:pt x="34843" y="28"/>
                </a:lnTo>
                <a:lnTo>
                  <a:pt x="34843" y="0"/>
                </a:lnTo>
                <a:moveTo>
                  <a:pt x="34976" y="0"/>
                </a:moveTo>
                <a:lnTo>
                  <a:pt x="35055" y="0"/>
                </a:lnTo>
                <a:lnTo>
                  <a:pt x="35055" y="28"/>
                </a:lnTo>
                <a:lnTo>
                  <a:pt x="34976" y="28"/>
                </a:lnTo>
                <a:lnTo>
                  <a:pt x="34976" y="0"/>
                </a:lnTo>
                <a:moveTo>
                  <a:pt x="35108" y="0"/>
                </a:moveTo>
                <a:lnTo>
                  <a:pt x="35188" y="0"/>
                </a:lnTo>
                <a:lnTo>
                  <a:pt x="35188" y="28"/>
                </a:lnTo>
                <a:lnTo>
                  <a:pt x="35108" y="28"/>
                </a:lnTo>
                <a:lnTo>
                  <a:pt x="35108" y="0"/>
                </a:lnTo>
                <a:moveTo>
                  <a:pt x="35241" y="0"/>
                </a:moveTo>
                <a:lnTo>
                  <a:pt x="35320" y="0"/>
                </a:lnTo>
                <a:lnTo>
                  <a:pt x="35320" y="28"/>
                </a:lnTo>
                <a:lnTo>
                  <a:pt x="35241" y="28"/>
                </a:lnTo>
                <a:lnTo>
                  <a:pt x="35241" y="0"/>
                </a:lnTo>
                <a:moveTo>
                  <a:pt x="35373" y="0"/>
                </a:moveTo>
                <a:lnTo>
                  <a:pt x="35453" y="0"/>
                </a:lnTo>
                <a:lnTo>
                  <a:pt x="35453" y="28"/>
                </a:lnTo>
                <a:lnTo>
                  <a:pt x="35373" y="28"/>
                </a:lnTo>
                <a:lnTo>
                  <a:pt x="35373" y="0"/>
                </a:lnTo>
                <a:moveTo>
                  <a:pt x="35506" y="0"/>
                </a:moveTo>
                <a:lnTo>
                  <a:pt x="35585" y="0"/>
                </a:lnTo>
                <a:lnTo>
                  <a:pt x="35585" y="28"/>
                </a:lnTo>
                <a:lnTo>
                  <a:pt x="35506" y="28"/>
                </a:lnTo>
                <a:lnTo>
                  <a:pt x="35506" y="0"/>
                </a:lnTo>
                <a:moveTo>
                  <a:pt x="35638" y="0"/>
                </a:moveTo>
                <a:lnTo>
                  <a:pt x="35718" y="0"/>
                </a:lnTo>
                <a:lnTo>
                  <a:pt x="35718" y="28"/>
                </a:lnTo>
                <a:lnTo>
                  <a:pt x="35638" y="28"/>
                </a:lnTo>
                <a:lnTo>
                  <a:pt x="35638" y="0"/>
                </a:lnTo>
                <a:moveTo>
                  <a:pt x="35771" y="0"/>
                </a:moveTo>
                <a:lnTo>
                  <a:pt x="35850" y="0"/>
                </a:lnTo>
                <a:lnTo>
                  <a:pt x="35850" y="28"/>
                </a:lnTo>
                <a:lnTo>
                  <a:pt x="35771" y="28"/>
                </a:lnTo>
                <a:lnTo>
                  <a:pt x="35771" y="0"/>
                </a:lnTo>
                <a:moveTo>
                  <a:pt x="35903" y="0"/>
                </a:moveTo>
                <a:lnTo>
                  <a:pt x="35982" y="0"/>
                </a:lnTo>
                <a:lnTo>
                  <a:pt x="35982" y="28"/>
                </a:lnTo>
                <a:lnTo>
                  <a:pt x="35903" y="28"/>
                </a:lnTo>
                <a:lnTo>
                  <a:pt x="35903" y="0"/>
                </a:lnTo>
                <a:moveTo>
                  <a:pt x="36036" y="0"/>
                </a:moveTo>
                <a:lnTo>
                  <a:pt x="36115" y="0"/>
                </a:lnTo>
                <a:lnTo>
                  <a:pt x="36115" y="28"/>
                </a:lnTo>
                <a:lnTo>
                  <a:pt x="36036" y="28"/>
                </a:lnTo>
                <a:lnTo>
                  <a:pt x="36036" y="0"/>
                </a:lnTo>
                <a:moveTo>
                  <a:pt x="36168" y="0"/>
                </a:moveTo>
                <a:lnTo>
                  <a:pt x="36247" y="0"/>
                </a:lnTo>
                <a:lnTo>
                  <a:pt x="36247" y="28"/>
                </a:lnTo>
                <a:lnTo>
                  <a:pt x="36168" y="28"/>
                </a:lnTo>
                <a:lnTo>
                  <a:pt x="36168" y="0"/>
                </a:lnTo>
                <a:moveTo>
                  <a:pt x="36301" y="0"/>
                </a:moveTo>
                <a:lnTo>
                  <a:pt x="36380" y="0"/>
                </a:lnTo>
                <a:lnTo>
                  <a:pt x="36380" y="28"/>
                </a:lnTo>
                <a:lnTo>
                  <a:pt x="36301" y="28"/>
                </a:lnTo>
                <a:lnTo>
                  <a:pt x="36301" y="0"/>
                </a:lnTo>
                <a:moveTo>
                  <a:pt x="36433" y="0"/>
                </a:moveTo>
                <a:lnTo>
                  <a:pt x="36512" y="0"/>
                </a:lnTo>
                <a:lnTo>
                  <a:pt x="36512" y="28"/>
                </a:lnTo>
                <a:lnTo>
                  <a:pt x="36433" y="28"/>
                </a:lnTo>
                <a:lnTo>
                  <a:pt x="36433" y="0"/>
                </a:lnTo>
                <a:moveTo>
                  <a:pt x="36566" y="0"/>
                </a:moveTo>
                <a:lnTo>
                  <a:pt x="36645" y="0"/>
                </a:lnTo>
                <a:lnTo>
                  <a:pt x="36645" y="28"/>
                </a:lnTo>
                <a:lnTo>
                  <a:pt x="36566" y="28"/>
                </a:lnTo>
                <a:lnTo>
                  <a:pt x="36566" y="0"/>
                </a:lnTo>
                <a:moveTo>
                  <a:pt x="36698" y="0"/>
                </a:moveTo>
                <a:lnTo>
                  <a:pt x="36777" y="0"/>
                </a:lnTo>
                <a:lnTo>
                  <a:pt x="36777" y="28"/>
                </a:lnTo>
                <a:lnTo>
                  <a:pt x="36698" y="28"/>
                </a:lnTo>
                <a:lnTo>
                  <a:pt x="36698" y="0"/>
                </a:lnTo>
                <a:moveTo>
                  <a:pt x="36830" y="0"/>
                </a:moveTo>
                <a:lnTo>
                  <a:pt x="36910" y="0"/>
                </a:lnTo>
                <a:lnTo>
                  <a:pt x="36910" y="28"/>
                </a:lnTo>
                <a:lnTo>
                  <a:pt x="36830" y="28"/>
                </a:lnTo>
                <a:lnTo>
                  <a:pt x="36830" y="0"/>
                </a:lnTo>
                <a:moveTo>
                  <a:pt x="36963" y="0"/>
                </a:moveTo>
                <a:lnTo>
                  <a:pt x="37042" y="0"/>
                </a:lnTo>
                <a:lnTo>
                  <a:pt x="37042" y="28"/>
                </a:lnTo>
                <a:lnTo>
                  <a:pt x="36963" y="28"/>
                </a:lnTo>
                <a:lnTo>
                  <a:pt x="36963" y="0"/>
                </a:lnTo>
                <a:close/>
              </a:path>
            </a:pathLst>
          </a:custGeom>
          <a:solidFill>
            <a:srgbClr val="E3E2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6726600" y="7423920"/>
            <a:ext cx="3487680" cy="57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3900" b="0" u="none" strike="noStrike">
                <a:solidFill>
                  <a:srgbClr val="000000"/>
                </a:solidFill>
                <a:effectLst/>
                <a:uFillTx/>
                <a:latin typeface="PretendardVariable"/>
                <a:ea typeface="PretendardVariable"/>
              </a:rPr>
              <a:t>이거면 충분하다 싶었어요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5688000" y="9063000"/>
            <a:ext cx="209160" cy="24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650" b="0" u="none" strike="noStrike">
                <a:solidFill>
                  <a:srgbClr val="999999"/>
                </a:solidFill>
                <a:effectLst/>
                <a:uFillTx/>
                <a:latin typeface="PretendardVariable"/>
                <a:ea typeface="PretendardVariable"/>
              </a:rPr>
              <a:t>저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5918760" y="9056160"/>
            <a:ext cx="1668600" cy="29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65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평생 </a:t>
            </a:r>
            <a:r>
              <a:rPr lang="en-US" sz="165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Windows</a:t>
            </a:r>
            <a:r>
              <a:rPr lang="ko-KR" sz="165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만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82" name=""/>
          <p:cNvSpPr/>
          <p:nvPr/>
        </p:nvSpPr>
        <p:spPr>
          <a:xfrm>
            <a:off x="2481120" y="909360"/>
            <a:ext cx="4258080" cy="2334240"/>
          </a:xfrm>
          <a:custGeom>
            <a:avLst/>
            <a:gdLst/>
            <a:ahLst/>
            <a:rect l="0" t="0" r="r" b="b"/>
            <a:pathLst>
              <a:path w="11828" h="6484">
                <a:moveTo>
                  <a:pt x="0" y="5968"/>
                </a:moveTo>
                <a:lnTo>
                  <a:pt x="0" y="516"/>
                </a:lnTo>
                <a:cubicBezTo>
                  <a:pt x="0" y="482"/>
                  <a:pt x="3" y="449"/>
                  <a:pt x="10" y="416"/>
                </a:cubicBezTo>
                <a:cubicBezTo>
                  <a:pt x="16" y="382"/>
                  <a:pt x="26" y="350"/>
                  <a:pt x="39" y="319"/>
                </a:cubicBezTo>
                <a:cubicBezTo>
                  <a:pt x="52" y="287"/>
                  <a:pt x="68" y="258"/>
                  <a:pt x="87" y="230"/>
                </a:cubicBezTo>
                <a:cubicBezTo>
                  <a:pt x="106" y="201"/>
                  <a:pt x="127" y="175"/>
                  <a:pt x="151" y="151"/>
                </a:cubicBezTo>
                <a:cubicBezTo>
                  <a:pt x="175" y="127"/>
                  <a:pt x="201" y="106"/>
                  <a:pt x="229" y="87"/>
                </a:cubicBezTo>
                <a:cubicBezTo>
                  <a:pt x="257" y="68"/>
                  <a:pt x="287" y="53"/>
                  <a:pt x="318" y="40"/>
                </a:cubicBezTo>
                <a:cubicBezTo>
                  <a:pt x="350" y="27"/>
                  <a:pt x="382" y="17"/>
                  <a:pt x="415" y="10"/>
                </a:cubicBezTo>
                <a:cubicBezTo>
                  <a:pt x="448" y="4"/>
                  <a:pt x="482" y="0"/>
                  <a:pt x="516" y="0"/>
                </a:cubicBezTo>
                <a:lnTo>
                  <a:pt x="11312" y="0"/>
                </a:lnTo>
                <a:cubicBezTo>
                  <a:pt x="11346" y="0"/>
                  <a:pt x="11379" y="4"/>
                  <a:pt x="11412" y="10"/>
                </a:cubicBezTo>
                <a:cubicBezTo>
                  <a:pt x="11446" y="17"/>
                  <a:pt x="11478" y="27"/>
                  <a:pt x="11509" y="40"/>
                </a:cubicBezTo>
                <a:cubicBezTo>
                  <a:pt x="11541" y="53"/>
                  <a:pt x="11570" y="68"/>
                  <a:pt x="11598" y="87"/>
                </a:cubicBezTo>
                <a:cubicBezTo>
                  <a:pt x="11627" y="106"/>
                  <a:pt x="11653" y="127"/>
                  <a:pt x="11677" y="151"/>
                </a:cubicBezTo>
                <a:cubicBezTo>
                  <a:pt x="11701" y="175"/>
                  <a:pt x="11722" y="201"/>
                  <a:pt x="11741" y="230"/>
                </a:cubicBezTo>
                <a:cubicBezTo>
                  <a:pt x="11760" y="258"/>
                  <a:pt x="11776" y="287"/>
                  <a:pt x="11788" y="319"/>
                </a:cubicBezTo>
                <a:cubicBezTo>
                  <a:pt x="11801" y="350"/>
                  <a:pt x="11811" y="382"/>
                  <a:pt x="11818" y="416"/>
                </a:cubicBezTo>
                <a:cubicBezTo>
                  <a:pt x="11824" y="449"/>
                  <a:pt x="11828" y="482"/>
                  <a:pt x="11828" y="516"/>
                </a:cubicBezTo>
                <a:lnTo>
                  <a:pt x="11828" y="5968"/>
                </a:lnTo>
                <a:cubicBezTo>
                  <a:pt x="11828" y="6002"/>
                  <a:pt x="11824" y="6035"/>
                  <a:pt x="11818" y="6068"/>
                </a:cubicBezTo>
                <a:cubicBezTo>
                  <a:pt x="11811" y="6102"/>
                  <a:pt x="11801" y="6134"/>
                  <a:pt x="11788" y="6165"/>
                </a:cubicBezTo>
                <a:cubicBezTo>
                  <a:pt x="11776" y="6196"/>
                  <a:pt x="11760" y="6226"/>
                  <a:pt x="11741" y="6254"/>
                </a:cubicBezTo>
                <a:cubicBezTo>
                  <a:pt x="11722" y="6282"/>
                  <a:pt x="11701" y="6308"/>
                  <a:pt x="11677" y="6332"/>
                </a:cubicBezTo>
                <a:cubicBezTo>
                  <a:pt x="11653" y="6356"/>
                  <a:pt x="11627" y="6378"/>
                  <a:pt x="11598" y="6397"/>
                </a:cubicBezTo>
                <a:cubicBezTo>
                  <a:pt x="11570" y="6415"/>
                  <a:pt x="11541" y="6431"/>
                  <a:pt x="11509" y="6444"/>
                </a:cubicBezTo>
                <a:cubicBezTo>
                  <a:pt x="11478" y="6457"/>
                  <a:pt x="11446" y="6467"/>
                  <a:pt x="11412" y="6474"/>
                </a:cubicBezTo>
                <a:cubicBezTo>
                  <a:pt x="11379" y="6480"/>
                  <a:pt x="11346" y="6484"/>
                  <a:pt x="11312" y="6484"/>
                </a:cubicBezTo>
                <a:lnTo>
                  <a:pt x="516" y="6484"/>
                </a:lnTo>
                <a:cubicBezTo>
                  <a:pt x="482" y="6484"/>
                  <a:pt x="448" y="6480"/>
                  <a:pt x="415" y="6474"/>
                </a:cubicBezTo>
                <a:cubicBezTo>
                  <a:pt x="382" y="6467"/>
                  <a:pt x="350" y="6457"/>
                  <a:pt x="318" y="6444"/>
                </a:cubicBezTo>
                <a:cubicBezTo>
                  <a:pt x="287" y="6431"/>
                  <a:pt x="257" y="6415"/>
                  <a:pt x="229" y="6397"/>
                </a:cubicBezTo>
                <a:cubicBezTo>
                  <a:pt x="201" y="6378"/>
                  <a:pt x="175" y="6356"/>
                  <a:pt x="151" y="6332"/>
                </a:cubicBezTo>
                <a:cubicBezTo>
                  <a:pt x="127" y="6308"/>
                  <a:pt x="106" y="6282"/>
                  <a:pt x="87" y="6254"/>
                </a:cubicBezTo>
                <a:cubicBezTo>
                  <a:pt x="68" y="6226"/>
                  <a:pt x="52" y="6196"/>
                  <a:pt x="39" y="6165"/>
                </a:cubicBezTo>
                <a:cubicBezTo>
                  <a:pt x="26" y="6134"/>
                  <a:pt x="16" y="6102"/>
                  <a:pt x="10" y="6068"/>
                </a:cubicBezTo>
                <a:cubicBezTo>
                  <a:pt x="3" y="6035"/>
                  <a:pt x="0" y="6002"/>
                  <a:pt x="0" y="596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83" name=""/>
          <p:cNvSpPr/>
          <p:nvPr/>
        </p:nvSpPr>
        <p:spPr>
          <a:xfrm>
            <a:off x="2481120" y="909360"/>
            <a:ext cx="4258080" cy="2334240"/>
          </a:xfrm>
          <a:custGeom>
            <a:avLst/>
            <a:gdLst/>
            <a:ahLst/>
            <a:rect l="0" t="0" r="r" b="b"/>
            <a:pathLst>
              <a:path w="11828" h="6484">
                <a:moveTo>
                  <a:pt x="0" y="5968"/>
                </a:moveTo>
                <a:lnTo>
                  <a:pt x="0" y="516"/>
                </a:lnTo>
                <a:cubicBezTo>
                  <a:pt x="0" y="482"/>
                  <a:pt x="3" y="449"/>
                  <a:pt x="10" y="416"/>
                </a:cubicBezTo>
                <a:cubicBezTo>
                  <a:pt x="16" y="382"/>
                  <a:pt x="26" y="350"/>
                  <a:pt x="39" y="319"/>
                </a:cubicBezTo>
                <a:cubicBezTo>
                  <a:pt x="52" y="287"/>
                  <a:pt x="68" y="258"/>
                  <a:pt x="87" y="230"/>
                </a:cubicBezTo>
                <a:cubicBezTo>
                  <a:pt x="106" y="201"/>
                  <a:pt x="127" y="175"/>
                  <a:pt x="151" y="151"/>
                </a:cubicBezTo>
                <a:cubicBezTo>
                  <a:pt x="175" y="127"/>
                  <a:pt x="201" y="106"/>
                  <a:pt x="229" y="87"/>
                </a:cubicBezTo>
                <a:cubicBezTo>
                  <a:pt x="257" y="68"/>
                  <a:pt x="287" y="53"/>
                  <a:pt x="318" y="40"/>
                </a:cubicBezTo>
                <a:cubicBezTo>
                  <a:pt x="350" y="27"/>
                  <a:pt x="382" y="17"/>
                  <a:pt x="415" y="10"/>
                </a:cubicBezTo>
                <a:cubicBezTo>
                  <a:pt x="448" y="4"/>
                  <a:pt x="482" y="0"/>
                  <a:pt x="516" y="0"/>
                </a:cubicBezTo>
                <a:lnTo>
                  <a:pt x="11312" y="0"/>
                </a:lnTo>
                <a:cubicBezTo>
                  <a:pt x="11346" y="0"/>
                  <a:pt x="11379" y="4"/>
                  <a:pt x="11412" y="10"/>
                </a:cubicBezTo>
                <a:cubicBezTo>
                  <a:pt x="11446" y="17"/>
                  <a:pt x="11478" y="27"/>
                  <a:pt x="11509" y="40"/>
                </a:cubicBezTo>
                <a:cubicBezTo>
                  <a:pt x="11541" y="53"/>
                  <a:pt x="11570" y="68"/>
                  <a:pt x="11598" y="87"/>
                </a:cubicBezTo>
                <a:cubicBezTo>
                  <a:pt x="11627" y="106"/>
                  <a:pt x="11653" y="127"/>
                  <a:pt x="11677" y="151"/>
                </a:cubicBezTo>
                <a:cubicBezTo>
                  <a:pt x="11701" y="175"/>
                  <a:pt x="11722" y="201"/>
                  <a:pt x="11741" y="230"/>
                </a:cubicBezTo>
                <a:cubicBezTo>
                  <a:pt x="11760" y="258"/>
                  <a:pt x="11776" y="287"/>
                  <a:pt x="11788" y="319"/>
                </a:cubicBezTo>
                <a:cubicBezTo>
                  <a:pt x="11801" y="350"/>
                  <a:pt x="11811" y="382"/>
                  <a:pt x="11818" y="416"/>
                </a:cubicBezTo>
                <a:cubicBezTo>
                  <a:pt x="11824" y="449"/>
                  <a:pt x="11828" y="482"/>
                  <a:pt x="11828" y="516"/>
                </a:cubicBezTo>
                <a:lnTo>
                  <a:pt x="11828" y="5968"/>
                </a:lnTo>
                <a:cubicBezTo>
                  <a:pt x="11828" y="6002"/>
                  <a:pt x="11824" y="6035"/>
                  <a:pt x="11818" y="6068"/>
                </a:cubicBezTo>
                <a:cubicBezTo>
                  <a:pt x="11811" y="6102"/>
                  <a:pt x="11801" y="6134"/>
                  <a:pt x="11788" y="6165"/>
                </a:cubicBezTo>
                <a:cubicBezTo>
                  <a:pt x="11776" y="6196"/>
                  <a:pt x="11760" y="6226"/>
                  <a:pt x="11741" y="6254"/>
                </a:cubicBezTo>
                <a:cubicBezTo>
                  <a:pt x="11722" y="6282"/>
                  <a:pt x="11701" y="6308"/>
                  <a:pt x="11677" y="6332"/>
                </a:cubicBezTo>
                <a:cubicBezTo>
                  <a:pt x="11653" y="6356"/>
                  <a:pt x="11627" y="6378"/>
                  <a:pt x="11598" y="6397"/>
                </a:cubicBezTo>
                <a:cubicBezTo>
                  <a:pt x="11570" y="6415"/>
                  <a:pt x="11541" y="6431"/>
                  <a:pt x="11509" y="6444"/>
                </a:cubicBezTo>
                <a:cubicBezTo>
                  <a:pt x="11478" y="6457"/>
                  <a:pt x="11446" y="6467"/>
                  <a:pt x="11412" y="6474"/>
                </a:cubicBezTo>
                <a:cubicBezTo>
                  <a:pt x="11379" y="6480"/>
                  <a:pt x="11346" y="6484"/>
                  <a:pt x="11312" y="6484"/>
                </a:cubicBezTo>
                <a:lnTo>
                  <a:pt x="516" y="6484"/>
                </a:lnTo>
                <a:cubicBezTo>
                  <a:pt x="482" y="6484"/>
                  <a:pt x="448" y="6480"/>
                  <a:pt x="415" y="6474"/>
                </a:cubicBezTo>
                <a:cubicBezTo>
                  <a:pt x="382" y="6467"/>
                  <a:pt x="350" y="6457"/>
                  <a:pt x="318" y="6444"/>
                </a:cubicBezTo>
                <a:cubicBezTo>
                  <a:pt x="287" y="6431"/>
                  <a:pt x="257" y="6415"/>
                  <a:pt x="229" y="6397"/>
                </a:cubicBezTo>
                <a:cubicBezTo>
                  <a:pt x="201" y="6378"/>
                  <a:pt x="175" y="6356"/>
                  <a:pt x="151" y="6332"/>
                </a:cubicBezTo>
                <a:cubicBezTo>
                  <a:pt x="127" y="6308"/>
                  <a:pt x="106" y="6282"/>
                  <a:pt x="87" y="6254"/>
                </a:cubicBezTo>
                <a:cubicBezTo>
                  <a:pt x="68" y="6226"/>
                  <a:pt x="52" y="6196"/>
                  <a:pt x="39" y="6165"/>
                </a:cubicBezTo>
                <a:cubicBezTo>
                  <a:pt x="26" y="6134"/>
                  <a:pt x="16" y="6102"/>
                  <a:pt x="10" y="6068"/>
                </a:cubicBezTo>
                <a:cubicBezTo>
                  <a:pt x="3" y="6035"/>
                  <a:pt x="0" y="6002"/>
                  <a:pt x="0" y="5968"/>
                </a:cubicBezTo>
                <a:close/>
              </a:path>
            </a:pathLst>
          </a:custGeom>
          <a:noFill/>
          <a:ln w="9360">
            <a:solidFill>
              <a:srgbClr val="E3E2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7396560" y="9063000"/>
            <a:ext cx="40338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999999"/>
                </a:solidFill>
                <a:effectLst/>
                <a:uFillTx/>
                <a:latin typeface="PretendardVariable"/>
                <a:ea typeface="PretendardVariable"/>
              </a:rPr>
              <a:t> 쓰던 사람이라</a:t>
            </a:r>
            <a:r>
              <a:rPr lang="en-US" sz="1650" b="0" u="none" strike="noStrike">
                <a:solidFill>
                  <a:srgbClr val="999999"/>
                </a:solidFill>
                <a:effectLst/>
                <a:uFillTx/>
                <a:latin typeface="PretendardVariable"/>
                <a:ea typeface="PretendardVariable"/>
              </a:rPr>
              <a:t>, </a:t>
            </a:r>
            <a:r>
              <a:rPr lang="ko-KR" sz="1650" b="0" u="none" strike="noStrike">
                <a:solidFill>
                  <a:srgbClr val="999999"/>
                </a:solidFill>
                <a:effectLst/>
                <a:uFillTx/>
                <a:latin typeface="PretendardVariable"/>
                <a:ea typeface="PretendardVariable"/>
              </a:rPr>
              <a:t>검은 창에 뭐 친다</a:t>
            </a:r>
            <a:r>
              <a:rPr lang="en-US" sz="1650" b="0" u="none" strike="noStrike">
                <a:solidFill>
                  <a:srgbClr val="999999"/>
                </a:solidFill>
                <a:effectLst/>
                <a:uFillTx/>
                <a:latin typeface="PretendardVariable"/>
                <a:ea typeface="PretendardVariable"/>
              </a:rPr>
              <a:t>? </a:t>
            </a:r>
            <a:r>
              <a:rPr lang="ko-KR" sz="1650" b="0" u="none" strike="noStrike">
                <a:solidFill>
                  <a:srgbClr val="999999"/>
                </a:solidFill>
                <a:effectLst/>
                <a:uFillTx/>
                <a:latin typeface="PretendardVariable"/>
                <a:ea typeface="PretendardVariable"/>
              </a:rPr>
              <a:t>그게 아예 상상 밖이었거든요</a:t>
            </a:r>
            <a:r>
              <a:rPr lang="en-US" sz="1650" b="0" u="none" strike="noStrike">
                <a:solidFill>
                  <a:srgbClr val="999999"/>
                </a:solidFill>
                <a:effectLst/>
                <a:uFillTx/>
                <a:latin typeface="PretendardVariable"/>
                <a:ea typeface="PretendardVariable"/>
              </a:rPr>
              <a:t>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4152960" y="135252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"/>
          <p:cNvSpPr/>
          <p:nvPr/>
        </p:nvSpPr>
        <p:spPr>
          <a:xfrm>
            <a:off x="3083400" y="1916640"/>
            <a:ext cx="3044160" cy="348480"/>
          </a:xfrm>
          <a:custGeom>
            <a:avLst/>
            <a:gdLst/>
            <a:ahLst/>
            <a:rect l="0" t="0" r="r" b="b"/>
            <a:pathLst>
              <a:path w="8456" h="968">
                <a:moveTo>
                  <a:pt x="0" y="888"/>
                </a:moveTo>
                <a:lnTo>
                  <a:pt x="8447" y="0"/>
                </a:lnTo>
                <a:lnTo>
                  <a:pt x="8456" y="79"/>
                </a:lnTo>
                <a:lnTo>
                  <a:pt x="8" y="968"/>
                </a:lnTo>
                <a:lnTo>
                  <a:pt x="0" y="888"/>
                </a:lnTo>
                <a:close/>
              </a:path>
            </a:pathLst>
          </a:custGeom>
          <a:solidFill>
            <a:srgbClr val="AFAEA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87" name=""/>
          <p:cNvSpPr/>
          <p:nvPr/>
        </p:nvSpPr>
        <p:spPr>
          <a:xfrm>
            <a:off x="7014960" y="909360"/>
            <a:ext cx="4258080" cy="2334240"/>
          </a:xfrm>
          <a:custGeom>
            <a:avLst/>
            <a:gdLst/>
            <a:ahLst/>
            <a:rect l="0" t="0" r="r" b="b"/>
            <a:pathLst>
              <a:path w="11828" h="6484">
                <a:moveTo>
                  <a:pt x="0" y="5968"/>
                </a:moveTo>
                <a:lnTo>
                  <a:pt x="0" y="516"/>
                </a:lnTo>
                <a:cubicBezTo>
                  <a:pt x="0" y="482"/>
                  <a:pt x="3" y="449"/>
                  <a:pt x="10" y="416"/>
                </a:cubicBezTo>
                <a:cubicBezTo>
                  <a:pt x="17" y="382"/>
                  <a:pt x="26" y="350"/>
                  <a:pt x="39" y="319"/>
                </a:cubicBezTo>
                <a:cubicBezTo>
                  <a:pt x="52" y="287"/>
                  <a:pt x="68" y="258"/>
                  <a:pt x="87" y="230"/>
                </a:cubicBezTo>
                <a:cubicBezTo>
                  <a:pt x="106" y="201"/>
                  <a:pt x="127" y="175"/>
                  <a:pt x="151" y="151"/>
                </a:cubicBezTo>
                <a:cubicBezTo>
                  <a:pt x="175" y="127"/>
                  <a:pt x="201" y="106"/>
                  <a:pt x="229" y="87"/>
                </a:cubicBezTo>
                <a:cubicBezTo>
                  <a:pt x="258" y="68"/>
                  <a:pt x="287" y="53"/>
                  <a:pt x="319" y="40"/>
                </a:cubicBezTo>
                <a:cubicBezTo>
                  <a:pt x="350" y="27"/>
                  <a:pt x="382" y="17"/>
                  <a:pt x="415" y="10"/>
                </a:cubicBezTo>
                <a:cubicBezTo>
                  <a:pt x="449" y="4"/>
                  <a:pt x="482" y="0"/>
                  <a:pt x="516" y="0"/>
                </a:cubicBezTo>
                <a:lnTo>
                  <a:pt x="11312" y="0"/>
                </a:lnTo>
                <a:cubicBezTo>
                  <a:pt x="11346" y="0"/>
                  <a:pt x="11379" y="4"/>
                  <a:pt x="11413" y="10"/>
                </a:cubicBezTo>
                <a:cubicBezTo>
                  <a:pt x="11446" y="17"/>
                  <a:pt x="11478" y="27"/>
                  <a:pt x="11509" y="40"/>
                </a:cubicBezTo>
                <a:cubicBezTo>
                  <a:pt x="11541" y="53"/>
                  <a:pt x="11570" y="68"/>
                  <a:pt x="11599" y="87"/>
                </a:cubicBezTo>
                <a:cubicBezTo>
                  <a:pt x="11627" y="106"/>
                  <a:pt x="11653" y="127"/>
                  <a:pt x="11677" y="151"/>
                </a:cubicBezTo>
                <a:cubicBezTo>
                  <a:pt x="11701" y="175"/>
                  <a:pt x="11722" y="201"/>
                  <a:pt x="11741" y="230"/>
                </a:cubicBezTo>
                <a:cubicBezTo>
                  <a:pt x="11760" y="258"/>
                  <a:pt x="11776" y="287"/>
                  <a:pt x="11789" y="319"/>
                </a:cubicBezTo>
                <a:cubicBezTo>
                  <a:pt x="11802" y="350"/>
                  <a:pt x="11811" y="382"/>
                  <a:pt x="11818" y="416"/>
                </a:cubicBezTo>
                <a:cubicBezTo>
                  <a:pt x="11825" y="449"/>
                  <a:pt x="11828" y="482"/>
                  <a:pt x="11828" y="516"/>
                </a:cubicBezTo>
                <a:lnTo>
                  <a:pt x="11828" y="5968"/>
                </a:lnTo>
                <a:cubicBezTo>
                  <a:pt x="11828" y="6002"/>
                  <a:pt x="11825" y="6035"/>
                  <a:pt x="11818" y="6068"/>
                </a:cubicBezTo>
                <a:cubicBezTo>
                  <a:pt x="11811" y="6102"/>
                  <a:pt x="11802" y="6134"/>
                  <a:pt x="11789" y="6165"/>
                </a:cubicBezTo>
                <a:cubicBezTo>
                  <a:pt x="11776" y="6196"/>
                  <a:pt x="11760" y="6226"/>
                  <a:pt x="11741" y="6254"/>
                </a:cubicBezTo>
                <a:cubicBezTo>
                  <a:pt x="11722" y="6282"/>
                  <a:pt x="11701" y="6308"/>
                  <a:pt x="11677" y="6332"/>
                </a:cubicBezTo>
                <a:cubicBezTo>
                  <a:pt x="11653" y="6356"/>
                  <a:pt x="11627" y="6378"/>
                  <a:pt x="11599" y="6397"/>
                </a:cubicBezTo>
                <a:cubicBezTo>
                  <a:pt x="11570" y="6415"/>
                  <a:pt x="11541" y="6431"/>
                  <a:pt x="11509" y="6444"/>
                </a:cubicBezTo>
                <a:cubicBezTo>
                  <a:pt x="11478" y="6457"/>
                  <a:pt x="11446" y="6467"/>
                  <a:pt x="11413" y="6474"/>
                </a:cubicBezTo>
                <a:cubicBezTo>
                  <a:pt x="11379" y="6480"/>
                  <a:pt x="11346" y="6484"/>
                  <a:pt x="11312" y="6484"/>
                </a:cubicBezTo>
                <a:lnTo>
                  <a:pt x="516" y="6484"/>
                </a:lnTo>
                <a:cubicBezTo>
                  <a:pt x="482" y="6484"/>
                  <a:pt x="449" y="6480"/>
                  <a:pt x="415" y="6474"/>
                </a:cubicBezTo>
                <a:cubicBezTo>
                  <a:pt x="382" y="6467"/>
                  <a:pt x="350" y="6457"/>
                  <a:pt x="319" y="6444"/>
                </a:cubicBezTo>
                <a:cubicBezTo>
                  <a:pt x="287" y="6431"/>
                  <a:pt x="258" y="6415"/>
                  <a:pt x="229" y="6397"/>
                </a:cubicBezTo>
                <a:cubicBezTo>
                  <a:pt x="201" y="6378"/>
                  <a:pt x="175" y="6356"/>
                  <a:pt x="151" y="6332"/>
                </a:cubicBezTo>
                <a:cubicBezTo>
                  <a:pt x="127" y="6308"/>
                  <a:pt x="106" y="6282"/>
                  <a:pt x="87" y="6254"/>
                </a:cubicBezTo>
                <a:cubicBezTo>
                  <a:pt x="68" y="6226"/>
                  <a:pt x="52" y="6196"/>
                  <a:pt x="39" y="6165"/>
                </a:cubicBezTo>
                <a:cubicBezTo>
                  <a:pt x="26" y="6134"/>
                  <a:pt x="17" y="6102"/>
                  <a:pt x="10" y="6068"/>
                </a:cubicBezTo>
                <a:cubicBezTo>
                  <a:pt x="3" y="6035"/>
                  <a:pt x="0" y="6002"/>
                  <a:pt x="0" y="596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88" name=""/>
          <p:cNvSpPr/>
          <p:nvPr/>
        </p:nvSpPr>
        <p:spPr>
          <a:xfrm>
            <a:off x="7014960" y="909360"/>
            <a:ext cx="4258080" cy="2334240"/>
          </a:xfrm>
          <a:custGeom>
            <a:avLst/>
            <a:gdLst/>
            <a:ahLst/>
            <a:rect l="0" t="0" r="r" b="b"/>
            <a:pathLst>
              <a:path w="11828" h="6484">
                <a:moveTo>
                  <a:pt x="0" y="5968"/>
                </a:moveTo>
                <a:lnTo>
                  <a:pt x="0" y="516"/>
                </a:lnTo>
                <a:cubicBezTo>
                  <a:pt x="0" y="482"/>
                  <a:pt x="3" y="449"/>
                  <a:pt x="10" y="416"/>
                </a:cubicBezTo>
                <a:cubicBezTo>
                  <a:pt x="17" y="382"/>
                  <a:pt x="26" y="350"/>
                  <a:pt x="39" y="319"/>
                </a:cubicBezTo>
                <a:cubicBezTo>
                  <a:pt x="52" y="287"/>
                  <a:pt x="68" y="258"/>
                  <a:pt x="87" y="230"/>
                </a:cubicBezTo>
                <a:cubicBezTo>
                  <a:pt x="106" y="201"/>
                  <a:pt x="127" y="175"/>
                  <a:pt x="151" y="151"/>
                </a:cubicBezTo>
                <a:cubicBezTo>
                  <a:pt x="175" y="127"/>
                  <a:pt x="201" y="106"/>
                  <a:pt x="229" y="87"/>
                </a:cubicBezTo>
                <a:cubicBezTo>
                  <a:pt x="258" y="68"/>
                  <a:pt x="287" y="53"/>
                  <a:pt x="319" y="40"/>
                </a:cubicBezTo>
                <a:cubicBezTo>
                  <a:pt x="350" y="27"/>
                  <a:pt x="382" y="17"/>
                  <a:pt x="415" y="10"/>
                </a:cubicBezTo>
                <a:cubicBezTo>
                  <a:pt x="449" y="4"/>
                  <a:pt x="482" y="0"/>
                  <a:pt x="516" y="0"/>
                </a:cubicBezTo>
                <a:lnTo>
                  <a:pt x="11312" y="0"/>
                </a:lnTo>
                <a:cubicBezTo>
                  <a:pt x="11346" y="0"/>
                  <a:pt x="11379" y="4"/>
                  <a:pt x="11413" y="10"/>
                </a:cubicBezTo>
                <a:cubicBezTo>
                  <a:pt x="11446" y="17"/>
                  <a:pt x="11478" y="27"/>
                  <a:pt x="11509" y="40"/>
                </a:cubicBezTo>
                <a:cubicBezTo>
                  <a:pt x="11541" y="53"/>
                  <a:pt x="11570" y="68"/>
                  <a:pt x="11599" y="87"/>
                </a:cubicBezTo>
                <a:cubicBezTo>
                  <a:pt x="11627" y="106"/>
                  <a:pt x="11653" y="127"/>
                  <a:pt x="11677" y="151"/>
                </a:cubicBezTo>
                <a:cubicBezTo>
                  <a:pt x="11701" y="175"/>
                  <a:pt x="11722" y="201"/>
                  <a:pt x="11741" y="230"/>
                </a:cubicBezTo>
                <a:cubicBezTo>
                  <a:pt x="11760" y="258"/>
                  <a:pt x="11776" y="287"/>
                  <a:pt x="11789" y="319"/>
                </a:cubicBezTo>
                <a:cubicBezTo>
                  <a:pt x="11802" y="350"/>
                  <a:pt x="11811" y="382"/>
                  <a:pt x="11818" y="416"/>
                </a:cubicBezTo>
                <a:cubicBezTo>
                  <a:pt x="11825" y="449"/>
                  <a:pt x="11828" y="482"/>
                  <a:pt x="11828" y="516"/>
                </a:cubicBezTo>
                <a:lnTo>
                  <a:pt x="11828" y="5968"/>
                </a:lnTo>
                <a:cubicBezTo>
                  <a:pt x="11828" y="6002"/>
                  <a:pt x="11825" y="6035"/>
                  <a:pt x="11818" y="6068"/>
                </a:cubicBezTo>
                <a:cubicBezTo>
                  <a:pt x="11811" y="6102"/>
                  <a:pt x="11802" y="6134"/>
                  <a:pt x="11789" y="6165"/>
                </a:cubicBezTo>
                <a:cubicBezTo>
                  <a:pt x="11776" y="6196"/>
                  <a:pt x="11760" y="6226"/>
                  <a:pt x="11741" y="6254"/>
                </a:cubicBezTo>
                <a:cubicBezTo>
                  <a:pt x="11722" y="6282"/>
                  <a:pt x="11701" y="6308"/>
                  <a:pt x="11677" y="6332"/>
                </a:cubicBezTo>
                <a:cubicBezTo>
                  <a:pt x="11653" y="6356"/>
                  <a:pt x="11627" y="6378"/>
                  <a:pt x="11599" y="6397"/>
                </a:cubicBezTo>
                <a:cubicBezTo>
                  <a:pt x="11570" y="6415"/>
                  <a:pt x="11541" y="6431"/>
                  <a:pt x="11509" y="6444"/>
                </a:cubicBezTo>
                <a:cubicBezTo>
                  <a:pt x="11478" y="6457"/>
                  <a:pt x="11446" y="6467"/>
                  <a:pt x="11413" y="6474"/>
                </a:cubicBezTo>
                <a:cubicBezTo>
                  <a:pt x="11379" y="6480"/>
                  <a:pt x="11346" y="6484"/>
                  <a:pt x="11312" y="6484"/>
                </a:cubicBezTo>
                <a:lnTo>
                  <a:pt x="516" y="6484"/>
                </a:lnTo>
                <a:cubicBezTo>
                  <a:pt x="482" y="6484"/>
                  <a:pt x="449" y="6480"/>
                  <a:pt x="415" y="6474"/>
                </a:cubicBezTo>
                <a:cubicBezTo>
                  <a:pt x="382" y="6467"/>
                  <a:pt x="350" y="6457"/>
                  <a:pt x="319" y="6444"/>
                </a:cubicBezTo>
                <a:cubicBezTo>
                  <a:pt x="287" y="6431"/>
                  <a:pt x="258" y="6415"/>
                  <a:pt x="229" y="6397"/>
                </a:cubicBezTo>
                <a:cubicBezTo>
                  <a:pt x="201" y="6378"/>
                  <a:pt x="175" y="6356"/>
                  <a:pt x="151" y="6332"/>
                </a:cubicBezTo>
                <a:cubicBezTo>
                  <a:pt x="127" y="6308"/>
                  <a:pt x="106" y="6282"/>
                  <a:pt x="87" y="6254"/>
                </a:cubicBezTo>
                <a:cubicBezTo>
                  <a:pt x="68" y="6226"/>
                  <a:pt x="52" y="6196"/>
                  <a:pt x="39" y="6165"/>
                </a:cubicBezTo>
                <a:cubicBezTo>
                  <a:pt x="26" y="6134"/>
                  <a:pt x="17" y="6102"/>
                  <a:pt x="10" y="6068"/>
                </a:cubicBezTo>
                <a:cubicBezTo>
                  <a:pt x="3" y="6035"/>
                  <a:pt x="0" y="6002"/>
                  <a:pt x="0" y="5968"/>
                </a:cubicBezTo>
                <a:close/>
              </a:path>
            </a:pathLst>
          </a:custGeom>
          <a:noFill/>
          <a:ln w="9360">
            <a:solidFill>
              <a:srgbClr val="E3E2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4168800" y="2465640"/>
            <a:ext cx="89820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666469"/>
                </a:solidFill>
                <a:effectLst/>
                <a:uFillTx/>
                <a:latin typeface="Menlo"/>
                <a:ea typeface="Menlo"/>
              </a:rPr>
              <a:t>replit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90" name=""/>
          <p:cNvPicPr/>
          <p:nvPr/>
        </p:nvPicPr>
        <p:blipFill>
          <a:blip r:embed="rId2"/>
          <a:stretch/>
        </p:blipFill>
        <p:spPr>
          <a:xfrm>
            <a:off x="8686800" y="135252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7617240" y="1916640"/>
            <a:ext cx="3044160" cy="348480"/>
          </a:xfrm>
          <a:custGeom>
            <a:avLst/>
            <a:gdLst/>
            <a:ahLst/>
            <a:rect l="0" t="0" r="r" b="b"/>
            <a:pathLst>
              <a:path w="8456" h="968">
                <a:moveTo>
                  <a:pt x="0" y="888"/>
                </a:moveTo>
                <a:lnTo>
                  <a:pt x="8447" y="0"/>
                </a:lnTo>
                <a:lnTo>
                  <a:pt x="8456" y="79"/>
                </a:lnTo>
                <a:lnTo>
                  <a:pt x="8" y="968"/>
                </a:lnTo>
                <a:lnTo>
                  <a:pt x="0" y="888"/>
                </a:lnTo>
                <a:close/>
              </a:path>
            </a:pathLst>
          </a:custGeom>
          <a:solidFill>
            <a:srgbClr val="AFAEA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92" name=""/>
          <p:cNvSpPr/>
          <p:nvPr/>
        </p:nvSpPr>
        <p:spPr>
          <a:xfrm>
            <a:off x="11548800" y="909360"/>
            <a:ext cx="4258080" cy="2334240"/>
          </a:xfrm>
          <a:custGeom>
            <a:avLst/>
            <a:gdLst/>
            <a:ahLst/>
            <a:rect l="0" t="0" r="r" b="b"/>
            <a:pathLst>
              <a:path w="11828" h="6484">
                <a:moveTo>
                  <a:pt x="0" y="5968"/>
                </a:moveTo>
                <a:lnTo>
                  <a:pt x="0" y="516"/>
                </a:lnTo>
                <a:cubicBezTo>
                  <a:pt x="0" y="482"/>
                  <a:pt x="4" y="449"/>
                  <a:pt x="10" y="416"/>
                </a:cubicBezTo>
                <a:cubicBezTo>
                  <a:pt x="17" y="382"/>
                  <a:pt x="27" y="350"/>
                  <a:pt x="39" y="319"/>
                </a:cubicBezTo>
                <a:cubicBezTo>
                  <a:pt x="52" y="287"/>
                  <a:pt x="68" y="258"/>
                  <a:pt x="87" y="230"/>
                </a:cubicBezTo>
                <a:cubicBezTo>
                  <a:pt x="106" y="201"/>
                  <a:pt x="127" y="175"/>
                  <a:pt x="151" y="151"/>
                </a:cubicBezTo>
                <a:cubicBezTo>
                  <a:pt x="175" y="127"/>
                  <a:pt x="201" y="106"/>
                  <a:pt x="230" y="87"/>
                </a:cubicBezTo>
                <a:cubicBezTo>
                  <a:pt x="258" y="68"/>
                  <a:pt x="287" y="53"/>
                  <a:pt x="319" y="40"/>
                </a:cubicBezTo>
                <a:cubicBezTo>
                  <a:pt x="350" y="27"/>
                  <a:pt x="382" y="17"/>
                  <a:pt x="416" y="10"/>
                </a:cubicBezTo>
                <a:cubicBezTo>
                  <a:pt x="449" y="4"/>
                  <a:pt x="482" y="0"/>
                  <a:pt x="516" y="0"/>
                </a:cubicBezTo>
                <a:lnTo>
                  <a:pt x="11312" y="0"/>
                </a:lnTo>
                <a:cubicBezTo>
                  <a:pt x="11346" y="0"/>
                  <a:pt x="11380" y="4"/>
                  <a:pt x="11413" y="10"/>
                </a:cubicBezTo>
                <a:cubicBezTo>
                  <a:pt x="11446" y="17"/>
                  <a:pt x="11478" y="27"/>
                  <a:pt x="11510" y="40"/>
                </a:cubicBezTo>
                <a:cubicBezTo>
                  <a:pt x="11541" y="53"/>
                  <a:pt x="11571" y="68"/>
                  <a:pt x="11599" y="87"/>
                </a:cubicBezTo>
                <a:cubicBezTo>
                  <a:pt x="11627" y="106"/>
                  <a:pt x="11653" y="127"/>
                  <a:pt x="11677" y="151"/>
                </a:cubicBezTo>
                <a:cubicBezTo>
                  <a:pt x="11701" y="175"/>
                  <a:pt x="11722" y="201"/>
                  <a:pt x="11741" y="230"/>
                </a:cubicBezTo>
                <a:cubicBezTo>
                  <a:pt x="11760" y="258"/>
                  <a:pt x="11776" y="287"/>
                  <a:pt x="11789" y="319"/>
                </a:cubicBezTo>
                <a:cubicBezTo>
                  <a:pt x="11802" y="350"/>
                  <a:pt x="11812" y="382"/>
                  <a:pt x="11818" y="416"/>
                </a:cubicBezTo>
                <a:cubicBezTo>
                  <a:pt x="11825" y="449"/>
                  <a:pt x="11828" y="482"/>
                  <a:pt x="11828" y="516"/>
                </a:cubicBezTo>
                <a:lnTo>
                  <a:pt x="11828" y="5968"/>
                </a:lnTo>
                <a:cubicBezTo>
                  <a:pt x="11828" y="6002"/>
                  <a:pt x="11825" y="6035"/>
                  <a:pt x="11818" y="6068"/>
                </a:cubicBezTo>
                <a:cubicBezTo>
                  <a:pt x="11812" y="6102"/>
                  <a:pt x="11802" y="6134"/>
                  <a:pt x="11789" y="6165"/>
                </a:cubicBezTo>
                <a:cubicBezTo>
                  <a:pt x="11776" y="6196"/>
                  <a:pt x="11760" y="6226"/>
                  <a:pt x="11741" y="6254"/>
                </a:cubicBezTo>
                <a:cubicBezTo>
                  <a:pt x="11722" y="6282"/>
                  <a:pt x="11701" y="6308"/>
                  <a:pt x="11677" y="6332"/>
                </a:cubicBezTo>
                <a:cubicBezTo>
                  <a:pt x="11653" y="6356"/>
                  <a:pt x="11627" y="6378"/>
                  <a:pt x="11599" y="6397"/>
                </a:cubicBezTo>
                <a:cubicBezTo>
                  <a:pt x="11571" y="6415"/>
                  <a:pt x="11541" y="6431"/>
                  <a:pt x="11510" y="6444"/>
                </a:cubicBezTo>
                <a:cubicBezTo>
                  <a:pt x="11478" y="6457"/>
                  <a:pt x="11446" y="6467"/>
                  <a:pt x="11413" y="6474"/>
                </a:cubicBezTo>
                <a:cubicBezTo>
                  <a:pt x="11380" y="6480"/>
                  <a:pt x="11346" y="6484"/>
                  <a:pt x="11312" y="6484"/>
                </a:cubicBezTo>
                <a:lnTo>
                  <a:pt x="516" y="6484"/>
                </a:lnTo>
                <a:cubicBezTo>
                  <a:pt x="482" y="6484"/>
                  <a:pt x="449" y="6480"/>
                  <a:pt x="416" y="6474"/>
                </a:cubicBezTo>
                <a:cubicBezTo>
                  <a:pt x="382" y="6467"/>
                  <a:pt x="350" y="6457"/>
                  <a:pt x="319" y="6444"/>
                </a:cubicBezTo>
                <a:cubicBezTo>
                  <a:pt x="287" y="6431"/>
                  <a:pt x="258" y="6415"/>
                  <a:pt x="230" y="6397"/>
                </a:cubicBezTo>
                <a:cubicBezTo>
                  <a:pt x="201" y="6378"/>
                  <a:pt x="175" y="6356"/>
                  <a:pt x="151" y="6332"/>
                </a:cubicBezTo>
                <a:cubicBezTo>
                  <a:pt x="127" y="6308"/>
                  <a:pt x="106" y="6282"/>
                  <a:pt x="87" y="6254"/>
                </a:cubicBezTo>
                <a:cubicBezTo>
                  <a:pt x="68" y="6226"/>
                  <a:pt x="52" y="6196"/>
                  <a:pt x="39" y="6165"/>
                </a:cubicBezTo>
                <a:cubicBezTo>
                  <a:pt x="27" y="6134"/>
                  <a:pt x="17" y="6102"/>
                  <a:pt x="10" y="6068"/>
                </a:cubicBezTo>
                <a:cubicBezTo>
                  <a:pt x="4" y="6035"/>
                  <a:pt x="0" y="6002"/>
                  <a:pt x="0" y="596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93" name=""/>
          <p:cNvSpPr/>
          <p:nvPr/>
        </p:nvSpPr>
        <p:spPr>
          <a:xfrm>
            <a:off x="11548800" y="909360"/>
            <a:ext cx="4258080" cy="2334240"/>
          </a:xfrm>
          <a:custGeom>
            <a:avLst/>
            <a:gdLst/>
            <a:ahLst/>
            <a:rect l="0" t="0" r="r" b="b"/>
            <a:pathLst>
              <a:path w="11828" h="6484">
                <a:moveTo>
                  <a:pt x="0" y="5968"/>
                </a:moveTo>
                <a:lnTo>
                  <a:pt x="0" y="516"/>
                </a:lnTo>
                <a:cubicBezTo>
                  <a:pt x="0" y="482"/>
                  <a:pt x="4" y="449"/>
                  <a:pt x="10" y="416"/>
                </a:cubicBezTo>
                <a:cubicBezTo>
                  <a:pt x="17" y="382"/>
                  <a:pt x="27" y="350"/>
                  <a:pt x="39" y="319"/>
                </a:cubicBezTo>
                <a:cubicBezTo>
                  <a:pt x="52" y="287"/>
                  <a:pt x="68" y="258"/>
                  <a:pt x="87" y="230"/>
                </a:cubicBezTo>
                <a:cubicBezTo>
                  <a:pt x="106" y="201"/>
                  <a:pt x="127" y="175"/>
                  <a:pt x="151" y="151"/>
                </a:cubicBezTo>
                <a:cubicBezTo>
                  <a:pt x="175" y="127"/>
                  <a:pt x="201" y="106"/>
                  <a:pt x="230" y="87"/>
                </a:cubicBezTo>
                <a:cubicBezTo>
                  <a:pt x="258" y="68"/>
                  <a:pt x="287" y="53"/>
                  <a:pt x="319" y="40"/>
                </a:cubicBezTo>
                <a:cubicBezTo>
                  <a:pt x="350" y="27"/>
                  <a:pt x="382" y="17"/>
                  <a:pt x="416" y="10"/>
                </a:cubicBezTo>
                <a:cubicBezTo>
                  <a:pt x="449" y="4"/>
                  <a:pt x="482" y="0"/>
                  <a:pt x="516" y="0"/>
                </a:cubicBezTo>
                <a:lnTo>
                  <a:pt x="11312" y="0"/>
                </a:lnTo>
                <a:cubicBezTo>
                  <a:pt x="11346" y="0"/>
                  <a:pt x="11380" y="4"/>
                  <a:pt x="11413" y="10"/>
                </a:cubicBezTo>
                <a:cubicBezTo>
                  <a:pt x="11446" y="17"/>
                  <a:pt x="11478" y="27"/>
                  <a:pt x="11510" y="40"/>
                </a:cubicBezTo>
                <a:cubicBezTo>
                  <a:pt x="11541" y="53"/>
                  <a:pt x="11571" y="68"/>
                  <a:pt x="11599" y="87"/>
                </a:cubicBezTo>
                <a:cubicBezTo>
                  <a:pt x="11627" y="106"/>
                  <a:pt x="11653" y="127"/>
                  <a:pt x="11677" y="151"/>
                </a:cubicBezTo>
                <a:cubicBezTo>
                  <a:pt x="11701" y="175"/>
                  <a:pt x="11722" y="201"/>
                  <a:pt x="11741" y="230"/>
                </a:cubicBezTo>
                <a:cubicBezTo>
                  <a:pt x="11760" y="258"/>
                  <a:pt x="11776" y="287"/>
                  <a:pt x="11789" y="319"/>
                </a:cubicBezTo>
                <a:cubicBezTo>
                  <a:pt x="11802" y="350"/>
                  <a:pt x="11812" y="382"/>
                  <a:pt x="11818" y="416"/>
                </a:cubicBezTo>
                <a:cubicBezTo>
                  <a:pt x="11825" y="449"/>
                  <a:pt x="11828" y="482"/>
                  <a:pt x="11828" y="516"/>
                </a:cubicBezTo>
                <a:lnTo>
                  <a:pt x="11828" y="5968"/>
                </a:lnTo>
                <a:cubicBezTo>
                  <a:pt x="11828" y="6002"/>
                  <a:pt x="11825" y="6035"/>
                  <a:pt x="11818" y="6068"/>
                </a:cubicBezTo>
                <a:cubicBezTo>
                  <a:pt x="11812" y="6102"/>
                  <a:pt x="11802" y="6134"/>
                  <a:pt x="11789" y="6165"/>
                </a:cubicBezTo>
                <a:cubicBezTo>
                  <a:pt x="11776" y="6196"/>
                  <a:pt x="11760" y="6226"/>
                  <a:pt x="11741" y="6254"/>
                </a:cubicBezTo>
                <a:cubicBezTo>
                  <a:pt x="11722" y="6282"/>
                  <a:pt x="11701" y="6308"/>
                  <a:pt x="11677" y="6332"/>
                </a:cubicBezTo>
                <a:cubicBezTo>
                  <a:pt x="11653" y="6356"/>
                  <a:pt x="11627" y="6378"/>
                  <a:pt x="11599" y="6397"/>
                </a:cubicBezTo>
                <a:cubicBezTo>
                  <a:pt x="11571" y="6415"/>
                  <a:pt x="11541" y="6431"/>
                  <a:pt x="11510" y="6444"/>
                </a:cubicBezTo>
                <a:cubicBezTo>
                  <a:pt x="11478" y="6457"/>
                  <a:pt x="11446" y="6467"/>
                  <a:pt x="11413" y="6474"/>
                </a:cubicBezTo>
                <a:cubicBezTo>
                  <a:pt x="11380" y="6480"/>
                  <a:pt x="11346" y="6484"/>
                  <a:pt x="11312" y="6484"/>
                </a:cubicBezTo>
                <a:lnTo>
                  <a:pt x="516" y="6484"/>
                </a:lnTo>
                <a:cubicBezTo>
                  <a:pt x="482" y="6484"/>
                  <a:pt x="449" y="6480"/>
                  <a:pt x="416" y="6474"/>
                </a:cubicBezTo>
                <a:cubicBezTo>
                  <a:pt x="382" y="6467"/>
                  <a:pt x="350" y="6457"/>
                  <a:pt x="319" y="6444"/>
                </a:cubicBezTo>
                <a:cubicBezTo>
                  <a:pt x="287" y="6431"/>
                  <a:pt x="258" y="6415"/>
                  <a:pt x="230" y="6397"/>
                </a:cubicBezTo>
                <a:cubicBezTo>
                  <a:pt x="201" y="6378"/>
                  <a:pt x="175" y="6356"/>
                  <a:pt x="151" y="6332"/>
                </a:cubicBezTo>
                <a:cubicBezTo>
                  <a:pt x="127" y="6308"/>
                  <a:pt x="106" y="6282"/>
                  <a:pt x="87" y="6254"/>
                </a:cubicBezTo>
                <a:cubicBezTo>
                  <a:pt x="68" y="6226"/>
                  <a:pt x="52" y="6196"/>
                  <a:pt x="39" y="6165"/>
                </a:cubicBezTo>
                <a:cubicBezTo>
                  <a:pt x="27" y="6134"/>
                  <a:pt x="17" y="6102"/>
                  <a:pt x="10" y="6068"/>
                </a:cubicBezTo>
                <a:cubicBezTo>
                  <a:pt x="4" y="6035"/>
                  <a:pt x="0" y="6002"/>
                  <a:pt x="0" y="5968"/>
                </a:cubicBezTo>
                <a:close/>
              </a:path>
            </a:pathLst>
          </a:custGeom>
          <a:noFill/>
          <a:ln w="9360">
            <a:solidFill>
              <a:srgbClr val="E3E2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8629200" y="2465640"/>
            <a:ext cx="104760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666469"/>
                </a:solidFill>
                <a:effectLst/>
                <a:uFillTx/>
                <a:latin typeface="Menlo"/>
                <a:ea typeface="Menlo"/>
              </a:rPr>
              <a:t>lovable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95" name=""/>
          <p:cNvPicPr/>
          <p:nvPr/>
        </p:nvPicPr>
        <p:blipFill>
          <a:blip r:embed="rId3"/>
          <a:stretch/>
        </p:blipFill>
        <p:spPr>
          <a:xfrm>
            <a:off x="13220640" y="135252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"/>
          <p:cNvSpPr/>
          <p:nvPr/>
        </p:nvSpPr>
        <p:spPr>
          <a:xfrm>
            <a:off x="12151080" y="1916640"/>
            <a:ext cx="3044160" cy="348480"/>
          </a:xfrm>
          <a:custGeom>
            <a:avLst/>
            <a:gdLst/>
            <a:ahLst/>
            <a:rect l="0" t="0" r="r" b="b"/>
            <a:pathLst>
              <a:path w="8456" h="968">
                <a:moveTo>
                  <a:pt x="0" y="888"/>
                </a:moveTo>
                <a:lnTo>
                  <a:pt x="8448" y="0"/>
                </a:lnTo>
                <a:lnTo>
                  <a:pt x="8456" y="79"/>
                </a:lnTo>
                <a:lnTo>
                  <a:pt x="8" y="968"/>
                </a:lnTo>
                <a:lnTo>
                  <a:pt x="0" y="888"/>
                </a:lnTo>
                <a:close/>
              </a:path>
            </a:pathLst>
          </a:custGeom>
          <a:solidFill>
            <a:srgbClr val="AFAEA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97" name=""/>
          <p:cNvSpPr/>
          <p:nvPr/>
        </p:nvSpPr>
        <p:spPr>
          <a:xfrm>
            <a:off x="2481120" y="3519360"/>
            <a:ext cx="4258080" cy="2333880"/>
          </a:xfrm>
          <a:custGeom>
            <a:avLst/>
            <a:gdLst/>
            <a:ahLst/>
            <a:rect l="0" t="0" r="r" b="b"/>
            <a:pathLst>
              <a:path w="11828" h="6483">
                <a:moveTo>
                  <a:pt x="0" y="5966"/>
                </a:moveTo>
                <a:lnTo>
                  <a:pt x="0" y="516"/>
                </a:lnTo>
                <a:cubicBezTo>
                  <a:pt x="0" y="482"/>
                  <a:pt x="3" y="448"/>
                  <a:pt x="10" y="415"/>
                </a:cubicBezTo>
                <a:cubicBezTo>
                  <a:pt x="16" y="382"/>
                  <a:pt x="26" y="350"/>
                  <a:pt x="39" y="318"/>
                </a:cubicBezTo>
                <a:cubicBezTo>
                  <a:pt x="52" y="287"/>
                  <a:pt x="68" y="257"/>
                  <a:pt x="87" y="229"/>
                </a:cubicBezTo>
                <a:cubicBezTo>
                  <a:pt x="106" y="201"/>
                  <a:pt x="127" y="175"/>
                  <a:pt x="151" y="151"/>
                </a:cubicBezTo>
                <a:cubicBezTo>
                  <a:pt x="175" y="127"/>
                  <a:pt x="201" y="106"/>
                  <a:pt x="229" y="87"/>
                </a:cubicBezTo>
                <a:cubicBezTo>
                  <a:pt x="257" y="68"/>
                  <a:pt x="287" y="52"/>
                  <a:pt x="318" y="39"/>
                </a:cubicBezTo>
                <a:cubicBezTo>
                  <a:pt x="350" y="26"/>
                  <a:pt x="382" y="16"/>
                  <a:pt x="415" y="10"/>
                </a:cubicBezTo>
                <a:cubicBezTo>
                  <a:pt x="448" y="3"/>
                  <a:pt x="482" y="0"/>
                  <a:pt x="516" y="0"/>
                </a:cubicBezTo>
                <a:lnTo>
                  <a:pt x="11312" y="0"/>
                </a:lnTo>
                <a:cubicBezTo>
                  <a:pt x="11346" y="0"/>
                  <a:pt x="11379" y="3"/>
                  <a:pt x="11412" y="10"/>
                </a:cubicBezTo>
                <a:cubicBezTo>
                  <a:pt x="11446" y="16"/>
                  <a:pt x="11478" y="26"/>
                  <a:pt x="11509" y="39"/>
                </a:cubicBezTo>
                <a:cubicBezTo>
                  <a:pt x="11541" y="52"/>
                  <a:pt x="11570" y="68"/>
                  <a:pt x="11598" y="87"/>
                </a:cubicBezTo>
                <a:cubicBezTo>
                  <a:pt x="11627" y="106"/>
                  <a:pt x="11653" y="127"/>
                  <a:pt x="11677" y="151"/>
                </a:cubicBezTo>
                <a:cubicBezTo>
                  <a:pt x="11701" y="175"/>
                  <a:pt x="11722" y="201"/>
                  <a:pt x="11741" y="229"/>
                </a:cubicBezTo>
                <a:cubicBezTo>
                  <a:pt x="11760" y="257"/>
                  <a:pt x="11776" y="287"/>
                  <a:pt x="11788" y="318"/>
                </a:cubicBezTo>
                <a:cubicBezTo>
                  <a:pt x="11801" y="350"/>
                  <a:pt x="11811" y="382"/>
                  <a:pt x="11818" y="415"/>
                </a:cubicBezTo>
                <a:cubicBezTo>
                  <a:pt x="11824" y="448"/>
                  <a:pt x="11828" y="482"/>
                  <a:pt x="11828" y="516"/>
                </a:cubicBezTo>
                <a:lnTo>
                  <a:pt x="11828" y="5966"/>
                </a:lnTo>
                <a:cubicBezTo>
                  <a:pt x="11828" y="6000"/>
                  <a:pt x="11824" y="6034"/>
                  <a:pt x="11818" y="6067"/>
                </a:cubicBezTo>
                <a:cubicBezTo>
                  <a:pt x="11811" y="6100"/>
                  <a:pt x="11801" y="6132"/>
                  <a:pt x="11788" y="6164"/>
                </a:cubicBezTo>
                <a:cubicBezTo>
                  <a:pt x="11776" y="6195"/>
                  <a:pt x="11760" y="6225"/>
                  <a:pt x="11741" y="6253"/>
                </a:cubicBezTo>
                <a:cubicBezTo>
                  <a:pt x="11722" y="6281"/>
                  <a:pt x="11701" y="6307"/>
                  <a:pt x="11677" y="6331"/>
                </a:cubicBezTo>
                <a:cubicBezTo>
                  <a:pt x="11653" y="6355"/>
                  <a:pt x="11627" y="6376"/>
                  <a:pt x="11598" y="6395"/>
                </a:cubicBezTo>
                <a:cubicBezTo>
                  <a:pt x="11570" y="6414"/>
                  <a:pt x="11541" y="6431"/>
                  <a:pt x="11509" y="6444"/>
                </a:cubicBezTo>
                <a:cubicBezTo>
                  <a:pt x="11478" y="6457"/>
                  <a:pt x="11446" y="6467"/>
                  <a:pt x="11412" y="6473"/>
                </a:cubicBezTo>
                <a:cubicBezTo>
                  <a:pt x="11379" y="6480"/>
                  <a:pt x="11346" y="6483"/>
                  <a:pt x="11312" y="6483"/>
                </a:cubicBezTo>
                <a:lnTo>
                  <a:pt x="516" y="6483"/>
                </a:lnTo>
                <a:cubicBezTo>
                  <a:pt x="482" y="6483"/>
                  <a:pt x="448" y="6480"/>
                  <a:pt x="415" y="6473"/>
                </a:cubicBezTo>
                <a:cubicBezTo>
                  <a:pt x="382" y="6467"/>
                  <a:pt x="350" y="6457"/>
                  <a:pt x="318" y="6444"/>
                </a:cubicBezTo>
                <a:cubicBezTo>
                  <a:pt x="287" y="6431"/>
                  <a:pt x="257" y="6414"/>
                  <a:pt x="229" y="6395"/>
                </a:cubicBezTo>
                <a:cubicBezTo>
                  <a:pt x="201" y="6376"/>
                  <a:pt x="175" y="6355"/>
                  <a:pt x="151" y="6331"/>
                </a:cubicBezTo>
                <a:cubicBezTo>
                  <a:pt x="127" y="6307"/>
                  <a:pt x="106" y="6281"/>
                  <a:pt x="87" y="6253"/>
                </a:cubicBezTo>
                <a:cubicBezTo>
                  <a:pt x="68" y="6225"/>
                  <a:pt x="52" y="6195"/>
                  <a:pt x="39" y="6164"/>
                </a:cubicBezTo>
                <a:cubicBezTo>
                  <a:pt x="26" y="6132"/>
                  <a:pt x="16" y="6100"/>
                  <a:pt x="10" y="6067"/>
                </a:cubicBezTo>
                <a:cubicBezTo>
                  <a:pt x="3" y="6034"/>
                  <a:pt x="0" y="6000"/>
                  <a:pt x="0" y="596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98" name=""/>
          <p:cNvSpPr/>
          <p:nvPr/>
        </p:nvSpPr>
        <p:spPr>
          <a:xfrm>
            <a:off x="2481120" y="3519360"/>
            <a:ext cx="4258080" cy="2333880"/>
          </a:xfrm>
          <a:custGeom>
            <a:avLst/>
            <a:gdLst/>
            <a:ahLst/>
            <a:rect l="0" t="0" r="r" b="b"/>
            <a:pathLst>
              <a:path w="11828" h="6483">
                <a:moveTo>
                  <a:pt x="0" y="5966"/>
                </a:moveTo>
                <a:lnTo>
                  <a:pt x="0" y="516"/>
                </a:lnTo>
                <a:cubicBezTo>
                  <a:pt x="0" y="482"/>
                  <a:pt x="3" y="448"/>
                  <a:pt x="10" y="415"/>
                </a:cubicBezTo>
                <a:cubicBezTo>
                  <a:pt x="16" y="382"/>
                  <a:pt x="26" y="350"/>
                  <a:pt x="39" y="318"/>
                </a:cubicBezTo>
                <a:cubicBezTo>
                  <a:pt x="52" y="287"/>
                  <a:pt x="68" y="257"/>
                  <a:pt x="87" y="229"/>
                </a:cubicBezTo>
                <a:cubicBezTo>
                  <a:pt x="106" y="201"/>
                  <a:pt x="127" y="175"/>
                  <a:pt x="151" y="151"/>
                </a:cubicBezTo>
                <a:cubicBezTo>
                  <a:pt x="175" y="127"/>
                  <a:pt x="201" y="106"/>
                  <a:pt x="229" y="87"/>
                </a:cubicBezTo>
                <a:cubicBezTo>
                  <a:pt x="257" y="68"/>
                  <a:pt x="287" y="52"/>
                  <a:pt x="318" y="39"/>
                </a:cubicBezTo>
                <a:cubicBezTo>
                  <a:pt x="350" y="26"/>
                  <a:pt x="382" y="16"/>
                  <a:pt x="415" y="10"/>
                </a:cubicBezTo>
                <a:cubicBezTo>
                  <a:pt x="448" y="3"/>
                  <a:pt x="482" y="0"/>
                  <a:pt x="516" y="0"/>
                </a:cubicBezTo>
                <a:lnTo>
                  <a:pt x="11312" y="0"/>
                </a:lnTo>
                <a:cubicBezTo>
                  <a:pt x="11346" y="0"/>
                  <a:pt x="11379" y="3"/>
                  <a:pt x="11412" y="10"/>
                </a:cubicBezTo>
                <a:cubicBezTo>
                  <a:pt x="11446" y="16"/>
                  <a:pt x="11478" y="26"/>
                  <a:pt x="11509" y="39"/>
                </a:cubicBezTo>
                <a:cubicBezTo>
                  <a:pt x="11541" y="52"/>
                  <a:pt x="11570" y="68"/>
                  <a:pt x="11598" y="87"/>
                </a:cubicBezTo>
                <a:cubicBezTo>
                  <a:pt x="11627" y="106"/>
                  <a:pt x="11653" y="127"/>
                  <a:pt x="11677" y="151"/>
                </a:cubicBezTo>
                <a:cubicBezTo>
                  <a:pt x="11701" y="175"/>
                  <a:pt x="11722" y="201"/>
                  <a:pt x="11741" y="229"/>
                </a:cubicBezTo>
                <a:cubicBezTo>
                  <a:pt x="11760" y="257"/>
                  <a:pt x="11776" y="287"/>
                  <a:pt x="11788" y="318"/>
                </a:cubicBezTo>
                <a:cubicBezTo>
                  <a:pt x="11801" y="350"/>
                  <a:pt x="11811" y="382"/>
                  <a:pt x="11818" y="415"/>
                </a:cubicBezTo>
                <a:cubicBezTo>
                  <a:pt x="11824" y="448"/>
                  <a:pt x="11828" y="482"/>
                  <a:pt x="11828" y="516"/>
                </a:cubicBezTo>
                <a:lnTo>
                  <a:pt x="11828" y="5966"/>
                </a:lnTo>
                <a:cubicBezTo>
                  <a:pt x="11828" y="6000"/>
                  <a:pt x="11824" y="6034"/>
                  <a:pt x="11818" y="6067"/>
                </a:cubicBezTo>
                <a:cubicBezTo>
                  <a:pt x="11811" y="6100"/>
                  <a:pt x="11801" y="6132"/>
                  <a:pt x="11788" y="6164"/>
                </a:cubicBezTo>
                <a:cubicBezTo>
                  <a:pt x="11776" y="6195"/>
                  <a:pt x="11760" y="6225"/>
                  <a:pt x="11741" y="6253"/>
                </a:cubicBezTo>
                <a:cubicBezTo>
                  <a:pt x="11722" y="6281"/>
                  <a:pt x="11701" y="6307"/>
                  <a:pt x="11677" y="6331"/>
                </a:cubicBezTo>
                <a:cubicBezTo>
                  <a:pt x="11653" y="6355"/>
                  <a:pt x="11627" y="6376"/>
                  <a:pt x="11598" y="6395"/>
                </a:cubicBezTo>
                <a:cubicBezTo>
                  <a:pt x="11570" y="6414"/>
                  <a:pt x="11541" y="6431"/>
                  <a:pt x="11509" y="6444"/>
                </a:cubicBezTo>
                <a:cubicBezTo>
                  <a:pt x="11478" y="6457"/>
                  <a:pt x="11446" y="6467"/>
                  <a:pt x="11412" y="6473"/>
                </a:cubicBezTo>
                <a:cubicBezTo>
                  <a:pt x="11379" y="6480"/>
                  <a:pt x="11346" y="6483"/>
                  <a:pt x="11312" y="6483"/>
                </a:cubicBezTo>
                <a:lnTo>
                  <a:pt x="516" y="6483"/>
                </a:lnTo>
                <a:cubicBezTo>
                  <a:pt x="482" y="6483"/>
                  <a:pt x="448" y="6480"/>
                  <a:pt x="415" y="6473"/>
                </a:cubicBezTo>
                <a:cubicBezTo>
                  <a:pt x="382" y="6467"/>
                  <a:pt x="350" y="6457"/>
                  <a:pt x="318" y="6444"/>
                </a:cubicBezTo>
                <a:cubicBezTo>
                  <a:pt x="287" y="6431"/>
                  <a:pt x="257" y="6414"/>
                  <a:pt x="229" y="6395"/>
                </a:cubicBezTo>
                <a:cubicBezTo>
                  <a:pt x="201" y="6376"/>
                  <a:pt x="175" y="6355"/>
                  <a:pt x="151" y="6331"/>
                </a:cubicBezTo>
                <a:cubicBezTo>
                  <a:pt x="127" y="6307"/>
                  <a:pt x="106" y="6281"/>
                  <a:pt x="87" y="6253"/>
                </a:cubicBezTo>
                <a:cubicBezTo>
                  <a:pt x="68" y="6225"/>
                  <a:pt x="52" y="6195"/>
                  <a:pt x="39" y="6164"/>
                </a:cubicBezTo>
                <a:cubicBezTo>
                  <a:pt x="26" y="6132"/>
                  <a:pt x="16" y="6100"/>
                  <a:pt x="10" y="6067"/>
                </a:cubicBezTo>
                <a:cubicBezTo>
                  <a:pt x="3" y="6034"/>
                  <a:pt x="0" y="6000"/>
                  <a:pt x="0" y="5966"/>
                </a:cubicBezTo>
                <a:close/>
              </a:path>
            </a:pathLst>
          </a:custGeom>
          <a:noFill/>
          <a:ln w="9360">
            <a:solidFill>
              <a:srgbClr val="E3E2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3530600" y="2465640"/>
            <a:ext cx="29988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666469"/>
                </a:solidFill>
                <a:effectLst/>
                <a:uFillTx/>
                <a:latin typeface="Menlo"/>
                <a:ea typeface="Menlo"/>
              </a:rPr>
              <a:t>v0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100" name=""/>
          <p:cNvPicPr/>
          <p:nvPr/>
        </p:nvPicPr>
        <p:blipFill>
          <a:blip r:embed="rId4"/>
          <a:stretch/>
        </p:blipFill>
        <p:spPr>
          <a:xfrm>
            <a:off x="4152960" y="396252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3083400" y="4526640"/>
            <a:ext cx="3044160" cy="348120"/>
          </a:xfrm>
          <a:custGeom>
            <a:avLst/>
            <a:gdLst/>
            <a:ahLst/>
            <a:rect l="0" t="0" r="r" b="b"/>
            <a:pathLst>
              <a:path w="8456" h="967">
                <a:moveTo>
                  <a:pt x="0" y="888"/>
                </a:moveTo>
                <a:lnTo>
                  <a:pt x="8447" y="0"/>
                </a:lnTo>
                <a:lnTo>
                  <a:pt x="8456" y="78"/>
                </a:lnTo>
                <a:lnTo>
                  <a:pt x="8" y="967"/>
                </a:lnTo>
                <a:lnTo>
                  <a:pt x="0" y="888"/>
                </a:lnTo>
                <a:close/>
              </a:path>
            </a:pathLst>
          </a:custGeom>
          <a:solidFill>
            <a:srgbClr val="AFAEA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02" name=""/>
          <p:cNvSpPr/>
          <p:nvPr/>
        </p:nvSpPr>
        <p:spPr>
          <a:xfrm>
            <a:off x="7014960" y="3519360"/>
            <a:ext cx="4258080" cy="2333880"/>
          </a:xfrm>
          <a:custGeom>
            <a:avLst/>
            <a:gdLst/>
            <a:ahLst/>
            <a:rect l="0" t="0" r="r" b="b"/>
            <a:pathLst>
              <a:path w="11828" h="6483">
                <a:moveTo>
                  <a:pt x="0" y="5966"/>
                </a:moveTo>
                <a:lnTo>
                  <a:pt x="0" y="516"/>
                </a:lnTo>
                <a:cubicBezTo>
                  <a:pt x="0" y="482"/>
                  <a:pt x="3" y="448"/>
                  <a:pt x="10" y="415"/>
                </a:cubicBezTo>
                <a:cubicBezTo>
                  <a:pt x="17" y="382"/>
                  <a:pt x="26" y="350"/>
                  <a:pt x="39" y="318"/>
                </a:cubicBezTo>
                <a:cubicBezTo>
                  <a:pt x="52" y="287"/>
                  <a:pt x="68" y="257"/>
                  <a:pt x="87" y="229"/>
                </a:cubicBezTo>
                <a:cubicBezTo>
                  <a:pt x="106" y="201"/>
                  <a:pt x="127" y="175"/>
                  <a:pt x="151" y="151"/>
                </a:cubicBezTo>
                <a:cubicBezTo>
                  <a:pt x="175" y="127"/>
                  <a:pt x="201" y="106"/>
                  <a:pt x="229" y="87"/>
                </a:cubicBezTo>
                <a:cubicBezTo>
                  <a:pt x="258" y="68"/>
                  <a:pt x="287" y="52"/>
                  <a:pt x="319" y="39"/>
                </a:cubicBezTo>
                <a:cubicBezTo>
                  <a:pt x="350" y="26"/>
                  <a:pt x="382" y="16"/>
                  <a:pt x="415" y="10"/>
                </a:cubicBezTo>
                <a:cubicBezTo>
                  <a:pt x="449" y="3"/>
                  <a:pt x="482" y="0"/>
                  <a:pt x="516" y="0"/>
                </a:cubicBezTo>
                <a:lnTo>
                  <a:pt x="11312" y="0"/>
                </a:lnTo>
                <a:cubicBezTo>
                  <a:pt x="11346" y="0"/>
                  <a:pt x="11379" y="3"/>
                  <a:pt x="11413" y="10"/>
                </a:cubicBezTo>
                <a:cubicBezTo>
                  <a:pt x="11446" y="16"/>
                  <a:pt x="11478" y="26"/>
                  <a:pt x="11509" y="39"/>
                </a:cubicBezTo>
                <a:cubicBezTo>
                  <a:pt x="11541" y="52"/>
                  <a:pt x="11570" y="68"/>
                  <a:pt x="11599" y="87"/>
                </a:cubicBezTo>
                <a:cubicBezTo>
                  <a:pt x="11627" y="106"/>
                  <a:pt x="11653" y="127"/>
                  <a:pt x="11677" y="151"/>
                </a:cubicBezTo>
                <a:cubicBezTo>
                  <a:pt x="11701" y="175"/>
                  <a:pt x="11722" y="201"/>
                  <a:pt x="11741" y="229"/>
                </a:cubicBezTo>
                <a:cubicBezTo>
                  <a:pt x="11760" y="257"/>
                  <a:pt x="11776" y="287"/>
                  <a:pt x="11789" y="318"/>
                </a:cubicBezTo>
                <a:cubicBezTo>
                  <a:pt x="11802" y="350"/>
                  <a:pt x="11811" y="382"/>
                  <a:pt x="11818" y="415"/>
                </a:cubicBezTo>
                <a:cubicBezTo>
                  <a:pt x="11825" y="448"/>
                  <a:pt x="11828" y="482"/>
                  <a:pt x="11828" y="516"/>
                </a:cubicBezTo>
                <a:lnTo>
                  <a:pt x="11828" y="5966"/>
                </a:lnTo>
                <a:cubicBezTo>
                  <a:pt x="11828" y="6000"/>
                  <a:pt x="11825" y="6034"/>
                  <a:pt x="11818" y="6067"/>
                </a:cubicBezTo>
                <a:cubicBezTo>
                  <a:pt x="11811" y="6100"/>
                  <a:pt x="11802" y="6132"/>
                  <a:pt x="11789" y="6164"/>
                </a:cubicBezTo>
                <a:cubicBezTo>
                  <a:pt x="11776" y="6195"/>
                  <a:pt x="11760" y="6225"/>
                  <a:pt x="11741" y="6253"/>
                </a:cubicBezTo>
                <a:cubicBezTo>
                  <a:pt x="11722" y="6281"/>
                  <a:pt x="11701" y="6307"/>
                  <a:pt x="11677" y="6331"/>
                </a:cubicBezTo>
                <a:cubicBezTo>
                  <a:pt x="11653" y="6355"/>
                  <a:pt x="11627" y="6376"/>
                  <a:pt x="11599" y="6395"/>
                </a:cubicBezTo>
                <a:cubicBezTo>
                  <a:pt x="11570" y="6414"/>
                  <a:pt x="11541" y="6431"/>
                  <a:pt x="11509" y="6444"/>
                </a:cubicBezTo>
                <a:cubicBezTo>
                  <a:pt x="11478" y="6457"/>
                  <a:pt x="11446" y="6467"/>
                  <a:pt x="11413" y="6473"/>
                </a:cubicBezTo>
                <a:cubicBezTo>
                  <a:pt x="11379" y="6480"/>
                  <a:pt x="11346" y="6483"/>
                  <a:pt x="11312" y="6483"/>
                </a:cubicBezTo>
                <a:lnTo>
                  <a:pt x="516" y="6483"/>
                </a:lnTo>
                <a:cubicBezTo>
                  <a:pt x="482" y="6483"/>
                  <a:pt x="449" y="6480"/>
                  <a:pt x="415" y="6473"/>
                </a:cubicBezTo>
                <a:cubicBezTo>
                  <a:pt x="382" y="6467"/>
                  <a:pt x="350" y="6457"/>
                  <a:pt x="319" y="6444"/>
                </a:cubicBezTo>
                <a:cubicBezTo>
                  <a:pt x="287" y="6431"/>
                  <a:pt x="258" y="6414"/>
                  <a:pt x="229" y="6395"/>
                </a:cubicBezTo>
                <a:cubicBezTo>
                  <a:pt x="201" y="6376"/>
                  <a:pt x="175" y="6355"/>
                  <a:pt x="151" y="6331"/>
                </a:cubicBezTo>
                <a:cubicBezTo>
                  <a:pt x="127" y="6307"/>
                  <a:pt x="106" y="6281"/>
                  <a:pt x="87" y="6253"/>
                </a:cubicBezTo>
                <a:cubicBezTo>
                  <a:pt x="68" y="6225"/>
                  <a:pt x="52" y="6195"/>
                  <a:pt x="39" y="6164"/>
                </a:cubicBezTo>
                <a:cubicBezTo>
                  <a:pt x="26" y="6132"/>
                  <a:pt x="17" y="6100"/>
                  <a:pt x="10" y="6067"/>
                </a:cubicBezTo>
                <a:cubicBezTo>
                  <a:pt x="3" y="6034"/>
                  <a:pt x="0" y="6000"/>
                  <a:pt x="0" y="596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03" name=""/>
          <p:cNvSpPr/>
          <p:nvPr/>
        </p:nvSpPr>
        <p:spPr>
          <a:xfrm>
            <a:off x="7014960" y="3519360"/>
            <a:ext cx="4258080" cy="2333880"/>
          </a:xfrm>
          <a:custGeom>
            <a:avLst/>
            <a:gdLst/>
            <a:ahLst/>
            <a:rect l="0" t="0" r="r" b="b"/>
            <a:pathLst>
              <a:path w="11828" h="6483">
                <a:moveTo>
                  <a:pt x="0" y="5966"/>
                </a:moveTo>
                <a:lnTo>
                  <a:pt x="0" y="516"/>
                </a:lnTo>
                <a:cubicBezTo>
                  <a:pt x="0" y="482"/>
                  <a:pt x="3" y="448"/>
                  <a:pt x="10" y="415"/>
                </a:cubicBezTo>
                <a:cubicBezTo>
                  <a:pt x="17" y="382"/>
                  <a:pt x="26" y="350"/>
                  <a:pt x="39" y="318"/>
                </a:cubicBezTo>
                <a:cubicBezTo>
                  <a:pt x="52" y="287"/>
                  <a:pt x="68" y="257"/>
                  <a:pt x="87" y="229"/>
                </a:cubicBezTo>
                <a:cubicBezTo>
                  <a:pt x="106" y="201"/>
                  <a:pt x="127" y="175"/>
                  <a:pt x="151" y="151"/>
                </a:cubicBezTo>
                <a:cubicBezTo>
                  <a:pt x="175" y="127"/>
                  <a:pt x="201" y="106"/>
                  <a:pt x="229" y="87"/>
                </a:cubicBezTo>
                <a:cubicBezTo>
                  <a:pt x="258" y="68"/>
                  <a:pt x="287" y="52"/>
                  <a:pt x="319" y="39"/>
                </a:cubicBezTo>
                <a:cubicBezTo>
                  <a:pt x="350" y="26"/>
                  <a:pt x="382" y="16"/>
                  <a:pt x="415" y="10"/>
                </a:cubicBezTo>
                <a:cubicBezTo>
                  <a:pt x="449" y="3"/>
                  <a:pt x="482" y="0"/>
                  <a:pt x="516" y="0"/>
                </a:cubicBezTo>
                <a:lnTo>
                  <a:pt x="11312" y="0"/>
                </a:lnTo>
                <a:cubicBezTo>
                  <a:pt x="11346" y="0"/>
                  <a:pt x="11379" y="3"/>
                  <a:pt x="11413" y="10"/>
                </a:cubicBezTo>
                <a:cubicBezTo>
                  <a:pt x="11446" y="16"/>
                  <a:pt x="11478" y="26"/>
                  <a:pt x="11509" y="39"/>
                </a:cubicBezTo>
                <a:cubicBezTo>
                  <a:pt x="11541" y="52"/>
                  <a:pt x="11570" y="68"/>
                  <a:pt x="11599" y="87"/>
                </a:cubicBezTo>
                <a:cubicBezTo>
                  <a:pt x="11627" y="106"/>
                  <a:pt x="11653" y="127"/>
                  <a:pt x="11677" y="151"/>
                </a:cubicBezTo>
                <a:cubicBezTo>
                  <a:pt x="11701" y="175"/>
                  <a:pt x="11722" y="201"/>
                  <a:pt x="11741" y="229"/>
                </a:cubicBezTo>
                <a:cubicBezTo>
                  <a:pt x="11760" y="257"/>
                  <a:pt x="11776" y="287"/>
                  <a:pt x="11789" y="318"/>
                </a:cubicBezTo>
                <a:cubicBezTo>
                  <a:pt x="11802" y="350"/>
                  <a:pt x="11811" y="382"/>
                  <a:pt x="11818" y="415"/>
                </a:cubicBezTo>
                <a:cubicBezTo>
                  <a:pt x="11825" y="448"/>
                  <a:pt x="11828" y="482"/>
                  <a:pt x="11828" y="516"/>
                </a:cubicBezTo>
                <a:lnTo>
                  <a:pt x="11828" y="5966"/>
                </a:lnTo>
                <a:cubicBezTo>
                  <a:pt x="11828" y="6000"/>
                  <a:pt x="11825" y="6034"/>
                  <a:pt x="11818" y="6067"/>
                </a:cubicBezTo>
                <a:cubicBezTo>
                  <a:pt x="11811" y="6100"/>
                  <a:pt x="11802" y="6132"/>
                  <a:pt x="11789" y="6164"/>
                </a:cubicBezTo>
                <a:cubicBezTo>
                  <a:pt x="11776" y="6195"/>
                  <a:pt x="11760" y="6225"/>
                  <a:pt x="11741" y="6253"/>
                </a:cubicBezTo>
                <a:cubicBezTo>
                  <a:pt x="11722" y="6281"/>
                  <a:pt x="11701" y="6307"/>
                  <a:pt x="11677" y="6331"/>
                </a:cubicBezTo>
                <a:cubicBezTo>
                  <a:pt x="11653" y="6355"/>
                  <a:pt x="11627" y="6376"/>
                  <a:pt x="11599" y="6395"/>
                </a:cubicBezTo>
                <a:cubicBezTo>
                  <a:pt x="11570" y="6414"/>
                  <a:pt x="11541" y="6431"/>
                  <a:pt x="11509" y="6444"/>
                </a:cubicBezTo>
                <a:cubicBezTo>
                  <a:pt x="11478" y="6457"/>
                  <a:pt x="11446" y="6467"/>
                  <a:pt x="11413" y="6473"/>
                </a:cubicBezTo>
                <a:cubicBezTo>
                  <a:pt x="11379" y="6480"/>
                  <a:pt x="11346" y="6483"/>
                  <a:pt x="11312" y="6483"/>
                </a:cubicBezTo>
                <a:lnTo>
                  <a:pt x="516" y="6483"/>
                </a:lnTo>
                <a:cubicBezTo>
                  <a:pt x="482" y="6483"/>
                  <a:pt x="449" y="6480"/>
                  <a:pt x="415" y="6473"/>
                </a:cubicBezTo>
                <a:cubicBezTo>
                  <a:pt x="382" y="6467"/>
                  <a:pt x="350" y="6457"/>
                  <a:pt x="319" y="6444"/>
                </a:cubicBezTo>
                <a:cubicBezTo>
                  <a:pt x="287" y="6431"/>
                  <a:pt x="258" y="6414"/>
                  <a:pt x="229" y="6395"/>
                </a:cubicBezTo>
                <a:cubicBezTo>
                  <a:pt x="201" y="6376"/>
                  <a:pt x="175" y="6355"/>
                  <a:pt x="151" y="6331"/>
                </a:cubicBezTo>
                <a:cubicBezTo>
                  <a:pt x="127" y="6307"/>
                  <a:pt x="106" y="6281"/>
                  <a:pt x="87" y="6253"/>
                </a:cubicBezTo>
                <a:cubicBezTo>
                  <a:pt x="68" y="6225"/>
                  <a:pt x="52" y="6195"/>
                  <a:pt x="39" y="6164"/>
                </a:cubicBezTo>
                <a:cubicBezTo>
                  <a:pt x="26" y="6132"/>
                  <a:pt x="17" y="6100"/>
                  <a:pt x="10" y="6067"/>
                </a:cubicBezTo>
                <a:cubicBezTo>
                  <a:pt x="3" y="6034"/>
                  <a:pt x="0" y="6000"/>
                  <a:pt x="0" y="5966"/>
                </a:cubicBezTo>
                <a:close/>
              </a:path>
            </a:pathLst>
          </a:custGeom>
          <a:noFill/>
          <a:ln w="9360">
            <a:solidFill>
              <a:srgbClr val="E3E2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4168800" y="5075640"/>
            <a:ext cx="89820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666469"/>
                </a:solidFill>
                <a:effectLst/>
                <a:uFillTx/>
                <a:latin typeface="Menlo"/>
                <a:ea typeface="Menlo"/>
              </a:rPr>
              <a:t>readdy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105" name=""/>
          <p:cNvPicPr/>
          <p:nvPr/>
        </p:nvPicPr>
        <p:blipFill>
          <a:blip r:embed="rId5"/>
          <a:stretch/>
        </p:blipFill>
        <p:spPr>
          <a:xfrm>
            <a:off x="8686800" y="396252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"/>
          <p:cNvSpPr/>
          <p:nvPr/>
        </p:nvSpPr>
        <p:spPr>
          <a:xfrm>
            <a:off x="7617240" y="4526640"/>
            <a:ext cx="3044160" cy="348120"/>
          </a:xfrm>
          <a:custGeom>
            <a:avLst/>
            <a:gdLst/>
            <a:ahLst/>
            <a:rect l="0" t="0" r="r" b="b"/>
            <a:pathLst>
              <a:path w="8456" h="967">
                <a:moveTo>
                  <a:pt x="0" y="888"/>
                </a:moveTo>
                <a:lnTo>
                  <a:pt x="8447" y="0"/>
                </a:lnTo>
                <a:lnTo>
                  <a:pt x="8456" y="78"/>
                </a:lnTo>
                <a:lnTo>
                  <a:pt x="8" y="967"/>
                </a:lnTo>
                <a:lnTo>
                  <a:pt x="0" y="888"/>
                </a:lnTo>
                <a:close/>
              </a:path>
            </a:pathLst>
          </a:custGeom>
          <a:solidFill>
            <a:srgbClr val="AFAEA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07" name=""/>
          <p:cNvSpPr/>
          <p:nvPr/>
        </p:nvSpPr>
        <p:spPr>
          <a:xfrm>
            <a:off x="11606760" y="3524040"/>
            <a:ext cx="4142520" cy="54000"/>
          </a:xfrm>
          <a:custGeom>
            <a:avLst/>
            <a:gdLst/>
            <a:ahLst/>
            <a:rect l="0" t="0" r="r" b="b"/>
            <a:pathLst>
              <a:path w="11507" h="150">
                <a:moveTo>
                  <a:pt x="0" y="148"/>
                </a:moveTo>
                <a:cubicBezTo>
                  <a:pt x="16" y="132"/>
                  <a:pt x="34" y="115"/>
                  <a:pt x="52" y="101"/>
                </a:cubicBezTo>
                <a:lnTo>
                  <a:pt x="54" y="104"/>
                </a:lnTo>
                <a:cubicBezTo>
                  <a:pt x="35" y="118"/>
                  <a:pt x="18" y="134"/>
                  <a:pt x="2" y="150"/>
                </a:cubicBezTo>
                <a:lnTo>
                  <a:pt x="0" y="148"/>
                </a:lnTo>
                <a:moveTo>
                  <a:pt x="162" y="39"/>
                </a:moveTo>
                <a:lnTo>
                  <a:pt x="163" y="41"/>
                </a:lnTo>
                <a:cubicBezTo>
                  <a:pt x="140" y="51"/>
                  <a:pt x="117" y="62"/>
                  <a:pt x="96" y="75"/>
                </a:cubicBezTo>
                <a:lnTo>
                  <a:pt x="95" y="73"/>
                </a:lnTo>
                <a:cubicBezTo>
                  <a:pt x="116" y="60"/>
                  <a:pt x="138" y="49"/>
                  <a:pt x="162" y="39"/>
                </a:cubicBezTo>
                <a:moveTo>
                  <a:pt x="286" y="5"/>
                </a:moveTo>
                <a:lnTo>
                  <a:pt x="286" y="8"/>
                </a:lnTo>
                <a:cubicBezTo>
                  <a:pt x="261" y="11"/>
                  <a:pt x="236" y="16"/>
                  <a:pt x="212" y="24"/>
                </a:cubicBezTo>
                <a:lnTo>
                  <a:pt x="211" y="21"/>
                </a:lnTo>
                <a:cubicBezTo>
                  <a:pt x="235" y="14"/>
                  <a:pt x="260" y="8"/>
                  <a:pt x="286" y="5"/>
                </a:cubicBezTo>
                <a:moveTo>
                  <a:pt x="355" y="0"/>
                </a:moveTo>
                <a:lnTo>
                  <a:pt x="435" y="0"/>
                </a:lnTo>
                <a:lnTo>
                  <a:pt x="435" y="3"/>
                </a:lnTo>
                <a:lnTo>
                  <a:pt x="355" y="3"/>
                </a:lnTo>
                <a:cubicBezTo>
                  <a:pt x="348" y="3"/>
                  <a:pt x="342" y="3"/>
                  <a:pt x="335" y="3"/>
                </a:cubicBezTo>
                <a:lnTo>
                  <a:pt x="335" y="0"/>
                </a:lnTo>
                <a:cubicBezTo>
                  <a:pt x="342" y="0"/>
                  <a:pt x="348" y="0"/>
                  <a:pt x="355" y="0"/>
                </a:cubicBezTo>
                <a:moveTo>
                  <a:pt x="567" y="0"/>
                </a:moveTo>
                <a:lnTo>
                  <a:pt x="567" y="3"/>
                </a:lnTo>
                <a:lnTo>
                  <a:pt x="488" y="3"/>
                </a:lnTo>
                <a:lnTo>
                  <a:pt x="488" y="0"/>
                </a:lnTo>
                <a:lnTo>
                  <a:pt x="567" y="0"/>
                </a:lnTo>
                <a:moveTo>
                  <a:pt x="700" y="0"/>
                </a:moveTo>
                <a:lnTo>
                  <a:pt x="700" y="3"/>
                </a:lnTo>
                <a:lnTo>
                  <a:pt x="620" y="3"/>
                </a:lnTo>
                <a:lnTo>
                  <a:pt x="620" y="0"/>
                </a:lnTo>
                <a:lnTo>
                  <a:pt x="700" y="0"/>
                </a:lnTo>
                <a:moveTo>
                  <a:pt x="832" y="0"/>
                </a:moveTo>
                <a:lnTo>
                  <a:pt x="832" y="3"/>
                </a:lnTo>
                <a:lnTo>
                  <a:pt x="753" y="3"/>
                </a:lnTo>
                <a:lnTo>
                  <a:pt x="753" y="0"/>
                </a:lnTo>
                <a:lnTo>
                  <a:pt x="832" y="0"/>
                </a:lnTo>
                <a:moveTo>
                  <a:pt x="964" y="0"/>
                </a:moveTo>
                <a:lnTo>
                  <a:pt x="964" y="3"/>
                </a:lnTo>
                <a:lnTo>
                  <a:pt x="885" y="3"/>
                </a:lnTo>
                <a:lnTo>
                  <a:pt x="885" y="0"/>
                </a:lnTo>
                <a:lnTo>
                  <a:pt x="964" y="0"/>
                </a:lnTo>
                <a:moveTo>
                  <a:pt x="1097" y="0"/>
                </a:moveTo>
                <a:lnTo>
                  <a:pt x="1097" y="3"/>
                </a:lnTo>
                <a:lnTo>
                  <a:pt x="1018" y="3"/>
                </a:lnTo>
                <a:lnTo>
                  <a:pt x="1018" y="0"/>
                </a:lnTo>
                <a:lnTo>
                  <a:pt x="1097" y="0"/>
                </a:lnTo>
                <a:moveTo>
                  <a:pt x="1229" y="0"/>
                </a:moveTo>
                <a:lnTo>
                  <a:pt x="1229" y="3"/>
                </a:lnTo>
                <a:lnTo>
                  <a:pt x="1150" y="3"/>
                </a:lnTo>
                <a:lnTo>
                  <a:pt x="1150" y="0"/>
                </a:lnTo>
                <a:lnTo>
                  <a:pt x="1229" y="0"/>
                </a:lnTo>
                <a:moveTo>
                  <a:pt x="1362" y="0"/>
                </a:moveTo>
                <a:lnTo>
                  <a:pt x="1362" y="3"/>
                </a:lnTo>
                <a:lnTo>
                  <a:pt x="1283" y="3"/>
                </a:lnTo>
                <a:lnTo>
                  <a:pt x="1283" y="0"/>
                </a:lnTo>
                <a:lnTo>
                  <a:pt x="1362" y="0"/>
                </a:lnTo>
                <a:moveTo>
                  <a:pt x="1494" y="0"/>
                </a:moveTo>
                <a:lnTo>
                  <a:pt x="1494" y="3"/>
                </a:lnTo>
                <a:lnTo>
                  <a:pt x="1415" y="3"/>
                </a:lnTo>
                <a:lnTo>
                  <a:pt x="1415" y="0"/>
                </a:lnTo>
                <a:lnTo>
                  <a:pt x="1494" y="0"/>
                </a:lnTo>
                <a:moveTo>
                  <a:pt x="1627" y="0"/>
                </a:moveTo>
                <a:lnTo>
                  <a:pt x="1627" y="3"/>
                </a:lnTo>
                <a:lnTo>
                  <a:pt x="1548" y="3"/>
                </a:lnTo>
                <a:lnTo>
                  <a:pt x="1548" y="0"/>
                </a:lnTo>
                <a:lnTo>
                  <a:pt x="1627" y="0"/>
                </a:lnTo>
                <a:moveTo>
                  <a:pt x="1759" y="0"/>
                </a:moveTo>
                <a:lnTo>
                  <a:pt x="1759" y="3"/>
                </a:lnTo>
                <a:lnTo>
                  <a:pt x="1680" y="3"/>
                </a:lnTo>
                <a:lnTo>
                  <a:pt x="1680" y="0"/>
                </a:lnTo>
                <a:lnTo>
                  <a:pt x="1759" y="0"/>
                </a:lnTo>
                <a:moveTo>
                  <a:pt x="1892" y="0"/>
                </a:moveTo>
                <a:lnTo>
                  <a:pt x="1892" y="3"/>
                </a:lnTo>
                <a:lnTo>
                  <a:pt x="1813" y="3"/>
                </a:lnTo>
                <a:lnTo>
                  <a:pt x="1813" y="0"/>
                </a:lnTo>
                <a:lnTo>
                  <a:pt x="1892" y="0"/>
                </a:lnTo>
                <a:moveTo>
                  <a:pt x="2024" y="0"/>
                </a:moveTo>
                <a:lnTo>
                  <a:pt x="2024" y="3"/>
                </a:lnTo>
                <a:lnTo>
                  <a:pt x="1945" y="3"/>
                </a:lnTo>
                <a:lnTo>
                  <a:pt x="1945" y="0"/>
                </a:lnTo>
                <a:lnTo>
                  <a:pt x="2024" y="0"/>
                </a:lnTo>
                <a:moveTo>
                  <a:pt x="2157" y="0"/>
                </a:moveTo>
                <a:lnTo>
                  <a:pt x="2157" y="3"/>
                </a:lnTo>
                <a:lnTo>
                  <a:pt x="2078" y="3"/>
                </a:lnTo>
                <a:lnTo>
                  <a:pt x="2078" y="0"/>
                </a:lnTo>
                <a:lnTo>
                  <a:pt x="2157" y="0"/>
                </a:lnTo>
                <a:moveTo>
                  <a:pt x="2289" y="0"/>
                </a:moveTo>
                <a:lnTo>
                  <a:pt x="2289" y="3"/>
                </a:lnTo>
                <a:lnTo>
                  <a:pt x="2210" y="3"/>
                </a:lnTo>
                <a:lnTo>
                  <a:pt x="2210" y="0"/>
                </a:lnTo>
                <a:lnTo>
                  <a:pt x="2289" y="0"/>
                </a:lnTo>
                <a:moveTo>
                  <a:pt x="2422" y="0"/>
                </a:moveTo>
                <a:lnTo>
                  <a:pt x="2422" y="3"/>
                </a:lnTo>
                <a:lnTo>
                  <a:pt x="2342" y="3"/>
                </a:lnTo>
                <a:lnTo>
                  <a:pt x="2342" y="0"/>
                </a:lnTo>
                <a:lnTo>
                  <a:pt x="2422" y="0"/>
                </a:lnTo>
                <a:moveTo>
                  <a:pt x="2554" y="0"/>
                </a:moveTo>
                <a:lnTo>
                  <a:pt x="2554" y="3"/>
                </a:lnTo>
                <a:lnTo>
                  <a:pt x="2475" y="3"/>
                </a:lnTo>
                <a:lnTo>
                  <a:pt x="2475" y="0"/>
                </a:lnTo>
                <a:lnTo>
                  <a:pt x="2554" y="0"/>
                </a:lnTo>
                <a:moveTo>
                  <a:pt x="2687" y="0"/>
                </a:moveTo>
                <a:lnTo>
                  <a:pt x="2687" y="3"/>
                </a:lnTo>
                <a:lnTo>
                  <a:pt x="2607" y="3"/>
                </a:lnTo>
                <a:lnTo>
                  <a:pt x="2607" y="0"/>
                </a:lnTo>
                <a:lnTo>
                  <a:pt x="2687" y="0"/>
                </a:lnTo>
                <a:moveTo>
                  <a:pt x="2819" y="0"/>
                </a:moveTo>
                <a:lnTo>
                  <a:pt x="2819" y="3"/>
                </a:lnTo>
                <a:lnTo>
                  <a:pt x="2740" y="3"/>
                </a:lnTo>
                <a:lnTo>
                  <a:pt x="2740" y="0"/>
                </a:lnTo>
                <a:lnTo>
                  <a:pt x="2819" y="0"/>
                </a:lnTo>
                <a:moveTo>
                  <a:pt x="2952" y="0"/>
                </a:moveTo>
                <a:lnTo>
                  <a:pt x="2952" y="3"/>
                </a:lnTo>
                <a:lnTo>
                  <a:pt x="2872" y="3"/>
                </a:lnTo>
                <a:lnTo>
                  <a:pt x="2872" y="0"/>
                </a:lnTo>
                <a:lnTo>
                  <a:pt x="2952" y="0"/>
                </a:lnTo>
                <a:moveTo>
                  <a:pt x="3084" y="0"/>
                </a:moveTo>
                <a:lnTo>
                  <a:pt x="3084" y="3"/>
                </a:lnTo>
                <a:lnTo>
                  <a:pt x="3005" y="3"/>
                </a:lnTo>
                <a:lnTo>
                  <a:pt x="3005" y="0"/>
                </a:lnTo>
                <a:lnTo>
                  <a:pt x="3084" y="0"/>
                </a:lnTo>
                <a:moveTo>
                  <a:pt x="3217" y="0"/>
                </a:moveTo>
                <a:lnTo>
                  <a:pt x="3217" y="3"/>
                </a:lnTo>
                <a:lnTo>
                  <a:pt x="3137" y="3"/>
                </a:lnTo>
                <a:lnTo>
                  <a:pt x="3137" y="0"/>
                </a:lnTo>
                <a:lnTo>
                  <a:pt x="3217" y="0"/>
                </a:lnTo>
                <a:moveTo>
                  <a:pt x="3349" y="0"/>
                </a:moveTo>
                <a:lnTo>
                  <a:pt x="3349" y="3"/>
                </a:lnTo>
                <a:lnTo>
                  <a:pt x="3270" y="3"/>
                </a:lnTo>
                <a:lnTo>
                  <a:pt x="3270" y="0"/>
                </a:lnTo>
                <a:lnTo>
                  <a:pt x="3349" y="0"/>
                </a:lnTo>
                <a:moveTo>
                  <a:pt x="3482" y="0"/>
                </a:moveTo>
                <a:lnTo>
                  <a:pt x="3482" y="3"/>
                </a:lnTo>
                <a:lnTo>
                  <a:pt x="3402" y="3"/>
                </a:lnTo>
                <a:lnTo>
                  <a:pt x="3402" y="0"/>
                </a:lnTo>
                <a:lnTo>
                  <a:pt x="3482" y="0"/>
                </a:lnTo>
                <a:moveTo>
                  <a:pt x="3614" y="0"/>
                </a:moveTo>
                <a:lnTo>
                  <a:pt x="3614" y="3"/>
                </a:lnTo>
                <a:lnTo>
                  <a:pt x="3535" y="3"/>
                </a:lnTo>
                <a:lnTo>
                  <a:pt x="3535" y="0"/>
                </a:lnTo>
                <a:lnTo>
                  <a:pt x="3614" y="0"/>
                </a:lnTo>
                <a:moveTo>
                  <a:pt x="3747" y="0"/>
                </a:moveTo>
                <a:lnTo>
                  <a:pt x="3747" y="3"/>
                </a:lnTo>
                <a:lnTo>
                  <a:pt x="3667" y="3"/>
                </a:lnTo>
                <a:lnTo>
                  <a:pt x="3667" y="0"/>
                </a:lnTo>
                <a:lnTo>
                  <a:pt x="3747" y="0"/>
                </a:lnTo>
                <a:moveTo>
                  <a:pt x="3879" y="0"/>
                </a:moveTo>
                <a:lnTo>
                  <a:pt x="3879" y="3"/>
                </a:lnTo>
                <a:lnTo>
                  <a:pt x="3800" y="3"/>
                </a:lnTo>
                <a:lnTo>
                  <a:pt x="3800" y="0"/>
                </a:lnTo>
                <a:lnTo>
                  <a:pt x="3879" y="0"/>
                </a:lnTo>
                <a:moveTo>
                  <a:pt x="4012" y="0"/>
                </a:moveTo>
                <a:lnTo>
                  <a:pt x="4012" y="3"/>
                </a:lnTo>
                <a:lnTo>
                  <a:pt x="3932" y="3"/>
                </a:lnTo>
                <a:lnTo>
                  <a:pt x="3932" y="0"/>
                </a:lnTo>
                <a:lnTo>
                  <a:pt x="4012" y="0"/>
                </a:lnTo>
                <a:moveTo>
                  <a:pt x="4144" y="0"/>
                </a:moveTo>
                <a:lnTo>
                  <a:pt x="4144" y="3"/>
                </a:lnTo>
                <a:lnTo>
                  <a:pt x="4065" y="3"/>
                </a:lnTo>
                <a:lnTo>
                  <a:pt x="4065" y="0"/>
                </a:lnTo>
                <a:lnTo>
                  <a:pt x="4144" y="0"/>
                </a:lnTo>
                <a:moveTo>
                  <a:pt x="4277" y="0"/>
                </a:moveTo>
                <a:lnTo>
                  <a:pt x="4277" y="3"/>
                </a:lnTo>
                <a:lnTo>
                  <a:pt x="4197" y="3"/>
                </a:lnTo>
                <a:lnTo>
                  <a:pt x="4197" y="0"/>
                </a:lnTo>
                <a:lnTo>
                  <a:pt x="4277" y="0"/>
                </a:lnTo>
                <a:moveTo>
                  <a:pt x="4409" y="0"/>
                </a:moveTo>
                <a:lnTo>
                  <a:pt x="4409" y="3"/>
                </a:lnTo>
                <a:lnTo>
                  <a:pt x="4330" y="3"/>
                </a:lnTo>
                <a:lnTo>
                  <a:pt x="4330" y="0"/>
                </a:lnTo>
                <a:lnTo>
                  <a:pt x="4409" y="0"/>
                </a:lnTo>
                <a:moveTo>
                  <a:pt x="4542" y="0"/>
                </a:moveTo>
                <a:lnTo>
                  <a:pt x="4542" y="3"/>
                </a:lnTo>
                <a:lnTo>
                  <a:pt x="4462" y="3"/>
                </a:lnTo>
                <a:lnTo>
                  <a:pt x="4462" y="0"/>
                </a:lnTo>
                <a:lnTo>
                  <a:pt x="4542" y="0"/>
                </a:lnTo>
                <a:moveTo>
                  <a:pt x="4674" y="0"/>
                </a:moveTo>
                <a:lnTo>
                  <a:pt x="4674" y="3"/>
                </a:lnTo>
                <a:lnTo>
                  <a:pt x="4595" y="3"/>
                </a:lnTo>
                <a:lnTo>
                  <a:pt x="4595" y="0"/>
                </a:lnTo>
                <a:lnTo>
                  <a:pt x="4674" y="0"/>
                </a:lnTo>
                <a:moveTo>
                  <a:pt x="4807" y="0"/>
                </a:moveTo>
                <a:lnTo>
                  <a:pt x="4807" y="3"/>
                </a:lnTo>
                <a:lnTo>
                  <a:pt x="4727" y="3"/>
                </a:lnTo>
                <a:lnTo>
                  <a:pt x="4727" y="0"/>
                </a:lnTo>
                <a:lnTo>
                  <a:pt x="4807" y="0"/>
                </a:lnTo>
                <a:moveTo>
                  <a:pt x="4939" y="0"/>
                </a:moveTo>
                <a:lnTo>
                  <a:pt x="4939" y="3"/>
                </a:lnTo>
                <a:lnTo>
                  <a:pt x="4860" y="3"/>
                </a:lnTo>
                <a:lnTo>
                  <a:pt x="4860" y="0"/>
                </a:lnTo>
                <a:lnTo>
                  <a:pt x="4939" y="0"/>
                </a:lnTo>
                <a:moveTo>
                  <a:pt x="5072" y="0"/>
                </a:moveTo>
                <a:lnTo>
                  <a:pt x="5072" y="3"/>
                </a:lnTo>
                <a:lnTo>
                  <a:pt x="4992" y="3"/>
                </a:lnTo>
                <a:lnTo>
                  <a:pt x="4992" y="0"/>
                </a:lnTo>
                <a:lnTo>
                  <a:pt x="5072" y="0"/>
                </a:lnTo>
                <a:moveTo>
                  <a:pt x="5204" y="0"/>
                </a:moveTo>
                <a:lnTo>
                  <a:pt x="5204" y="3"/>
                </a:lnTo>
                <a:lnTo>
                  <a:pt x="5125" y="3"/>
                </a:lnTo>
                <a:lnTo>
                  <a:pt x="5125" y="0"/>
                </a:lnTo>
                <a:lnTo>
                  <a:pt x="5204" y="0"/>
                </a:lnTo>
                <a:moveTo>
                  <a:pt x="5337" y="0"/>
                </a:moveTo>
                <a:lnTo>
                  <a:pt x="5337" y="3"/>
                </a:lnTo>
                <a:lnTo>
                  <a:pt x="5257" y="3"/>
                </a:lnTo>
                <a:lnTo>
                  <a:pt x="5257" y="0"/>
                </a:lnTo>
                <a:lnTo>
                  <a:pt x="5337" y="0"/>
                </a:lnTo>
                <a:moveTo>
                  <a:pt x="5469" y="0"/>
                </a:moveTo>
                <a:lnTo>
                  <a:pt x="5469" y="3"/>
                </a:lnTo>
                <a:lnTo>
                  <a:pt x="5390" y="3"/>
                </a:lnTo>
                <a:lnTo>
                  <a:pt x="5390" y="0"/>
                </a:lnTo>
                <a:lnTo>
                  <a:pt x="5469" y="0"/>
                </a:lnTo>
                <a:moveTo>
                  <a:pt x="5602" y="0"/>
                </a:moveTo>
                <a:lnTo>
                  <a:pt x="5602" y="3"/>
                </a:lnTo>
                <a:lnTo>
                  <a:pt x="5522" y="3"/>
                </a:lnTo>
                <a:lnTo>
                  <a:pt x="5522" y="0"/>
                </a:lnTo>
                <a:lnTo>
                  <a:pt x="5602" y="0"/>
                </a:lnTo>
                <a:moveTo>
                  <a:pt x="5734" y="0"/>
                </a:moveTo>
                <a:lnTo>
                  <a:pt x="5734" y="3"/>
                </a:lnTo>
                <a:lnTo>
                  <a:pt x="5655" y="3"/>
                </a:lnTo>
                <a:lnTo>
                  <a:pt x="5655" y="0"/>
                </a:lnTo>
                <a:lnTo>
                  <a:pt x="5734" y="0"/>
                </a:lnTo>
                <a:moveTo>
                  <a:pt x="5867" y="0"/>
                </a:moveTo>
                <a:lnTo>
                  <a:pt x="5867" y="3"/>
                </a:lnTo>
                <a:lnTo>
                  <a:pt x="5787" y="3"/>
                </a:lnTo>
                <a:lnTo>
                  <a:pt x="5787" y="0"/>
                </a:lnTo>
                <a:lnTo>
                  <a:pt x="5867" y="0"/>
                </a:lnTo>
                <a:moveTo>
                  <a:pt x="5999" y="0"/>
                </a:moveTo>
                <a:lnTo>
                  <a:pt x="5999" y="3"/>
                </a:lnTo>
                <a:lnTo>
                  <a:pt x="5920" y="3"/>
                </a:lnTo>
                <a:lnTo>
                  <a:pt x="5920" y="0"/>
                </a:lnTo>
                <a:lnTo>
                  <a:pt x="5999" y="0"/>
                </a:lnTo>
                <a:moveTo>
                  <a:pt x="6132" y="0"/>
                </a:moveTo>
                <a:lnTo>
                  <a:pt x="6132" y="3"/>
                </a:lnTo>
                <a:lnTo>
                  <a:pt x="6052" y="3"/>
                </a:lnTo>
                <a:lnTo>
                  <a:pt x="6052" y="0"/>
                </a:lnTo>
                <a:lnTo>
                  <a:pt x="6132" y="0"/>
                </a:lnTo>
                <a:moveTo>
                  <a:pt x="6264" y="0"/>
                </a:moveTo>
                <a:lnTo>
                  <a:pt x="6264" y="3"/>
                </a:lnTo>
                <a:lnTo>
                  <a:pt x="6185" y="3"/>
                </a:lnTo>
                <a:lnTo>
                  <a:pt x="6185" y="0"/>
                </a:lnTo>
                <a:lnTo>
                  <a:pt x="6264" y="0"/>
                </a:lnTo>
                <a:moveTo>
                  <a:pt x="6396" y="0"/>
                </a:moveTo>
                <a:lnTo>
                  <a:pt x="6396" y="3"/>
                </a:lnTo>
                <a:lnTo>
                  <a:pt x="6317" y="3"/>
                </a:lnTo>
                <a:lnTo>
                  <a:pt x="6317" y="0"/>
                </a:lnTo>
                <a:lnTo>
                  <a:pt x="6396" y="0"/>
                </a:lnTo>
                <a:moveTo>
                  <a:pt x="6529" y="0"/>
                </a:moveTo>
                <a:lnTo>
                  <a:pt x="6529" y="3"/>
                </a:lnTo>
                <a:lnTo>
                  <a:pt x="6450" y="3"/>
                </a:lnTo>
                <a:lnTo>
                  <a:pt x="6450" y="0"/>
                </a:lnTo>
                <a:lnTo>
                  <a:pt x="6529" y="0"/>
                </a:lnTo>
                <a:moveTo>
                  <a:pt x="6661" y="0"/>
                </a:moveTo>
                <a:lnTo>
                  <a:pt x="6661" y="3"/>
                </a:lnTo>
                <a:lnTo>
                  <a:pt x="6582" y="3"/>
                </a:lnTo>
                <a:lnTo>
                  <a:pt x="6582" y="0"/>
                </a:lnTo>
                <a:lnTo>
                  <a:pt x="6661" y="0"/>
                </a:lnTo>
                <a:moveTo>
                  <a:pt x="6794" y="0"/>
                </a:moveTo>
                <a:lnTo>
                  <a:pt x="6794" y="3"/>
                </a:lnTo>
                <a:lnTo>
                  <a:pt x="6715" y="3"/>
                </a:lnTo>
                <a:lnTo>
                  <a:pt x="6715" y="0"/>
                </a:lnTo>
                <a:lnTo>
                  <a:pt x="6794" y="0"/>
                </a:lnTo>
                <a:moveTo>
                  <a:pt x="6926" y="0"/>
                </a:moveTo>
                <a:lnTo>
                  <a:pt x="6926" y="3"/>
                </a:lnTo>
                <a:lnTo>
                  <a:pt x="6847" y="3"/>
                </a:lnTo>
                <a:lnTo>
                  <a:pt x="6847" y="0"/>
                </a:lnTo>
                <a:lnTo>
                  <a:pt x="6926" y="0"/>
                </a:lnTo>
                <a:moveTo>
                  <a:pt x="7059" y="0"/>
                </a:moveTo>
                <a:lnTo>
                  <a:pt x="7059" y="3"/>
                </a:lnTo>
                <a:lnTo>
                  <a:pt x="6980" y="3"/>
                </a:lnTo>
                <a:lnTo>
                  <a:pt x="6980" y="0"/>
                </a:lnTo>
                <a:lnTo>
                  <a:pt x="7059" y="0"/>
                </a:lnTo>
                <a:moveTo>
                  <a:pt x="7191" y="0"/>
                </a:moveTo>
                <a:lnTo>
                  <a:pt x="7191" y="3"/>
                </a:lnTo>
                <a:lnTo>
                  <a:pt x="7112" y="3"/>
                </a:lnTo>
                <a:lnTo>
                  <a:pt x="7112" y="0"/>
                </a:lnTo>
                <a:lnTo>
                  <a:pt x="7191" y="0"/>
                </a:lnTo>
                <a:moveTo>
                  <a:pt x="7324" y="0"/>
                </a:moveTo>
                <a:lnTo>
                  <a:pt x="7324" y="3"/>
                </a:lnTo>
                <a:lnTo>
                  <a:pt x="7245" y="3"/>
                </a:lnTo>
                <a:lnTo>
                  <a:pt x="7245" y="0"/>
                </a:lnTo>
                <a:lnTo>
                  <a:pt x="7324" y="0"/>
                </a:lnTo>
                <a:moveTo>
                  <a:pt x="7456" y="0"/>
                </a:moveTo>
                <a:lnTo>
                  <a:pt x="7456" y="3"/>
                </a:lnTo>
                <a:lnTo>
                  <a:pt x="7377" y="3"/>
                </a:lnTo>
                <a:lnTo>
                  <a:pt x="7377" y="0"/>
                </a:lnTo>
                <a:lnTo>
                  <a:pt x="7456" y="0"/>
                </a:lnTo>
                <a:moveTo>
                  <a:pt x="7589" y="0"/>
                </a:moveTo>
                <a:lnTo>
                  <a:pt x="7589" y="3"/>
                </a:lnTo>
                <a:lnTo>
                  <a:pt x="7509" y="3"/>
                </a:lnTo>
                <a:lnTo>
                  <a:pt x="7509" y="0"/>
                </a:lnTo>
                <a:lnTo>
                  <a:pt x="7589" y="0"/>
                </a:lnTo>
                <a:moveTo>
                  <a:pt x="7721" y="0"/>
                </a:moveTo>
                <a:lnTo>
                  <a:pt x="7721" y="3"/>
                </a:lnTo>
                <a:lnTo>
                  <a:pt x="7642" y="3"/>
                </a:lnTo>
                <a:lnTo>
                  <a:pt x="7642" y="0"/>
                </a:lnTo>
                <a:lnTo>
                  <a:pt x="7721" y="0"/>
                </a:lnTo>
                <a:moveTo>
                  <a:pt x="7854" y="0"/>
                </a:moveTo>
                <a:lnTo>
                  <a:pt x="7854" y="3"/>
                </a:lnTo>
                <a:lnTo>
                  <a:pt x="7774" y="3"/>
                </a:lnTo>
                <a:lnTo>
                  <a:pt x="7774" y="0"/>
                </a:lnTo>
                <a:lnTo>
                  <a:pt x="7854" y="0"/>
                </a:lnTo>
                <a:moveTo>
                  <a:pt x="7986" y="0"/>
                </a:moveTo>
                <a:lnTo>
                  <a:pt x="7986" y="3"/>
                </a:lnTo>
                <a:lnTo>
                  <a:pt x="7907" y="3"/>
                </a:lnTo>
                <a:lnTo>
                  <a:pt x="7907" y="0"/>
                </a:lnTo>
                <a:lnTo>
                  <a:pt x="7986" y="0"/>
                </a:lnTo>
                <a:moveTo>
                  <a:pt x="8120" y="0"/>
                </a:moveTo>
                <a:lnTo>
                  <a:pt x="8120" y="3"/>
                </a:lnTo>
                <a:lnTo>
                  <a:pt x="8040" y="3"/>
                </a:lnTo>
                <a:lnTo>
                  <a:pt x="8040" y="0"/>
                </a:lnTo>
                <a:lnTo>
                  <a:pt x="8120" y="0"/>
                </a:lnTo>
                <a:moveTo>
                  <a:pt x="8252" y="0"/>
                </a:moveTo>
                <a:lnTo>
                  <a:pt x="8252" y="3"/>
                </a:lnTo>
                <a:lnTo>
                  <a:pt x="8173" y="3"/>
                </a:lnTo>
                <a:lnTo>
                  <a:pt x="8173" y="0"/>
                </a:lnTo>
                <a:lnTo>
                  <a:pt x="8252" y="0"/>
                </a:lnTo>
                <a:moveTo>
                  <a:pt x="8385" y="0"/>
                </a:moveTo>
                <a:lnTo>
                  <a:pt x="8385" y="3"/>
                </a:lnTo>
                <a:lnTo>
                  <a:pt x="8305" y="3"/>
                </a:lnTo>
                <a:lnTo>
                  <a:pt x="8305" y="0"/>
                </a:lnTo>
                <a:lnTo>
                  <a:pt x="8385" y="0"/>
                </a:lnTo>
                <a:moveTo>
                  <a:pt x="8517" y="0"/>
                </a:moveTo>
                <a:lnTo>
                  <a:pt x="8517" y="3"/>
                </a:lnTo>
                <a:lnTo>
                  <a:pt x="8438" y="3"/>
                </a:lnTo>
                <a:lnTo>
                  <a:pt x="8438" y="0"/>
                </a:lnTo>
                <a:lnTo>
                  <a:pt x="8517" y="0"/>
                </a:lnTo>
                <a:moveTo>
                  <a:pt x="8650" y="0"/>
                </a:moveTo>
                <a:lnTo>
                  <a:pt x="8650" y="3"/>
                </a:lnTo>
                <a:lnTo>
                  <a:pt x="8570" y="3"/>
                </a:lnTo>
                <a:lnTo>
                  <a:pt x="8570" y="0"/>
                </a:lnTo>
                <a:lnTo>
                  <a:pt x="8650" y="0"/>
                </a:lnTo>
                <a:moveTo>
                  <a:pt x="8782" y="0"/>
                </a:moveTo>
                <a:lnTo>
                  <a:pt x="8782" y="3"/>
                </a:lnTo>
                <a:lnTo>
                  <a:pt x="8703" y="3"/>
                </a:lnTo>
                <a:lnTo>
                  <a:pt x="8703" y="0"/>
                </a:lnTo>
                <a:lnTo>
                  <a:pt x="8782" y="0"/>
                </a:lnTo>
                <a:moveTo>
                  <a:pt x="8915" y="0"/>
                </a:moveTo>
                <a:lnTo>
                  <a:pt x="8915" y="3"/>
                </a:lnTo>
                <a:lnTo>
                  <a:pt x="8835" y="3"/>
                </a:lnTo>
                <a:lnTo>
                  <a:pt x="8835" y="0"/>
                </a:lnTo>
                <a:lnTo>
                  <a:pt x="8915" y="0"/>
                </a:lnTo>
                <a:moveTo>
                  <a:pt x="9047" y="0"/>
                </a:moveTo>
                <a:lnTo>
                  <a:pt x="9047" y="3"/>
                </a:lnTo>
                <a:lnTo>
                  <a:pt x="8968" y="3"/>
                </a:lnTo>
                <a:lnTo>
                  <a:pt x="8968" y="0"/>
                </a:lnTo>
                <a:lnTo>
                  <a:pt x="9047" y="0"/>
                </a:lnTo>
                <a:moveTo>
                  <a:pt x="9180" y="0"/>
                </a:moveTo>
                <a:lnTo>
                  <a:pt x="9180" y="3"/>
                </a:lnTo>
                <a:lnTo>
                  <a:pt x="9100" y="3"/>
                </a:lnTo>
                <a:lnTo>
                  <a:pt x="9100" y="0"/>
                </a:lnTo>
                <a:lnTo>
                  <a:pt x="9180" y="0"/>
                </a:lnTo>
                <a:moveTo>
                  <a:pt x="9312" y="0"/>
                </a:moveTo>
                <a:lnTo>
                  <a:pt x="9312" y="3"/>
                </a:lnTo>
                <a:lnTo>
                  <a:pt x="9233" y="3"/>
                </a:lnTo>
                <a:lnTo>
                  <a:pt x="9233" y="0"/>
                </a:lnTo>
                <a:lnTo>
                  <a:pt x="9312" y="0"/>
                </a:lnTo>
                <a:moveTo>
                  <a:pt x="9445" y="0"/>
                </a:moveTo>
                <a:lnTo>
                  <a:pt x="9445" y="3"/>
                </a:lnTo>
                <a:lnTo>
                  <a:pt x="9365" y="3"/>
                </a:lnTo>
                <a:lnTo>
                  <a:pt x="9365" y="0"/>
                </a:lnTo>
                <a:lnTo>
                  <a:pt x="9445" y="0"/>
                </a:lnTo>
                <a:moveTo>
                  <a:pt x="9577" y="0"/>
                </a:moveTo>
                <a:lnTo>
                  <a:pt x="9577" y="3"/>
                </a:lnTo>
                <a:lnTo>
                  <a:pt x="9498" y="3"/>
                </a:lnTo>
                <a:lnTo>
                  <a:pt x="9498" y="0"/>
                </a:lnTo>
                <a:lnTo>
                  <a:pt x="9577" y="0"/>
                </a:lnTo>
                <a:moveTo>
                  <a:pt x="9710" y="0"/>
                </a:moveTo>
                <a:lnTo>
                  <a:pt x="9710" y="3"/>
                </a:lnTo>
                <a:lnTo>
                  <a:pt x="9630" y="3"/>
                </a:lnTo>
                <a:lnTo>
                  <a:pt x="9630" y="0"/>
                </a:lnTo>
                <a:lnTo>
                  <a:pt x="9710" y="0"/>
                </a:lnTo>
                <a:moveTo>
                  <a:pt x="9842" y="0"/>
                </a:moveTo>
                <a:lnTo>
                  <a:pt x="9842" y="3"/>
                </a:lnTo>
                <a:lnTo>
                  <a:pt x="9763" y="3"/>
                </a:lnTo>
                <a:lnTo>
                  <a:pt x="9763" y="0"/>
                </a:lnTo>
                <a:lnTo>
                  <a:pt x="9842" y="0"/>
                </a:lnTo>
                <a:moveTo>
                  <a:pt x="9975" y="0"/>
                </a:moveTo>
                <a:lnTo>
                  <a:pt x="9975" y="3"/>
                </a:lnTo>
                <a:lnTo>
                  <a:pt x="9895" y="3"/>
                </a:lnTo>
                <a:lnTo>
                  <a:pt x="9895" y="0"/>
                </a:lnTo>
                <a:lnTo>
                  <a:pt x="9975" y="0"/>
                </a:lnTo>
                <a:moveTo>
                  <a:pt x="10107" y="0"/>
                </a:moveTo>
                <a:lnTo>
                  <a:pt x="10107" y="3"/>
                </a:lnTo>
                <a:lnTo>
                  <a:pt x="10028" y="3"/>
                </a:lnTo>
                <a:lnTo>
                  <a:pt x="10028" y="0"/>
                </a:lnTo>
                <a:lnTo>
                  <a:pt x="10107" y="0"/>
                </a:lnTo>
                <a:moveTo>
                  <a:pt x="10240" y="0"/>
                </a:moveTo>
                <a:lnTo>
                  <a:pt x="10240" y="3"/>
                </a:lnTo>
                <a:lnTo>
                  <a:pt x="10160" y="3"/>
                </a:lnTo>
                <a:lnTo>
                  <a:pt x="10160" y="0"/>
                </a:lnTo>
                <a:lnTo>
                  <a:pt x="10240" y="0"/>
                </a:lnTo>
                <a:moveTo>
                  <a:pt x="10372" y="0"/>
                </a:moveTo>
                <a:lnTo>
                  <a:pt x="10372" y="3"/>
                </a:lnTo>
                <a:lnTo>
                  <a:pt x="10293" y="3"/>
                </a:lnTo>
                <a:lnTo>
                  <a:pt x="10293" y="0"/>
                </a:lnTo>
                <a:lnTo>
                  <a:pt x="10372" y="0"/>
                </a:lnTo>
                <a:moveTo>
                  <a:pt x="10505" y="0"/>
                </a:moveTo>
                <a:lnTo>
                  <a:pt x="10505" y="3"/>
                </a:lnTo>
                <a:lnTo>
                  <a:pt x="10425" y="3"/>
                </a:lnTo>
                <a:lnTo>
                  <a:pt x="10425" y="0"/>
                </a:lnTo>
                <a:lnTo>
                  <a:pt x="10505" y="0"/>
                </a:lnTo>
                <a:moveTo>
                  <a:pt x="10637" y="0"/>
                </a:moveTo>
                <a:lnTo>
                  <a:pt x="10637" y="3"/>
                </a:lnTo>
                <a:lnTo>
                  <a:pt x="10558" y="3"/>
                </a:lnTo>
                <a:lnTo>
                  <a:pt x="10558" y="0"/>
                </a:lnTo>
                <a:lnTo>
                  <a:pt x="10637" y="0"/>
                </a:lnTo>
                <a:moveTo>
                  <a:pt x="10770" y="0"/>
                </a:moveTo>
                <a:lnTo>
                  <a:pt x="10770" y="3"/>
                </a:lnTo>
                <a:lnTo>
                  <a:pt x="10690" y="3"/>
                </a:lnTo>
                <a:lnTo>
                  <a:pt x="10690" y="0"/>
                </a:lnTo>
                <a:lnTo>
                  <a:pt x="10770" y="0"/>
                </a:lnTo>
                <a:moveTo>
                  <a:pt x="10902" y="0"/>
                </a:moveTo>
                <a:lnTo>
                  <a:pt x="10902" y="3"/>
                </a:lnTo>
                <a:lnTo>
                  <a:pt x="10823" y="3"/>
                </a:lnTo>
                <a:lnTo>
                  <a:pt x="10823" y="0"/>
                </a:lnTo>
                <a:lnTo>
                  <a:pt x="10902" y="0"/>
                </a:lnTo>
                <a:moveTo>
                  <a:pt x="11035" y="0"/>
                </a:moveTo>
                <a:lnTo>
                  <a:pt x="11035" y="3"/>
                </a:lnTo>
                <a:lnTo>
                  <a:pt x="10955" y="3"/>
                </a:lnTo>
                <a:lnTo>
                  <a:pt x="10955" y="0"/>
                </a:lnTo>
                <a:lnTo>
                  <a:pt x="11035" y="0"/>
                </a:lnTo>
                <a:moveTo>
                  <a:pt x="11151" y="0"/>
                </a:moveTo>
                <a:cubicBezTo>
                  <a:pt x="11156" y="0"/>
                  <a:pt x="11161" y="0"/>
                  <a:pt x="11165" y="0"/>
                </a:cubicBezTo>
                <a:lnTo>
                  <a:pt x="11165" y="3"/>
                </a:lnTo>
                <a:cubicBezTo>
                  <a:pt x="11161" y="3"/>
                  <a:pt x="11156" y="3"/>
                  <a:pt x="11151" y="3"/>
                </a:cubicBezTo>
                <a:lnTo>
                  <a:pt x="11088" y="3"/>
                </a:lnTo>
                <a:lnTo>
                  <a:pt x="11088" y="0"/>
                </a:lnTo>
                <a:lnTo>
                  <a:pt x="11151" y="0"/>
                </a:lnTo>
                <a:moveTo>
                  <a:pt x="11289" y="19"/>
                </a:moveTo>
                <a:lnTo>
                  <a:pt x="11288" y="22"/>
                </a:lnTo>
                <a:cubicBezTo>
                  <a:pt x="11264" y="15"/>
                  <a:pt x="11239" y="10"/>
                  <a:pt x="11214" y="7"/>
                </a:cubicBezTo>
                <a:lnTo>
                  <a:pt x="11214" y="4"/>
                </a:lnTo>
                <a:cubicBezTo>
                  <a:pt x="11240" y="7"/>
                  <a:pt x="11265" y="12"/>
                  <a:pt x="11289" y="19"/>
                </a:cubicBezTo>
                <a:moveTo>
                  <a:pt x="11344" y="38"/>
                </a:moveTo>
                <a:cubicBezTo>
                  <a:pt x="11365" y="47"/>
                  <a:pt x="11386" y="58"/>
                  <a:pt x="11406" y="69"/>
                </a:cubicBezTo>
                <a:lnTo>
                  <a:pt x="11405" y="72"/>
                </a:lnTo>
                <a:cubicBezTo>
                  <a:pt x="11383" y="59"/>
                  <a:pt x="11361" y="48"/>
                  <a:pt x="11338" y="39"/>
                </a:cubicBezTo>
                <a:lnTo>
                  <a:pt x="11339" y="36"/>
                </a:lnTo>
                <a:cubicBezTo>
                  <a:pt x="11340" y="37"/>
                  <a:pt x="11342" y="38"/>
                  <a:pt x="11344" y="38"/>
                </a:cubicBezTo>
                <a:moveTo>
                  <a:pt x="11507" y="148"/>
                </a:moveTo>
                <a:lnTo>
                  <a:pt x="11505" y="150"/>
                </a:lnTo>
                <a:cubicBezTo>
                  <a:pt x="11487" y="132"/>
                  <a:pt x="11468" y="115"/>
                  <a:pt x="11447" y="100"/>
                </a:cubicBezTo>
                <a:lnTo>
                  <a:pt x="11449" y="98"/>
                </a:lnTo>
                <a:cubicBezTo>
                  <a:pt x="11469" y="112"/>
                  <a:pt x="11488" y="130"/>
                  <a:pt x="11507" y="148"/>
                </a:cubicBezTo>
                <a:close/>
              </a:path>
            </a:pathLst>
          </a:custGeom>
          <a:solidFill>
            <a:srgbClr val="AFAEA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08" name=""/>
          <p:cNvSpPr/>
          <p:nvPr/>
        </p:nvSpPr>
        <p:spPr>
          <a:xfrm>
            <a:off x="11609280" y="5795640"/>
            <a:ext cx="4138920" cy="52920"/>
          </a:xfrm>
          <a:custGeom>
            <a:avLst/>
            <a:gdLst/>
            <a:ahLst/>
            <a:rect l="0" t="0" r="r" b="b"/>
            <a:pathLst>
              <a:path w="11497" h="147">
                <a:moveTo>
                  <a:pt x="11438" y="52"/>
                </a:moveTo>
                <a:lnTo>
                  <a:pt x="11437" y="50"/>
                </a:lnTo>
                <a:cubicBezTo>
                  <a:pt x="11457" y="35"/>
                  <a:pt x="11477" y="18"/>
                  <a:pt x="11495" y="0"/>
                </a:cubicBezTo>
                <a:lnTo>
                  <a:pt x="11497" y="2"/>
                </a:lnTo>
                <a:cubicBezTo>
                  <a:pt x="11478" y="20"/>
                  <a:pt x="11459" y="37"/>
                  <a:pt x="11438" y="52"/>
                </a:cubicBezTo>
                <a:moveTo>
                  <a:pt x="11337" y="109"/>
                </a:moveTo>
                <a:cubicBezTo>
                  <a:pt x="11334" y="110"/>
                  <a:pt x="11331" y="111"/>
                  <a:pt x="11328" y="112"/>
                </a:cubicBezTo>
                <a:lnTo>
                  <a:pt x="11327" y="110"/>
                </a:lnTo>
                <a:cubicBezTo>
                  <a:pt x="11350" y="101"/>
                  <a:pt x="11372" y="90"/>
                  <a:pt x="11394" y="77"/>
                </a:cubicBezTo>
                <a:lnTo>
                  <a:pt x="11395" y="80"/>
                </a:lnTo>
                <a:cubicBezTo>
                  <a:pt x="11377" y="91"/>
                  <a:pt x="11357" y="100"/>
                  <a:pt x="11337" y="109"/>
                </a:cubicBezTo>
                <a:moveTo>
                  <a:pt x="11203" y="144"/>
                </a:moveTo>
                <a:lnTo>
                  <a:pt x="11203" y="141"/>
                </a:lnTo>
                <a:cubicBezTo>
                  <a:pt x="11228" y="138"/>
                  <a:pt x="11253" y="133"/>
                  <a:pt x="11277" y="126"/>
                </a:cubicBezTo>
                <a:lnTo>
                  <a:pt x="11278" y="129"/>
                </a:lnTo>
                <a:cubicBezTo>
                  <a:pt x="11253" y="136"/>
                  <a:pt x="11228" y="141"/>
                  <a:pt x="11203" y="144"/>
                </a:cubicBezTo>
                <a:moveTo>
                  <a:pt x="11144" y="147"/>
                </a:moveTo>
                <a:lnTo>
                  <a:pt x="11076" y="147"/>
                </a:lnTo>
                <a:lnTo>
                  <a:pt x="11076" y="144"/>
                </a:lnTo>
                <a:lnTo>
                  <a:pt x="11144" y="144"/>
                </a:lnTo>
                <a:cubicBezTo>
                  <a:pt x="11148" y="144"/>
                  <a:pt x="11151" y="144"/>
                  <a:pt x="11154" y="144"/>
                </a:cubicBezTo>
                <a:lnTo>
                  <a:pt x="11154" y="147"/>
                </a:lnTo>
                <a:cubicBezTo>
                  <a:pt x="11151" y="147"/>
                  <a:pt x="11148" y="147"/>
                  <a:pt x="11144" y="147"/>
                </a:cubicBezTo>
                <a:moveTo>
                  <a:pt x="10944" y="147"/>
                </a:moveTo>
                <a:lnTo>
                  <a:pt x="10944" y="144"/>
                </a:lnTo>
                <a:lnTo>
                  <a:pt x="11023" y="144"/>
                </a:lnTo>
                <a:lnTo>
                  <a:pt x="11023" y="147"/>
                </a:lnTo>
                <a:lnTo>
                  <a:pt x="10944" y="147"/>
                </a:lnTo>
                <a:moveTo>
                  <a:pt x="10811" y="147"/>
                </a:moveTo>
                <a:lnTo>
                  <a:pt x="10811" y="144"/>
                </a:lnTo>
                <a:lnTo>
                  <a:pt x="10890" y="144"/>
                </a:lnTo>
                <a:lnTo>
                  <a:pt x="10890" y="147"/>
                </a:lnTo>
                <a:lnTo>
                  <a:pt x="10811" y="147"/>
                </a:lnTo>
                <a:moveTo>
                  <a:pt x="10679" y="147"/>
                </a:moveTo>
                <a:lnTo>
                  <a:pt x="10679" y="144"/>
                </a:lnTo>
                <a:lnTo>
                  <a:pt x="10758" y="144"/>
                </a:lnTo>
                <a:lnTo>
                  <a:pt x="10758" y="147"/>
                </a:lnTo>
                <a:lnTo>
                  <a:pt x="10679" y="147"/>
                </a:lnTo>
                <a:moveTo>
                  <a:pt x="10546" y="147"/>
                </a:moveTo>
                <a:lnTo>
                  <a:pt x="10546" y="144"/>
                </a:lnTo>
                <a:lnTo>
                  <a:pt x="10626" y="144"/>
                </a:lnTo>
                <a:lnTo>
                  <a:pt x="10626" y="147"/>
                </a:lnTo>
                <a:lnTo>
                  <a:pt x="10546" y="147"/>
                </a:lnTo>
                <a:moveTo>
                  <a:pt x="10414" y="147"/>
                </a:moveTo>
                <a:lnTo>
                  <a:pt x="10414" y="144"/>
                </a:lnTo>
                <a:lnTo>
                  <a:pt x="10493" y="144"/>
                </a:lnTo>
                <a:lnTo>
                  <a:pt x="10493" y="147"/>
                </a:lnTo>
                <a:lnTo>
                  <a:pt x="10414" y="147"/>
                </a:lnTo>
                <a:moveTo>
                  <a:pt x="10281" y="147"/>
                </a:moveTo>
                <a:lnTo>
                  <a:pt x="10281" y="144"/>
                </a:lnTo>
                <a:lnTo>
                  <a:pt x="10361" y="144"/>
                </a:lnTo>
                <a:lnTo>
                  <a:pt x="10361" y="147"/>
                </a:lnTo>
                <a:lnTo>
                  <a:pt x="10281" y="147"/>
                </a:lnTo>
                <a:moveTo>
                  <a:pt x="10149" y="147"/>
                </a:moveTo>
                <a:lnTo>
                  <a:pt x="10149" y="144"/>
                </a:lnTo>
                <a:lnTo>
                  <a:pt x="10228" y="144"/>
                </a:lnTo>
                <a:lnTo>
                  <a:pt x="10228" y="147"/>
                </a:lnTo>
                <a:lnTo>
                  <a:pt x="10149" y="147"/>
                </a:lnTo>
                <a:moveTo>
                  <a:pt x="10016" y="147"/>
                </a:moveTo>
                <a:lnTo>
                  <a:pt x="10016" y="144"/>
                </a:lnTo>
                <a:lnTo>
                  <a:pt x="10096" y="144"/>
                </a:lnTo>
                <a:lnTo>
                  <a:pt x="10096" y="147"/>
                </a:lnTo>
                <a:lnTo>
                  <a:pt x="10016" y="147"/>
                </a:lnTo>
                <a:moveTo>
                  <a:pt x="9884" y="147"/>
                </a:moveTo>
                <a:lnTo>
                  <a:pt x="9884" y="144"/>
                </a:lnTo>
                <a:lnTo>
                  <a:pt x="9963" y="144"/>
                </a:lnTo>
                <a:lnTo>
                  <a:pt x="9963" y="147"/>
                </a:lnTo>
                <a:lnTo>
                  <a:pt x="9884" y="147"/>
                </a:lnTo>
                <a:moveTo>
                  <a:pt x="9751" y="147"/>
                </a:moveTo>
                <a:lnTo>
                  <a:pt x="9751" y="144"/>
                </a:lnTo>
                <a:lnTo>
                  <a:pt x="9831" y="144"/>
                </a:lnTo>
                <a:lnTo>
                  <a:pt x="9831" y="147"/>
                </a:lnTo>
                <a:lnTo>
                  <a:pt x="9751" y="147"/>
                </a:lnTo>
                <a:moveTo>
                  <a:pt x="9619" y="147"/>
                </a:moveTo>
                <a:lnTo>
                  <a:pt x="9619" y="144"/>
                </a:lnTo>
                <a:lnTo>
                  <a:pt x="9698" y="144"/>
                </a:lnTo>
                <a:lnTo>
                  <a:pt x="9698" y="147"/>
                </a:lnTo>
                <a:lnTo>
                  <a:pt x="9619" y="147"/>
                </a:lnTo>
                <a:moveTo>
                  <a:pt x="9486" y="147"/>
                </a:moveTo>
                <a:lnTo>
                  <a:pt x="9486" y="144"/>
                </a:lnTo>
                <a:lnTo>
                  <a:pt x="9566" y="144"/>
                </a:lnTo>
                <a:lnTo>
                  <a:pt x="9566" y="147"/>
                </a:lnTo>
                <a:lnTo>
                  <a:pt x="9486" y="147"/>
                </a:lnTo>
                <a:moveTo>
                  <a:pt x="9354" y="147"/>
                </a:moveTo>
                <a:lnTo>
                  <a:pt x="9354" y="144"/>
                </a:lnTo>
                <a:lnTo>
                  <a:pt x="9433" y="144"/>
                </a:lnTo>
                <a:lnTo>
                  <a:pt x="9433" y="147"/>
                </a:lnTo>
                <a:lnTo>
                  <a:pt x="9354" y="147"/>
                </a:lnTo>
                <a:moveTo>
                  <a:pt x="9221" y="147"/>
                </a:moveTo>
                <a:lnTo>
                  <a:pt x="9221" y="144"/>
                </a:lnTo>
                <a:lnTo>
                  <a:pt x="9301" y="144"/>
                </a:lnTo>
                <a:lnTo>
                  <a:pt x="9301" y="147"/>
                </a:lnTo>
                <a:lnTo>
                  <a:pt x="9221" y="147"/>
                </a:lnTo>
                <a:moveTo>
                  <a:pt x="9089" y="147"/>
                </a:moveTo>
                <a:lnTo>
                  <a:pt x="9089" y="144"/>
                </a:lnTo>
                <a:lnTo>
                  <a:pt x="9168" y="144"/>
                </a:lnTo>
                <a:lnTo>
                  <a:pt x="9168" y="147"/>
                </a:lnTo>
                <a:lnTo>
                  <a:pt x="9089" y="147"/>
                </a:lnTo>
                <a:moveTo>
                  <a:pt x="8956" y="147"/>
                </a:moveTo>
                <a:lnTo>
                  <a:pt x="8956" y="144"/>
                </a:lnTo>
                <a:lnTo>
                  <a:pt x="9036" y="144"/>
                </a:lnTo>
                <a:lnTo>
                  <a:pt x="9036" y="147"/>
                </a:lnTo>
                <a:lnTo>
                  <a:pt x="8956" y="147"/>
                </a:lnTo>
                <a:moveTo>
                  <a:pt x="8824" y="147"/>
                </a:moveTo>
                <a:lnTo>
                  <a:pt x="8824" y="144"/>
                </a:lnTo>
                <a:lnTo>
                  <a:pt x="8903" y="144"/>
                </a:lnTo>
                <a:lnTo>
                  <a:pt x="8903" y="147"/>
                </a:lnTo>
                <a:lnTo>
                  <a:pt x="8824" y="147"/>
                </a:lnTo>
                <a:moveTo>
                  <a:pt x="8691" y="147"/>
                </a:moveTo>
                <a:lnTo>
                  <a:pt x="8691" y="144"/>
                </a:lnTo>
                <a:lnTo>
                  <a:pt x="8771" y="144"/>
                </a:lnTo>
                <a:lnTo>
                  <a:pt x="8771" y="147"/>
                </a:lnTo>
                <a:lnTo>
                  <a:pt x="8691" y="147"/>
                </a:lnTo>
                <a:moveTo>
                  <a:pt x="8559" y="147"/>
                </a:moveTo>
                <a:lnTo>
                  <a:pt x="8559" y="144"/>
                </a:lnTo>
                <a:lnTo>
                  <a:pt x="8638" y="144"/>
                </a:lnTo>
                <a:lnTo>
                  <a:pt x="8638" y="147"/>
                </a:lnTo>
                <a:lnTo>
                  <a:pt x="8559" y="147"/>
                </a:lnTo>
                <a:moveTo>
                  <a:pt x="8426" y="147"/>
                </a:moveTo>
                <a:lnTo>
                  <a:pt x="8426" y="144"/>
                </a:lnTo>
                <a:lnTo>
                  <a:pt x="8506" y="144"/>
                </a:lnTo>
                <a:lnTo>
                  <a:pt x="8506" y="147"/>
                </a:lnTo>
                <a:lnTo>
                  <a:pt x="8426" y="147"/>
                </a:lnTo>
                <a:moveTo>
                  <a:pt x="8294" y="147"/>
                </a:moveTo>
                <a:lnTo>
                  <a:pt x="8294" y="144"/>
                </a:lnTo>
                <a:lnTo>
                  <a:pt x="8373" y="144"/>
                </a:lnTo>
                <a:lnTo>
                  <a:pt x="8373" y="147"/>
                </a:lnTo>
                <a:lnTo>
                  <a:pt x="8294" y="147"/>
                </a:lnTo>
                <a:moveTo>
                  <a:pt x="8161" y="147"/>
                </a:moveTo>
                <a:lnTo>
                  <a:pt x="8161" y="144"/>
                </a:lnTo>
                <a:lnTo>
                  <a:pt x="8241" y="144"/>
                </a:lnTo>
                <a:lnTo>
                  <a:pt x="8241" y="147"/>
                </a:lnTo>
                <a:lnTo>
                  <a:pt x="8161" y="147"/>
                </a:lnTo>
                <a:moveTo>
                  <a:pt x="8029" y="147"/>
                </a:moveTo>
                <a:lnTo>
                  <a:pt x="8029" y="144"/>
                </a:lnTo>
                <a:lnTo>
                  <a:pt x="8108" y="144"/>
                </a:lnTo>
                <a:lnTo>
                  <a:pt x="8108" y="147"/>
                </a:lnTo>
                <a:lnTo>
                  <a:pt x="8029" y="147"/>
                </a:lnTo>
                <a:moveTo>
                  <a:pt x="7895" y="147"/>
                </a:moveTo>
                <a:lnTo>
                  <a:pt x="7895" y="144"/>
                </a:lnTo>
                <a:lnTo>
                  <a:pt x="7975" y="144"/>
                </a:lnTo>
                <a:lnTo>
                  <a:pt x="7975" y="147"/>
                </a:lnTo>
                <a:lnTo>
                  <a:pt x="7895" y="147"/>
                </a:lnTo>
                <a:moveTo>
                  <a:pt x="7763" y="147"/>
                </a:moveTo>
                <a:lnTo>
                  <a:pt x="7763" y="144"/>
                </a:lnTo>
                <a:lnTo>
                  <a:pt x="7842" y="144"/>
                </a:lnTo>
                <a:lnTo>
                  <a:pt x="7842" y="147"/>
                </a:lnTo>
                <a:lnTo>
                  <a:pt x="7763" y="147"/>
                </a:lnTo>
                <a:moveTo>
                  <a:pt x="7630" y="147"/>
                </a:moveTo>
                <a:lnTo>
                  <a:pt x="7630" y="144"/>
                </a:lnTo>
                <a:lnTo>
                  <a:pt x="7710" y="144"/>
                </a:lnTo>
                <a:lnTo>
                  <a:pt x="7710" y="147"/>
                </a:lnTo>
                <a:lnTo>
                  <a:pt x="7630" y="147"/>
                </a:lnTo>
                <a:moveTo>
                  <a:pt x="7498" y="147"/>
                </a:moveTo>
                <a:lnTo>
                  <a:pt x="7498" y="144"/>
                </a:lnTo>
                <a:lnTo>
                  <a:pt x="7577" y="144"/>
                </a:lnTo>
                <a:lnTo>
                  <a:pt x="7577" y="147"/>
                </a:lnTo>
                <a:lnTo>
                  <a:pt x="7498" y="147"/>
                </a:lnTo>
                <a:moveTo>
                  <a:pt x="7365" y="147"/>
                </a:moveTo>
                <a:lnTo>
                  <a:pt x="7365" y="144"/>
                </a:lnTo>
                <a:lnTo>
                  <a:pt x="7445" y="144"/>
                </a:lnTo>
                <a:lnTo>
                  <a:pt x="7445" y="147"/>
                </a:lnTo>
                <a:lnTo>
                  <a:pt x="7365" y="147"/>
                </a:lnTo>
                <a:moveTo>
                  <a:pt x="7233" y="147"/>
                </a:moveTo>
                <a:lnTo>
                  <a:pt x="7233" y="144"/>
                </a:lnTo>
                <a:lnTo>
                  <a:pt x="7312" y="144"/>
                </a:lnTo>
                <a:lnTo>
                  <a:pt x="7312" y="147"/>
                </a:lnTo>
                <a:lnTo>
                  <a:pt x="7233" y="147"/>
                </a:lnTo>
                <a:moveTo>
                  <a:pt x="7100" y="147"/>
                </a:moveTo>
                <a:lnTo>
                  <a:pt x="7100" y="144"/>
                </a:lnTo>
                <a:lnTo>
                  <a:pt x="7180" y="144"/>
                </a:lnTo>
                <a:lnTo>
                  <a:pt x="7180" y="147"/>
                </a:lnTo>
                <a:lnTo>
                  <a:pt x="7100" y="147"/>
                </a:lnTo>
                <a:moveTo>
                  <a:pt x="6968" y="147"/>
                </a:moveTo>
                <a:lnTo>
                  <a:pt x="6968" y="144"/>
                </a:lnTo>
                <a:lnTo>
                  <a:pt x="7047" y="144"/>
                </a:lnTo>
                <a:lnTo>
                  <a:pt x="7047" y="147"/>
                </a:lnTo>
                <a:lnTo>
                  <a:pt x="6968" y="147"/>
                </a:lnTo>
                <a:moveTo>
                  <a:pt x="6835" y="147"/>
                </a:moveTo>
                <a:lnTo>
                  <a:pt x="6835" y="144"/>
                </a:lnTo>
                <a:lnTo>
                  <a:pt x="6915" y="144"/>
                </a:lnTo>
                <a:lnTo>
                  <a:pt x="6915" y="147"/>
                </a:lnTo>
                <a:lnTo>
                  <a:pt x="6835" y="147"/>
                </a:lnTo>
                <a:moveTo>
                  <a:pt x="6703" y="147"/>
                </a:moveTo>
                <a:lnTo>
                  <a:pt x="6703" y="144"/>
                </a:lnTo>
                <a:lnTo>
                  <a:pt x="6782" y="144"/>
                </a:lnTo>
                <a:lnTo>
                  <a:pt x="6782" y="147"/>
                </a:lnTo>
                <a:lnTo>
                  <a:pt x="6703" y="147"/>
                </a:lnTo>
                <a:moveTo>
                  <a:pt x="6571" y="147"/>
                </a:moveTo>
                <a:lnTo>
                  <a:pt x="6571" y="144"/>
                </a:lnTo>
                <a:lnTo>
                  <a:pt x="6650" y="144"/>
                </a:lnTo>
                <a:lnTo>
                  <a:pt x="6650" y="147"/>
                </a:lnTo>
                <a:lnTo>
                  <a:pt x="6571" y="147"/>
                </a:lnTo>
                <a:moveTo>
                  <a:pt x="6438" y="147"/>
                </a:moveTo>
                <a:lnTo>
                  <a:pt x="6438" y="144"/>
                </a:lnTo>
                <a:lnTo>
                  <a:pt x="6517" y="144"/>
                </a:lnTo>
                <a:lnTo>
                  <a:pt x="6517" y="147"/>
                </a:lnTo>
                <a:lnTo>
                  <a:pt x="6438" y="147"/>
                </a:lnTo>
                <a:moveTo>
                  <a:pt x="6306" y="147"/>
                </a:moveTo>
                <a:lnTo>
                  <a:pt x="6306" y="144"/>
                </a:lnTo>
                <a:lnTo>
                  <a:pt x="6385" y="144"/>
                </a:lnTo>
                <a:lnTo>
                  <a:pt x="6385" y="147"/>
                </a:lnTo>
                <a:lnTo>
                  <a:pt x="6306" y="147"/>
                </a:lnTo>
                <a:moveTo>
                  <a:pt x="6173" y="147"/>
                </a:moveTo>
                <a:lnTo>
                  <a:pt x="6173" y="144"/>
                </a:lnTo>
                <a:lnTo>
                  <a:pt x="6252" y="144"/>
                </a:lnTo>
                <a:lnTo>
                  <a:pt x="6252" y="147"/>
                </a:lnTo>
                <a:lnTo>
                  <a:pt x="6173" y="147"/>
                </a:lnTo>
                <a:moveTo>
                  <a:pt x="6041" y="147"/>
                </a:moveTo>
                <a:lnTo>
                  <a:pt x="6041" y="144"/>
                </a:lnTo>
                <a:lnTo>
                  <a:pt x="6120" y="144"/>
                </a:lnTo>
                <a:lnTo>
                  <a:pt x="6120" y="147"/>
                </a:lnTo>
                <a:lnTo>
                  <a:pt x="6041" y="147"/>
                </a:lnTo>
                <a:moveTo>
                  <a:pt x="5908" y="147"/>
                </a:moveTo>
                <a:lnTo>
                  <a:pt x="5908" y="144"/>
                </a:lnTo>
                <a:lnTo>
                  <a:pt x="5987" y="144"/>
                </a:lnTo>
                <a:lnTo>
                  <a:pt x="5987" y="147"/>
                </a:lnTo>
                <a:lnTo>
                  <a:pt x="5908" y="147"/>
                </a:lnTo>
                <a:moveTo>
                  <a:pt x="5776" y="147"/>
                </a:moveTo>
                <a:lnTo>
                  <a:pt x="5776" y="144"/>
                </a:lnTo>
                <a:lnTo>
                  <a:pt x="5855" y="144"/>
                </a:lnTo>
                <a:lnTo>
                  <a:pt x="5855" y="147"/>
                </a:lnTo>
                <a:lnTo>
                  <a:pt x="5776" y="147"/>
                </a:lnTo>
                <a:moveTo>
                  <a:pt x="5643" y="147"/>
                </a:moveTo>
                <a:lnTo>
                  <a:pt x="5643" y="144"/>
                </a:lnTo>
                <a:lnTo>
                  <a:pt x="5722" y="144"/>
                </a:lnTo>
                <a:lnTo>
                  <a:pt x="5722" y="147"/>
                </a:lnTo>
                <a:lnTo>
                  <a:pt x="5643" y="147"/>
                </a:lnTo>
                <a:moveTo>
                  <a:pt x="5511" y="147"/>
                </a:moveTo>
                <a:lnTo>
                  <a:pt x="5511" y="144"/>
                </a:lnTo>
                <a:lnTo>
                  <a:pt x="5590" y="144"/>
                </a:lnTo>
                <a:lnTo>
                  <a:pt x="5590" y="147"/>
                </a:lnTo>
                <a:lnTo>
                  <a:pt x="5511" y="147"/>
                </a:lnTo>
                <a:moveTo>
                  <a:pt x="5378" y="147"/>
                </a:moveTo>
                <a:lnTo>
                  <a:pt x="5378" y="144"/>
                </a:lnTo>
                <a:lnTo>
                  <a:pt x="5457" y="144"/>
                </a:lnTo>
                <a:lnTo>
                  <a:pt x="5457" y="147"/>
                </a:lnTo>
                <a:lnTo>
                  <a:pt x="5378" y="147"/>
                </a:lnTo>
                <a:moveTo>
                  <a:pt x="5246" y="147"/>
                </a:moveTo>
                <a:lnTo>
                  <a:pt x="5246" y="144"/>
                </a:lnTo>
                <a:lnTo>
                  <a:pt x="5325" y="144"/>
                </a:lnTo>
                <a:lnTo>
                  <a:pt x="5325" y="147"/>
                </a:lnTo>
                <a:lnTo>
                  <a:pt x="5246" y="147"/>
                </a:lnTo>
                <a:moveTo>
                  <a:pt x="5113" y="147"/>
                </a:moveTo>
                <a:lnTo>
                  <a:pt x="5113" y="144"/>
                </a:lnTo>
                <a:lnTo>
                  <a:pt x="5193" y="144"/>
                </a:lnTo>
                <a:lnTo>
                  <a:pt x="5193" y="147"/>
                </a:lnTo>
                <a:lnTo>
                  <a:pt x="5113" y="147"/>
                </a:lnTo>
                <a:moveTo>
                  <a:pt x="4981" y="147"/>
                </a:moveTo>
                <a:lnTo>
                  <a:pt x="4981" y="144"/>
                </a:lnTo>
                <a:lnTo>
                  <a:pt x="5060" y="144"/>
                </a:lnTo>
                <a:lnTo>
                  <a:pt x="5060" y="147"/>
                </a:lnTo>
                <a:lnTo>
                  <a:pt x="4981" y="147"/>
                </a:lnTo>
                <a:moveTo>
                  <a:pt x="4848" y="147"/>
                </a:moveTo>
                <a:lnTo>
                  <a:pt x="4848" y="144"/>
                </a:lnTo>
                <a:lnTo>
                  <a:pt x="4928" y="144"/>
                </a:lnTo>
                <a:lnTo>
                  <a:pt x="4928" y="147"/>
                </a:lnTo>
                <a:lnTo>
                  <a:pt x="4848" y="147"/>
                </a:lnTo>
                <a:moveTo>
                  <a:pt x="4716" y="147"/>
                </a:moveTo>
                <a:lnTo>
                  <a:pt x="4716" y="144"/>
                </a:lnTo>
                <a:lnTo>
                  <a:pt x="4795" y="144"/>
                </a:lnTo>
                <a:lnTo>
                  <a:pt x="4795" y="147"/>
                </a:lnTo>
                <a:lnTo>
                  <a:pt x="4716" y="147"/>
                </a:lnTo>
                <a:moveTo>
                  <a:pt x="4583" y="147"/>
                </a:moveTo>
                <a:lnTo>
                  <a:pt x="4583" y="144"/>
                </a:lnTo>
                <a:lnTo>
                  <a:pt x="4663" y="144"/>
                </a:lnTo>
                <a:lnTo>
                  <a:pt x="4663" y="147"/>
                </a:lnTo>
                <a:lnTo>
                  <a:pt x="4583" y="147"/>
                </a:lnTo>
                <a:moveTo>
                  <a:pt x="4451" y="147"/>
                </a:moveTo>
                <a:lnTo>
                  <a:pt x="4451" y="144"/>
                </a:lnTo>
                <a:lnTo>
                  <a:pt x="4530" y="144"/>
                </a:lnTo>
                <a:lnTo>
                  <a:pt x="4530" y="147"/>
                </a:lnTo>
                <a:lnTo>
                  <a:pt x="4451" y="147"/>
                </a:lnTo>
                <a:moveTo>
                  <a:pt x="4318" y="147"/>
                </a:moveTo>
                <a:lnTo>
                  <a:pt x="4318" y="144"/>
                </a:lnTo>
                <a:lnTo>
                  <a:pt x="4398" y="144"/>
                </a:lnTo>
                <a:lnTo>
                  <a:pt x="4398" y="147"/>
                </a:lnTo>
                <a:lnTo>
                  <a:pt x="4318" y="147"/>
                </a:lnTo>
                <a:moveTo>
                  <a:pt x="4186" y="147"/>
                </a:moveTo>
                <a:lnTo>
                  <a:pt x="4186" y="144"/>
                </a:lnTo>
                <a:lnTo>
                  <a:pt x="4265" y="144"/>
                </a:lnTo>
                <a:lnTo>
                  <a:pt x="4265" y="147"/>
                </a:lnTo>
                <a:lnTo>
                  <a:pt x="4186" y="147"/>
                </a:lnTo>
                <a:moveTo>
                  <a:pt x="4053" y="147"/>
                </a:moveTo>
                <a:lnTo>
                  <a:pt x="4053" y="144"/>
                </a:lnTo>
                <a:lnTo>
                  <a:pt x="4133" y="144"/>
                </a:lnTo>
                <a:lnTo>
                  <a:pt x="4133" y="147"/>
                </a:lnTo>
                <a:lnTo>
                  <a:pt x="4053" y="147"/>
                </a:lnTo>
                <a:moveTo>
                  <a:pt x="3921" y="147"/>
                </a:moveTo>
                <a:lnTo>
                  <a:pt x="3921" y="144"/>
                </a:lnTo>
                <a:lnTo>
                  <a:pt x="4000" y="144"/>
                </a:lnTo>
                <a:lnTo>
                  <a:pt x="4000" y="147"/>
                </a:lnTo>
                <a:lnTo>
                  <a:pt x="3921" y="147"/>
                </a:lnTo>
                <a:moveTo>
                  <a:pt x="3788" y="147"/>
                </a:moveTo>
                <a:lnTo>
                  <a:pt x="3788" y="144"/>
                </a:lnTo>
                <a:lnTo>
                  <a:pt x="3868" y="144"/>
                </a:lnTo>
                <a:lnTo>
                  <a:pt x="3868" y="147"/>
                </a:lnTo>
                <a:lnTo>
                  <a:pt x="3788" y="147"/>
                </a:lnTo>
                <a:moveTo>
                  <a:pt x="3656" y="147"/>
                </a:moveTo>
                <a:lnTo>
                  <a:pt x="3656" y="144"/>
                </a:lnTo>
                <a:lnTo>
                  <a:pt x="3735" y="144"/>
                </a:lnTo>
                <a:lnTo>
                  <a:pt x="3735" y="147"/>
                </a:lnTo>
                <a:lnTo>
                  <a:pt x="3656" y="147"/>
                </a:lnTo>
                <a:moveTo>
                  <a:pt x="3523" y="147"/>
                </a:moveTo>
                <a:lnTo>
                  <a:pt x="3523" y="144"/>
                </a:lnTo>
                <a:lnTo>
                  <a:pt x="3603" y="144"/>
                </a:lnTo>
                <a:lnTo>
                  <a:pt x="3603" y="147"/>
                </a:lnTo>
                <a:lnTo>
                  <a:pt x="3523" y="147"/>
                </a:lnTo>
                <a:moveTo>
                  <a:pt x="3391" y="147"/>
                </a:moveTo>
                <a:lnTo>
                  <a:pt x="3391" y="144"/>
                </a:lnTo>
                <a:lnTo>
                  <a:pt x="3470" y="144"/>
                </a:lnTo>
                <a:lnTo>
                  <a:pt x="3470" y="147"/>
                </a:lnTo>
                <a:lnTo>
                  <a:pt x="3391" y="147"/>
                </a:lnTo>
                <a:moveTo>
                  <a:pt x="3258" y="147"/>
                </a:moveTo>
                <a:lnTo>
                  <a:pt x="3258" y="144"/>
                </a:lnTo>
                <a:lnTo>
                  <a:pt x="3338" y="144"/>
                </a:lnTo>
                <a:lnTo>
                  <a:pt x="3338" y="147"/>
                </a:lnTo>
                <a:lnTo>
                  <a:pt x="3258" y="147"/>
                </a:lnTo>
                <a:moveTo>
                  <a:pt x="3126" y="147"/>
                </a:moveTo>
                <a:lnTo>
                  <a:pt x="3126" y="144"/>
                </a:lnTo>
                <a:lnTo>
                  <a:pt x="3205" y="144"/>
                </a:lnTo>
                <a:lnTo>
                  <a:pt x="3205" y="147"/>
                </a:lnTo>
                <a:lnTo>
                  <a:pt x="3126" y="147"/>
                </a:lnTo>
                <a:moveTo>
                  <a:pt x="2993" y="147"/>
                </a:moveTo>
                <a:lnTo>
                  <a:pt x="2993" y="144"/>
                </a:lnTo>
                <a:lnTo>
                  <a:pt x="3073" y="144"/>
                </a:lnTo>
                <a:lnTo>
                  <a:pt x="3073" y="147"/>
                </a:lnTo>
                <a:lnTo>
                  <a:pt x="2993" y="147"/>
                </a:lnTo>
                <a:moveTo>
                  <a:pt x="2861" y="147"/>
                </a:moveTo>
                <a:lnTo>
                  <a:pt x="2861" y="144"/>
                </a:lnTo>
                <a:lnTo>
                  <a:pt x="2940" y="144"/>
                </a:lnTo>
                <a:lnTo>
                  <a:pt x="2940" y="147"/>
                </a:lnTo>
                <a:lnTo>
                  <a:pt x="2861" y="147"/>
                </a:lnTo>
                <a:moveTo>
                  <a:pt x="2728" y="147"/>
                </a:moveTo>
                <a:lnTo>
                  <a:pt x="2728" y="144"/>
                </a:lnTo>
                <a:lnTo>
                  <a:pt x="2808" y="144"/>
                </a:lnTo>
                <a:lnTo>
                  <a:pt x="2808" y="147"/>
                </a:lnTo>
                <a:lnTo>
                  <a:pt x="2728" y="147"/>
                </a:lnTo>
                <a:moveTo>
                  <a:pt x="2596" y="147"/>
                </a:moveTo>
                <a:lnTo>
                  <a:pt x="2596" y="144"/>
                </a:lnTo>
                <a:lnTo>
                  <a:pt x="2675" y="144"/>
                </a:lnTo>
                <a:lnTo>
                  <a:pt x="2675" y="147"/>
                </a:lnTo>
                <a:lnTo>
                  <a:pt x="2596" y="147"/>
                </a:lnTo>
                <a:moveTo>
                  <a:pt x="2463" y="147"/>
                </a:moveTo>
                <a:lnTo>
                  <a:pt x="2463" y="144"/>
                </a:lnTo>
                <a:lnTo>
                  <a:pt x="2543" y="144"/>
                </a:lnTo>
                <a:lnTo>
                  <a:pt x="2543" y="147"/>
                </a:lnTo>
                <a:lnTo>
                  <a:pt x="2463" y="147"/>
                </a:lnTo>
                <a:moveTo>
                  <a:pt x="2331" y="147"/>
                </a:moveTo>
                <a:lnTo>
                  <a:pt x="2331" y="144"/>
                </a:lnTo>
                <a:lnTo>
                  <a:pt x="2410" y="144"/>
                </a:lnTo>
                <a:lnTo>
                  <a:pt x="2410" y="147"/>
                </a:lnTo>
                <a:lnTo>
                  <a:pt x="2331" y="147"/>
                </a:lnTo>
                <a:moveTo>
                  <a:pt x="2198" y="147"/>
                </a:moveTo>
                <a:lnTo>
                  <a:pt x="2198" y="144"/>
                </a:lnTo>
                <a:lnTo>
                  <a:pt x="2278" y="144"/>
                </a:lnTo>
                <a:lnTo>
                  <a:pt x="2278" y="147"/>
                </a:lnTo>
                <a:lnTo>
                  <a:pt x="2198" y="147"/>
                </a:lnTo>
                <a:moveTo>
                  <a:pt x="2066" y="147"/>
                </a:moveTo>
                <a:lnTo>
                  <a:pt x="2066" y="144"/>
                </a:lnTo>
                <a:lnTo>
                  <a:pt x="2145" y="144"/>
                </a:lnTo>
                <a:lnTo>
                  <a:pt x="2145" y="147"/>
                </a:lnTo>
                <a:lnTo>
                  <a:pt x="2066" y="147"/>
                </a:lnTo>
                <a:moveTo>
                  <a:pt x="1933" y="147"/>
                </a:moveTo>
                <a:lnTo>
                  <a:pt x="1933" y="144"/>
                </a:lnTo>
                <a:lnTo>
                  <a:pt x="2013" y="144"/>
                </a:lnTo>
                <a:lnTo>
                  <a:pt x="2013" y="147"/>
                </a:lnTo>
                <a:lnTo>
                  <a:pt x="1933" y="147"/>
                </a:lnTo>
                <a:moveTo>
                  <a:pt x="1801" y="147"/>
                </a:moveTo>
                <a:lnTo>
                  <a:pt x="1801" y="144"/>
                </a:lnTo>
                <a:lnTo>
                  <a:pt x="1880" y="144"/>
                </a:lnTo>
                <a:lnTo>
                  <a:pt x="1880" y="147"/>
                </a:lnTo>
                <a:lnTo>
                  <a:pt x="1801" y="147"/>
                </a:lnTo>
                <a:moveTo>
                  <a:pt x="1668" y="147"/>
                </a:moveTo>
                <a:lnTo>
                  <a:pt x="1668" y="144"/>
                </a:lnTo>
                <a:lnTo>
                  <a:pt x="1748" y="144"/>
                </a:lnTo>
                <a:lnTo>
                  <a:pt x="1748" y="147"/>
                </a:lnTo>
                <a:lnTo>
                  <a:pt x="1668" y="147"/>
                </a:lnTo>
                <a:moveTo>
                  <a:pt x="1536" y="147"/>
                </a:moveTo>
                <a:lnTo>
                  <a:pt x="1536" y="144"/>
                </a:lnTo>
                <a:lnTo>
                  <a:pt x="1615" y="144"/>
                </a:lnTo>
                <a:lnTo>
                  <a:pt x="1615" y="147"/>
                </a:lnTo>
                <a:lnTo>
                  <a:pt x="1536" y="147"/>
                </a:lnTo>
                <a:moveTo>
                  <a:pt x="1403" y="147"/>
                </a:moveTo>
                <a:lnTo>
                  <a:pt x="1403" y="144"/>
                </a:lnTo>
                <a:lnTo>
                  <a:pt x="1483" y="144"/>
                </a:lnTo>
                <a:lnTo>
                  <a:pt x="1483" y="147"/>
                </a:lnTo>
                <a:lnTo>
                  <a:pt x="1403" y="147"/>
                </a:lnTo>
                <a:moveTo>
                  <a:pt x="1271" y="147"/>
                </a:moveTo>
                <a:lnTo>
                  <a:pt x="1271" y="144"/>
                </a:lnTo>
                <a:lnTo>
                  <a:pt x="1350" y="144"/>
                </a:lnTo>
                <a:lnTo>
                  <a:pt x="1350" y="147"/>
                </a:lnTo>
                <a:lnTo>
                  <a:pt x="1271" y="147"/>
                </a:lnTo>
                <a:moveTo>
                  <a:pt x="1139" y="147"/>
                </a:moveTo>
                <a:lnTo>
                  <a:pt x="1139" y="144"/>
                </a:lnTo>
                <a:lnTo>
                  <a:pt x="1218" y="144"/>
                </a:lnTo>
                <a:lnTo>
                  <a:pt x="1218" y="147"/>
                </a:lnTo>
                <a:lnTo>
                  <a:pt x="1139" y="147"/>
                </a:lnTo>
                <a:moveTo>
                  <a:pt x="1006" y="147"/>
                </a:moveTo>
                <a:lnTo>
                  <a:pt x="1006" y="144"/>
                </a:lnTo>
                <a:lnTo>
                  <a:pt x="1085" y="144"/>
                </a:lnTo>
                <a:lnTo>
                  <a:pt x="1085" y="147"/>
                </a:lnTo>
                <a:lnTo>
                  <a:pt x="1006" y="147"/>
                </a:lnTo>
                <a:moveTo>
                  <a:pt x="874" y="147"/>
                </a:moveTo>
                <a:lnTo>
                  <a:pt x="874" y="144"/>
                </a:lnTo>
                <a:lnTo>
                  <a:pt x="953" y="144"/>
                </a:lnTo>
                <a:lnTo>
                  <a:pt x="953" y="147"/>
                </a:lnTo>
                <a:lnTo>
                  <a:pt x="874" y="147"/>
                </a:lnTo>
                <a:moveTo>
                  <a:pt x="741" y="147"/>
                </a:moveTo>
                <a:lnTo>
                  <a:pt x="741" y="144"/>
                </a:lnTo>
                <a:lnTo>
                  <a:pt x="820" y="144"/>
                </a:lnTo>
                <a:lnTo>
                  <a:pt x="820" y="147"/>
                </a:lnTo>
                <a:lnTo>
                  <a:pt x="741" y="147"/>
                </a:lnTo>
                <a:moveTo>
                  <a:pt x="609" y="147"/>
                </a:moveTo>
                <a:lnTo>
                  <a:pt x="609" y="144"/>
                </a:lnTo>
                <a:lnTo>
                  <a:pt x="688" y="144"/>
                </a:lnTo>
                <a:lnTo>
                  <a:pt x="688" y="147"/>
                </a:lnTo>
                <a:lnTo>
                  <a:pt x="609" y="147"/>
                </a:lnTo>
                <a:moveTo>
                  <a:pt x="476" y="147"/>
                </a:moveTo>
                <a:lnTo>
                  <a:pt x="476" y="144"/>
                </a:lnTo>
                <a:lnTo>
                  <a:pt x="555" y="144"/>
                </a:lnTo>
                <a:lnTo>
                  <a:pt x="555" y="147"/>
                </a:lnTo>
                <a:lnTo>
                  <a:pt x="476" y="147"/>
                </a:lnTo>
                <a:moveTo>
                  <a:pt x="348" y="147"/>
                </a:moveTo>
                <a:cubicBezTo>
                  <a:pt x="347" y="147"/>
                  <a:pt x="345" y="147"/>
                  <a:pt x="344" y="147"/>
                </a:cubicBezTo>
                <a:lnTo>
                  <a:pt x="344" y="144"/>
                </a:lnTo>
                <a:cubicBezTo>
                  <a:pt x="346" y="144"/>
                  <a:pt x="347" y="144"/>
                  <a:pt x="348" y="144"/>
                </a:cubicBezTo>
                <a:lnTo>
                  <a:pt x="423" y="144"/>
                </a:lnTo>
                <a:lnTo>
                  <a:pt x="423" y="147"/>
                </a:lnTo>
                <a:lnTo>
                  <a:pt x="348" y="147"/>
                </a:lnTo>
                <a:moveTo>
                  <a:pt x="221" y="131"/>
                </a:moveTo>
                <a:lnTo>
                  <a:pt x="222" y="128"/>
                </a:lnTo>
                <a:cubicBezTo>
                  <a:pt x="246" y="134"/>
                  <a:pt x="271" y="139"/>
                  <a:pt x="296" y="142"/>
                </a:cubicBezTo>
                <a:lnTo>
                  <a:pt x="295" y="144"/>
                </a:lnTo>
                <a:cubicBezTo>
                  <a:pt x="270" y="142"/>
                  <a:pt x="245" y="137"/>
                  <a:pt x="221" y="131"/>
                </a:cubicBezTo>
                <a:moveTo>
                  <a:pt x="156" y="109"/>
                </a:moveTo>
                <a:cubicBezTo>
                  <a:pt x="137" y="101"/>
                  <a:pt x="120" y="92"/>
                  <a:pt x="103" y="83"/>
                </a:cubicBezTo>
                <a:lnTo>
                  <a:pt x="104" y="81"/>
                </a:lnTo>
                <a:cubicBezTo>
                  <a:pt x="126" y="93"/>
                  <a:pt x="148" y="103"/>
                  <a:pt x="172" y="112"/>
                </a:cubicBezTo>
                <a:lnTo>
                  <a:pt x="171" y="115"/>
                </a:lnTo>
                <a:cubicBezTo>
                  <a:pt x="166" y="113"/>
                  <a:pt x="161" y="111"/>
                  <a:pt x="156" y="109"/>
                </a:cubicBezTo>
                <a:moveTo>
                  <a:pt x="0" y="6"/>
                </a:moveTo>
                <a:lnTo>
                  <a:pt x="2" y="4"/>
                </a:lnTo>
                <a:cubicBezTo>
                  <a:pt x="20" y="22"/>
                  <a:pt x="40" y="39"/>
                  <a:pt x="61" y="54"/>
                </a:cubicBezTo>
                <a:lnTo>
                  <a:pt x="59" y="56"/>
                </a:lnTo>
                <a:cubicBezTo>
                  <a:pt x="39" y="41"/>
                  <a:pt x="19" y="24"/>
                  <a:pt x="0" y="6"/>
                </a:cubicBezTo>
                <a:close/>
              </a:path>
            </a:pathLst>
          </a:custGeom>
          <a:solidFill>
            <a:srgbClr val="AFAEA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09" name=""/>
          <p:cNvSpPr/>
          <p:nvPr/>
        </p:nvSpPr>
        <p:spPr>
          <a:xfrm>
            <a:off x="15748200" y="3576960"/>
            <a:ext cx="54000" cy="2206080"/>
          </a:xfrm>
          <a:custGeom>
            <a:avLst/>
            <a:gdLst/>
            <a:ahLst/>
            <a:rect l="0" t="0" r="r" b="b"/>
            <a:pathLst>
              <a:path w="150" h="6128">
                <a:moveTo>
                  <a:pt x="2" y="0"/>
                </a:moveTo>
                <a:lnTo>
                  <a:pt x="2" y="1"/>
                </a:lnTo>
                <a:lnTo>
                  <a:pt x="0" y="2"/>
                </a:lnTo>
                <a:lnTo>
                  <a:pt x="2" y="0"/>
                </a:lnTo>
                <a:moveTo>
                  <a:pt x="80" y="101"/>
                </a:moveTo>
                <a:lnTo>
                  <a:pt x="78" y="103"/>
                </a:lnTo>
                <a:cubicBezTo>
                  <a:pt x="65" y="81"/>
                  <a:pt x="50" y="60"/>
                  <a:pt x="34" y="41"/>
                </a:cubicBezTo>
                <a:lnTo>
                  <a:pt x="36" y="39"/>
                </a:lnTo>
                <a:cubicBezTo>
                  <a:pt x="53" y="59"/>
                  <a:pt x="67" y="79"/>
                  <a:pt x="80" y="101"/>
                </a:cubicBezTo>
                <a:moveTo>
                  <a:pt x="111" y="163"/>
                </a:moveTo>
                <a:cubicBezTo>
                  <a:pt x="118" y="182"/>
                  <a:pt x="125" y="200"/>
                  <a:pt x="130" y="219"/>
                </a:cubicBezTo>
                <a:lnTo>
                  <a:pt x="127" y="219"/>
                </a:lnTo>
                <a:cubicBezTo>
                  <a:pt x="120" y="195"/>
                  <a:pt x="111" y="171"/>
                  <a:pt x="101" y="147"/>
                </a:cubicBezTo>
                <a:lnTo>
                  <a:pt x="103" y="146"/>
                </a:lnTo>
                <a:cubicBezTo>
                  <a:pt x="106" y="152"/>
                  <a:pt x="108" y="158"/>
                  <a:pt x="111" y="163"/>
                </a:cubicBezTo>
                <a:moveTo>
                  <a:pt x="150" y="342"/>
                </a:moveTo>
                <a:lnTo>
                  <a:pt x="147" y="342"/>
                </a:lnTo>
                <a:cubicBezTo>
                  <a:pt x="146" y="318"/>
                  <a:pt x="144" y="293"/>
                  <a:pt x="140" y="269"/>
                </a:cubicBezTo>
                <a:lnTo>
                  <a:pt x="142" y="269"/>
                </a:lnTo>
                <a:cubicBezTo>
                  <a:pt x="147" y="293"/>
                  <a:pt x="149" y="317"/>
                  <a:pt x="150" y="342"/>
                </a:cubicBezTo>
                <a:moveTo>
                  <a:pt x="150" y="473"/>
                </a:moveTo>
                <a:lnTo>
                  <a:pt x="147" y="473"/>
                </a:lnTo>
                <a:lnTo>
                  <a:pt x="147" y="394"/>
                </a:lnTo>
                <a:lnTo>
                  <a:pt x="150" y="394"/>
                </a:lnTo>
                <a:lnTo>
                  <a:pt x="150" y="473"/>
                </a:lnTo>
                <a:moveTo>
                  <a:pt x="150" y="606"/>
                </a:moveTo>
                <a:lnTo>
                  <a:pt x="147" y="606"/>
                </a:lnTo>
                <a:lnTo>
                  <a:pt x="147" y="526"/>
                </a:lnTo>
                <a:lnTo>
                  <a:pt x="150" y="526"/>
                </a:lnTo>
                <a:lnTo>
                  <a:pt x="150" y="606"/>
                </a:lnTo>
                <a:moveTo>
                  <a:pt x="150" y="738"/>
                </a:moveTo>
                <a:lnTo>
                  <a:pt x="147" y="738"/>
                </a:lnTo>
                <a:lnTo>
                  <a:pt x="147" y="659"/>
                </a:lnTo>
                <a:lnTo>
                  <a:pt x="150" y="659"/>
                </a:lnTo>
                <a:lnTo>
                  <a:pt x="150" y="738"/>
                </a:lnTo>
                <a:moveTo>
                  <a:pt x="150" y="871"/>
                </a:moveTo>
                <a:lnTo>
                  <a:pt x="147" y="871"/>
                </a:lnTo>
                <a:lnTo>
                  <a:pt x="147" y="791"/>
                </a:lnTo>
                <a:lnTo>
                  <a:pt x="150" y="791"/>
                </a:lnTo>
                <a:lnTo>
                  <a:pt x="150" y="871"/>
                </a:lnTo>
                <a:moveTo>
                  <a:pt x="150" y="1003"/>
                </a:moveTo>
                <a:lnTo>
                  <a:pt x="147" y="1003"/>
                </a:lnTo>
                <a:lnTo>
                  <a:pt x="147" y="924"/>
                </a:lnTo>
                <a:lnTo>
                  <a:pt x="150" y="924"/>
                </a:lnTo>
                <a:lnTo>
                  <a:pt x="150" y="1003"/>
                </a:lnTo>
                <a:moveTo>
                  <a:pt x="150" y="1136"/>
                </a:moveTo>
                <a:lnTo>
                  <a:pt x="147" y="1136"/>
                </a:lnTo>
                <a:lnTo>
                  <a:pt x="147" y="1056"/>
                </a:lnTo>
                <a:lnTo>
                  <a:pt x="150" y="1056"/>
                </a:lnTo>
                <a:lnTo>
                  <a:pt x="150" y="1136"/>
                </a:lnTo>
                <a:moveTo>
                  <a:pt x="150" y="1268"/>
                </a:moveTo>
                <a:lnTo>
                  <a:pt x="147" y="1268"/>
                </a:lnTo>
                <a:lnTo>
                  <a:pt x="147" y="1189"/>
                </a:lnTo>
                <a:lnTo>
                  <a:pt x="150" y="1189"/>
                </a:lnTo>
                <a:lnTo>
                  <a:pt x="150" y="1268"/>
                </a:lnTo>
                <a:moveTo>
                  <a:pt x="150" y="1401"/>
                </a:moveTo>
                <a:lnTo>
                  <a:pt x="147" y="1401"/>
                </a:lnTo>
                <a:lnTo>
                  <a:pt x="147" y="1321"/>
                </a:lnTo>
                <a:lnTo>
                  <a:pt x="150" y="1321"/>
                </a:lnTo>
                <a:lnTo>
                  <a:pt x="150" y="1401"/>
                </a:lnTo>
                <a:moveTo>
                  <a:pt x="150" y="1533"/>
                </a:moveTo>
                <a:lnTo>
                  <a:pt x="147" y="1533"/>
                </a:lnTo>
                <a:lnTo>
                  <a:pt x="147" y="1454"/>
                </a:lnTo>
                <a:lnTo>
                  <a:pt x="150" y="1454"/>
                </a:lnTo>
                <a:lnTo>
                  <a:pt x="150" y="1533"/>
                </a:lnTo>
                <a:moveTo>
                  <a:pt x="150" y="1666"/>
                </a:moveTo>
                <a:lnTo>
                  <a:pt x="147" y="1666"/>
                </a:lnTo>
                <a:lnTo>
                  <a:pt x="147" y="1586"/>
                </a:lnTo>
                <a:lnTo>
                  <a:pt x="150" y="1586"/>
                </a:lnTo>
                <a:lnTo>
                  <a:pt x="150" y="1666"/>
                </a:lnTo>
                <a:moveTo>
                  <a:pt x="150" y="1798"/>
                </a:moveTo>
                <a:lnTo>
                  <a:pt x="147" y="1798"/>
                </a:lnTo>
                <a:lnTo>
                  <a:pt x="147" y="1719"/>
                </a:lnTo>
                <a:lnTo>
                  <a:pt x="150" y="1719"/>
                </a:lnTo>
                <a:lnTo>
                  <a:pt x="150" y="1798"/>
                </a:lnTo>
                <a:moveTo>
                  <a:pt x="150" y="1931"/>
                </a:moveTo>
                <a:lnTo>
                  <a:pt x="147" y="1931"/>
                </a:lnTo>
                <a:lnTo>
                  <a:pt x="147" y="1851"/>
                </a:lnTo>
                <a:lnTo>
                  <a:pt x="150" y="1851"/>
                </a:lnTo>
                <a:lnTo>
                  <a:pt x="150" y="1931"/>
                </a:lnTo>
                <a:moveTo>
                  <a:pt x="150" y="2063"/>
                </a:moveTo>
                <a:lnTo>
                  <a:pt x="147" y="2063"/>
                </a:lnTo>
                <a:lnTo>
                  <a:pt x="147" y="1984"/>
                </a:lnTo>
                <a:lnTo>
                  <a:pt x="150" y="1984"/>
                </a:lnTo>
                <a:lnTo>
                  <a:pt x="150" y="2063"/>
                </a:lnTo>
                <a:moveTo>
                  <a:pt x="150" y="2196"/>
                </a:moveTo>
                <a:lnTo>
                  <a:pt x="147" y="2196"/>
                </a:lnTo>
                <a:lnTo>
                  <a:pt x="147" y="2116"/>
                </a:lnTo>
                <a:lnTo>
                  <a:pt x="150" y="2116"/>
                </a:lnTo>
                <a:lnTo>
                  <a:pt x="150" y="2196"/>
                </a:lnTo>
                <a:moveTo>
                  <a:pt x="150" y="2328"/>
                </a:moveTo>
                <a:lnTo>
                  <a:pt x="147" y="2328"/>
                </a:lnTo>
                <a:lnTo>
                  <a:pt x="147" y="2249"/>
                </a:lnTo>
                <a:lnTo>
                  <a:pt x="150" y="2249"/>
                </a:lnTo>
                <a:lnTo>
                  <a:pt x="150" y="2328"/>
                </a:lnTo>
                <a:moveTo>
                  <a:pt x="150" y="2461"/>
                </a:moveTo>
                <a:lnTo>
                  <a:pt x="147" y="2461"/>
                </a:lnTo>
                <a:lnTo>
                  <a:pt x="147" y="2381"/>
                </a:lnTo>
                <a:lnTo>
                  <a:pt x="150" y="2381"/>
                </a:lnTo>
                <a:lnTo>
                  <a:pt x="150" y="2461"/>
                </a:lnTo>
                <a:moveTo>
                  <a:pt x="150" y="2593"/>
                </a:moveTo>
                <a:lnTo>
                  <a:pt x="147" y="2593"/>
                </a:lnTo>
                <a:lnTo>
                  <a:pt x="147" y="2514"/>
                </a:lnTo>
                <a:lnTo>
                  <a:pt x="150" y="2514"/>
                </a:lnTo>
                <a:lnTo>
                  <a:pt x="150" y="2593"/>
                </a:lnTo>
                <a:moveTo>
                  <a:pt x="150" y="2726"/>
                </a:moveTo>
                <a:lnTo>
                  <a:pt x="147" y="2726"/>
                </a:lnTo>
                <a:lnTo>
                  <a:pt x="147" y="2646"/>
                </a:lnTo>
                <a:lnTo>
                  <a:pt x="150" y="2646"/>
                </a:lnTo>
                <a:lnTo>
                  <a:pt x="150" y="2726"/>
                </a:lnTo>
                <a:moveTo>
                  <a:pt x="150" y="2858"/>
                </a:moveTo>
                <a:lnTo>
                  <a:pt x="147" y="2858"/>
                </a:lnTo>
                <a:lnTo>
                  <a:pt x="147" y="2779"/>
                </a:lnTo>
                <a:lnTo>
                  <a:pt x="150" y="2779"/>
                </a:lnTo>
                <a:lnTo>
                  <a:pt x="150" y="2858"/>
                </a:lnTo>
                <a:moveTo>
                  <a:pt x="150" y="2990"/>
                </a:moveTo>
                <a:lnTo>
                  <a:pt x="147" y="2990"/>
                </a:lnTo>
                <a:lnTo>
                  <a:pt x="147" y="2911"/>
                </a:lnTo>
                <a:lnTo>
                  <a:pt x="150" y="2911"/>
                </a:lnTo>
                <a:lnTo>
                  <a:pt x="150" y="2990"/>
                </a:lnTo>
                <a:moveTo>
                  <a:pt x="150" y="3123"/>
                </a:moveTo>
                <a:lnTo>
                  <a:pt x="147" y="3123"/>
                </a:lnTo>
                <a:lnTo>
                  <a:pt x="147" y="3044"/>
                </a:lnTo>
                <a:lnTo>
                  <a:pt x="150" y="3044"/>
                </a:lnTo>
                <a:lnTo>
                  <a:pt x="150" y="3123"/>
                </a:lnTo>
                <a:moveTo>
                  <a:pt x="150" y="3255"/>
                </a:moveTo>
                <a:lnTo>
                  <a:pt x="147" y="3255"/>
                </a:lnTo>
                <a:lnTo>
                  <a:pt x="147" y="3176"/>
                </a:lnTo>
                <a:lnTo>
                  <a:pt x="150" y="3176"/>
                </a:lnTo>
                <a:lnTo>
                  <a:pt x="150" y="3255"/>
                </a:lnTo>
                <a:moveTo>
                  <a:pt x="150" y="3388"/>
                </a:moveTo>
                <a:lnTo>
                  <a:pt x="147" y="3388"/>
                </a:lnTo>
                <a:lnTo>
                  <a:pt x="147" y="3309"/>
                </a:lnTo>
                <a:lnTo>
                  <a:pt x="150" y="3309"/>
                </a:lnTo>
                <a:lnTo>
                  <a:pt x="150" y="3388"/>
                </a:lnTo>
                <a:moveTo>
                  <a:pt x="150" y="3520"/>
                </a:moveTo>
                <a:lnTo>
                  <a:pt x="147" y="3520"/>
                </a:lnTo>
                <a:lnTo>
                  <a:pt x="147" y="3441"/>
                </a:lnTo>
                <a:lnTo>
                  <a:pt x="150" y="3441"/>
                </a:lnTo>
                <a:lnTo>
                  <a:pt x="150" y="3520"/>
                </a:lnTo>
                <a:moveTo>
                  <a:pt x="150" y="3653"/>
                </a:moveTo>
                <a:lnTo>
                  <a:pt x="147" y="3653"/>
                </a:lnTo>
                <a:lnTo>
                  <a:pt x="147" y="3574"/>
                </a:lnTo>
                <a:lnTo>
                  <a:pt x="150" y="3574"/>
                </a:lnTo>
                <a:lnTo>
                  <a:pt x="150" y="3653"/>
                </a:lnTo>
                <a:moveTo>
                  <a:pt x="150" y="3785"/>
                </a:moveTo>
                <a:lnTo>
                  <a:pt x="147" y="3785"/>
                </a:lnTo>
                <a:lnTo>
                  <a:pt x="147" y="3706"/>
                </a:lnTo>
                <a:lnTo>
                  <a:pt x="150" y="3706"/>
                </a:lnTo>
                <a:lnTo>
                  <a:pt x="150" y="3785"/>
                </a:lnTo>
                <a:moveTo>
                  <a:pt x="150" y="3918"/>
                </a:moveTo>
                <a:lnTo>
                  <a:pt x="147" y="3918"/>
                </a:lnTo>
                <a:lnTo>
                  <a:pt x="147" y="3839"/>
                </a:lnTo>
                <a:lnTo>
                  <a:pt x="150" y="3839"/>
                </a:lnTo>
                <a:lnTo>
                  <a:pt x="150" y="3918"/>
                </a:lnTo>
                <a:moveTo>
                  <a:pt x="150" y="4050"/>
                </a:moveTo>
                <a:lnTo>
                  <a:pt x="147" y="4050"/>
                </a:lnTo>
                <a:lnTo>
                  <a:pt x="147" y="3971"/>
                </a:lnTo>
                <a:lnTo>
                  <a:pt x="150" y="3971"/>
                </a:lnTo>
                <a:lnTo>
                  <a:pt x="150" y="4050"/>
                </a:lnTo>
                <a:moveTo>
                  <a:pt x="150" y="4183"/>
                </a:moveTo>
                <a:lnTo>
                  <a:pt x="147" y="4183"/>
                </a:lnTo>
                <a:lnTo>
                  <a:pt x="147" y="4103"/>
                </a:lnTo>
                <a:lnTo>
                  <a:pt x="150" y="4103"/>
                </a:lnTo>
                <a:lnTo>
                  <a:pt x="150" y="4183"/>
                </a:lnTo>
                <a:moveTo>
                  <a:pt x="150" y="4315"/>
                </a:moveTo>
                <a:lnTo>
                  <a:pt x="147" y="4315"/>
                </a:lnTo>
                <a:lnTo>
                  <a:pt x="147" y="4236"/>
                </a:lnTo>
                <a:lnTo>
                  <a:pt x="150" y="4236"/>
                </a:lnTo>
                <a:lnTo>
                  <a:pt x="150" y="4315"/>
                </a:lnTo>
                <a:moveTo>
                  <a:pt x="150" y="4448"/>
                </a:moveTo>
                <a:lnTo>
                  <a:pt x="147" y="4448"/>
                </a:lnTo>
                <a:lnTo>
                  <a:pt x="147" y="4368"/>
                </a:lnTo>
                <a:lnTo>
                  <a:pt x="150" y="4368"/>
                </a:lnTo>
                <a:lnTo>
                  <a:pt x="150" y="4448"/>
                </a:lnTo>
                <a:moveTo>
                  <a:pt x="150" y="4580"/>
                </a:moveTo>
                <a:lnTo>
                  <a:pt x="147" y="4580"/>
                </a:lnTo>
                <a:lnTo>
                  <a:pt x="147" y="4501"/>
                </a:lnTo>
                <a:lnTo>
                  <a:pt x="150" y="4501"/>
                </a:lnTo>
                <a:lnTo>
                  <a:pt x="150" y="4580"/>
                </a:lnTo>
                <a:moveTo>
                  <a:pt x="150" y="4713"/>
                </a:moveTo>
                <a:lnTo>
                  <a:pt x="147" y="4713"/>
                </a:lnTo>
                <a:lnTo>
                  <a:pt x="147" y="4633"/>
                </a:lnTo>
                <a:lnTo>
                  <a:pt x="150" y="4633"/>
                </a:lnTo>
                <a:lnTo>
                  <a:pt x="150" y="4713"/>
                </a:lnTo>
                <a:moveTo>
                  <a:pt x="150" y="4845"/>
                </a:moveTo>
                <a:lnTo>
                  <a:pt x="147" y="4845"/>
                </a:lnTo>
                <a:lnTo>
                  <a:pt x="147" y="4766"/>
                </a:lnTo>
                <a:lnTo>
                  <a:pt x="150" y="4766"/>
                </a:lnTo>
                <a:lnTo>
                  <a:pt x="150" y="4845"/>
                </a:lnTo>
                <a:moveTo>
                  <a:pt x="150" y="4978"/>
                </a:moveTo>
                <a:lnTo>
                  <a:pt x="147" y="4978"/>
                </a:lnTo>
                <a:lnTo>
                  <a:pt x="147" y="4898"/>
                </a:lnTo>
                <a:lnTo>
                  <a:pt x="150" y="4898"/>
                </a:lnTo>
                <a:lnTo>
                  <a:pt x="150" y="4978"/>
                </a:lnTo>
                <a:moveTo>
                  <a:pt x="150" y="5110"/>
                </a:moveTo>
                <a:lnTo>
                  <a:pt x="147" y="5110"/>
                </a:lnTo>
                <a:lnTo>
                  <a:pt x="147" y="5031"/>
                </a:lnTo>
                <a:lnTo>
                  <a:pt x="150" y="5031"/>
                </a:lnTo>
                <a:lnTo>
                  <a:pt x="150" y="5110"/>
                </a:lnTo>
                <a:moveTo>
                  <a:pt x="150" y="5243"/>
                </a:moveTo>
                <a:lnTo>
                  <a:pt x="147" y="5243"/>
                </a:lnTo>
                <a:lnTo>
                  <a:pt x="147" y="5163"/>
                </a:lnTo>
                <a:lnTo>
                  <a:pt x="150" y="5163"/>
                </a:lnTo>
                <a:lnTo>
                  <a:pt x="150" y="5243"/>
                </a:lnTo>
                <a:moveTo>
                  <a:pt x="150" y="5375"/>
                </a:moveTo>
                <a:lnTo>
                  <a:pt x="147" y="5375"/>
                </a:lnTo>
                <a:lnTo>
                  <a:pt x="147" y="5296"/>
                </a:lnTo>
                <a:lnTo>
                  <a:pt x="150" y="5296"/>
                </a:lnTo>
                <a:lnTo>
                  <a:pt x="150" y="5375"/>
                </a:lnTo>
                <a:moveTo>
                  <a:pt x="150" y="5509"/>
                </a:moveTo>
                <a:lnTo>
                  <a:pt x="147" y="5509"/>
                </a:lnTo>
                <a:lnTo>
                  <a:pt x="147" y="5429"/>
                </a:lnTo>
                <a:lnTo>
                  <a:pt x="150" y="5429"/>
                </a:lnTo>
                <a:lnTo>
                  <a:pt x="150" y="5509"/>
                </a:lnTo>
                <a:moveTo>
                  <a:pt x="150" y="5641"/>
                </a:moveTo>
                <a:lnTo>
                  <a:pt x="147" y="5641"/>
                </a:lnTo>
                <a:lnTo>
                  <a:pt x="147" y="5562"/>
                </a:lnTo>
                <a:lnTo>
                  <a:pt x="150" y="5562"/>
                </a:lnTo>
                <a:lnTo>
                  <a:pt x="150" y="5641"/>
                </a:lnTo>
                <a:moveTo>
                  <a:pt x="150" y="5774"/>
                </a:moveTo>
                <a:lnTo>
                  <a:pt x="147" y="5774"/>
                </a:lnTo>
                <a:lnTo>
                  <a:pt x="147" y="5694"/>
                </a:lnTo>
                <a:lnTo>
                  <a:pt x="150" y="5694"/>
                </a:lnTo>
                <a:lnTo>
                  <a:pt x="150" y="5774"/>
                </a:lnTo>
                <a:moveTo>
                  <a:pt x="142" y="5899"/>
                </a:moveTo>
                <a:lnTo>
                  <a:pt x="139" y="5898"/>
                </a:lnTo>
                <a:cubicBezTo>
                  <a:pt x="143" y="5874"/>
                  <a:pt x="146" y="5849"/>
                  <a:pt x="147" y="5825"/>
                </a:cubicBezTo>
                <a:lnTo>
                  <a:pt x="150" y="5825"/>
                </a:lnTo>
                <a:cubicBezTo>
                  <a:pt x="149" y="5850"/>
                  <a:pt x="146" y="5874"/>
                  <a:pt x="142" y="5899"/>
                </a:cubicBezTo>
                <a:moveTo>
                  <a:pt x="111" y="6000"/>
                </a:moveTo>
                <a:cubicBezTo>
                  <a:pt x="108" y="6007"/>
                  <a:pt x="105" y="6014"/>
                  <a:pt x="101" y="6021"/>
                </a:cubicBezTo>
                <a:lnTo>
                  <a:pt x="99" y="6020"/>
                </a:lnTo>
                <a:cubicBezTo>
                  <a:pt x="110" y="5996"/>
                  <a:pt x="119" y="5973"/>
                  <a:pt x="126" y="5948"/>
                </a:cubicBezTo>
                <a:lnTo>
                  <a:pt x="129" y="5949"/>
                </a:lnTo>
                <a:cubicBezTo>
                  <a:pt x="124" y="5966"/>
                  <a:pt x="118" y="5983"/>
                  <a:pt x="111" y="6000"/>
                </a:cubicBezTo>
                <a:moveTo>
                  <a:pt x="34" y="6128"/>
                </a:moveTo>
                <a:lnTo>
                  <a:pt x="32" y="6126"/>
                </a:lnTo>
                <a:cubicBezTo>
                  <a:pt x="48" y="6106"/>
                  <a:pt x="62" y="6086"/>
                  <a:pt x="75" y="6064"/>
                </a:cubicBezTo>
                <a:lnTo>
                  <a:pt x="78" y="6065"/>
                </a:lnTo>
                <a:cubicBezTo>
                  <a:pt x="65" y="6087"/>
                  <a:pt x="50" y="6108"/>
                  <a:pt x="34" y="6128"/>
                </a:cubicBezTo>
                <a:close/>
              </a:path>
            </a:pathLst>
          </a:custGeom>
          <a:solidFill>
            <a:srgbClr val="AFAEA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10" name=""/>
          <p:cNvSpPr/>
          <p:nvPr/>
        </p:nvSpPr>
        <p:spPr>
          <a:xfrm>
            <a:off x="11553480" y="3576960"/>
            <a:ext cx="54360" cy="2207880"/>
          </a:xfrm>
          <a:custGeom>
            <a:avLst/>
            <a:gdLst/>
            <a:ahLst/>
            <a:rect l="0" t="0" r="r" b="b"/>
            <a:pathLst>
              <a:path w="151" h="6133">
                <a:moveTo>
                  <a:pt x="76" y="6071"/>
                </a:moveTo>
                <a:lnTo>
                  <a:pt x="78" y="6069"/>
                </a:lnTo>
                <a:cubicBezTo>
                  <a:pt x="92" y="6091"/>
                  <a:pt x="107" y="6111"/>
                  <a:pt x="123" y="6131"/>
                </a:cubicBezTo>
                <a:lnTo>
                  <a:pt x="121" y="6133"/>
                </a:lnTo>
                <a:cubicBezTo>
                  <a:pt x="104" y="6113"/>
                  <a:pt x="89" y="6092"/>
                  <a:pt x="76" y="6071"/>
                </a:cubicBezTo>
                <a:moveTo>
                  <a:pt x="40" y="6000"/>
                </a:moveTo>
                <a:cubicBezTo>
                  <a:pt x="34" y="5985"/>
                  <a:pt x="28" y="5970"/>
                  <a:pt x="24" y="5955"/>
                </a:cubicBezTo>
                <a:lnTo>
                  <a:pt x="26" y="5954"/>
                </a:lnTo>
                <a:cubicBezTo>
                  <a:pt x="34" y="5979"/>
                  <a:pt x="43" y="6002"/>
                  <a:pt x="54" y="6025"/>
                </a:cubicBezTo>
                <a:lnTo>
                  <a:pt x="52" y="6026"/>
                </a:lnTo>
                <a:cubicBezTo>
                  <a:pt x="48" y="6018"/>
                  <a:pt x="44" y="6009"/>
                  <a:pt x="40" y="6000"/>
                </a:cubicBezTo>
                <a:moveTo>
                  <a:pt x="1" y="5831"/>
                </a:moveTo>
                <a:lnTo>
                  <a:pt x="4" y="5831"/>
                </a:lnTo>
                <a:cubicBezTo>
                  <a:pt x="5" y="5856"/>
                  <a:pt x="8" y="5880"/>
                  <a:pt x="13" y="5904"/>
                </a:cubicBezTo>
                <a:lnTo>
                  <a:pt x="10" y="5905"/>
                </a:lnTo>
                <a:cubicBezTo>
                  <a:pt x="5" y="5881"/>
                  <a:pt x="2" y="5856"/>
                  <a:pt x="1" y="5831"/>
                </a:cubicBezTo>
                <a:moveTo>
                  <a:pt x="0" y="5701"/>
                </a:moveTo>
                <a:lnTo>
                  <a:pt x="3" y="5701"/>
                </a:lnTo>
                <a:lnTo>
                  <a:pt x="3" y="5780"/>
                </a:lnTo>
                <a:lnTo>
                  <a:pt x="0" y="5780"/>
                </a:lnTo>
                <a:lnTo>
                  <a:pt x="0" y="5701"/>
                </a:lnTo>
                <a:moveTo>
                  <a:pt x="0" y="5569"/>
                </a:moveTo>
                <a:lnTo>
                  <a:pt x="3" y="5569"/>
                </a:lnTo>
                <a:lnTo>
                  <a:pt x="3" y="5648"/>
                </a:lnTo>
                <a:lnTo>
                  <a:pt x="0" y="5648"/>
                </a:lnTo>
                <a:lnTo>
                  <a:pt x="0" y="5569"/>
                </a:lnTo>
                <a:moveTo>
                  <a:pt x="0" y="5436"/>
                </a:moveTo>
                <a:lnTo>
                  <a:pt x="3" y="5436"/>
                </a:lnTo>
                <a:lnTo>
                  <a:pt x="3" y="5515"/>
                </a:lnTo>
                <a:lnTo>
                  <a:pt x="0" y="5515"/>
                </a:lnTo>
                <a:lnTo>
                  <a:pt x="0" y="5436"/>
                </a:lnTo>
                <a:moveTo>
                  <a:pt x="0" y="5303"/>
                </a:moveTo>
                <a:lnTo>
                  <a:pt x="3" y="5303"/>
                </a:lnTo>
                <a:lnTo>
                  <a:pt x="3" y="5382"/>
                </a:lnTo>
                <a:lnTo>
                  <a:pt x="0" y="5382"/>
                </a:lnTo>
                <a:lnTo>
                  <a:pt x="0" y="5303"/>
                </a:lnTo>
                <a:moveTo>
                  <a:pt x="0" y="5170"/>
                </a:moveTo>
                <a:lnTo>
                  <a:pt x="3" y="5170"/>
                </a:lnTo>
                <a:lnTo>
                  <a:pt x="3" y="5249"/>
                </a:lnTo>
                <a:lnTo>
                  <a:pt x="0" y="5249"/>
                </a:lnTo>
                <a:lnTo>
                  <a:pt x="0" y="5170"/>
                </a:lnTo>
                <a:moveTo>
                  <a:pt x="0" y="5038"/>
                </a:moveTo>
                <a:lnTo>
                  <a:pt x="3" y="5038"/>
                </a:lnTo>
                <a:lnTo>
                  <a:pt x="3" y="5117"/>
                </a:lnTo>
                <a:lnTo>
                  <a:pt x="0" y="5117"/>
                </a:lnTo>
                <a:lnTo>
                  <a:pt x="0" y="5038"/>
                </a:lnTo>
                <a:moveTo>
                  <a:pt x="0" y="4905"/>
                </a:moveTo>
                <a:lnTo>
                  <a:pt x="3" y="4905"/>
                </a:lnTo>
                <a:lnTo>
                  <a:pt x="3" y="4985"/>
                </a:lnTo>
                <a:lnTo>
                  <a:pt x="0" y="4985"/>
                </a:lnTo>
                <a:lnTo>
                  <a:pt x="0" y="4905"/>
                </a:lnTo>
                <a:moveTo>
                  <a:pt x="0" y="4773"/>
                </a:moveTo>
                <a:lnTo>
                  <a:pt x="3" y="4773"/>
                </a:lnTo>
                <a:lnTo>
                  <a:pt x="3" y="4852"/>
                </a:lnTo>
                <a:lnTo>
                  <a:pt x="0" y="4852"/>
                </a:lnTo>
                <a:lnTo>
                  <a:pt x="0" y="4773"/>
                </a:lnTo>
                <a:moveTo>
                  <a:pt x="0" y="4640"/>
                </a:moveTo>
                <a:lnTo>
                  <a:pt x="3" y="4640"/>
                </a:lnTo>
                <a:lnTo>
                  <a:pt x="3" y="4720"/>
                </a:lnTo>
                <a:lnTo>
                  <a:pt x="0" y="4720"/>
                </a:lnTo>
                <a:lnTo>
                  <a:pt x="0" y="4640"/>
                </a:lnTo>
                <a:moveTo>
                  <a:pt x="0" y="4508"/>
                </a:moveTo>
                <a:lnTo>
                  <a:pt x="3" y="4508"/>
                </a:lnTo>
                <a:lnTo>
                  <a:pt x="3" y="4587"/>
                </a:lnTo>
                <a:lnTo>
                  <a:pt x="0" y="4587"/>
                </a:lnTo>
                <a:lnTo>
                  <a:pt x="0" y="4508"/>
                </a:lnTo>
                <a:moveTo>
                  <a:pt x="0" y="4375"/>
                </a:moveTo>
                <a:lnTo>
                  <a:pt x="3" y="4375"/>
                </a:lnTo>
                <a:lnTo>
                  <a:pt x="3" y="4455"/>
                </a:lnTo>
                <a:lnTo>
                  <a:pt x="0" y="4455"/>
                </a:lnTo>
                <a:lnTo>
                  <a:pt x="0" y="4375"/>
                </a:lnTo>
                <a:moveTo>
                  <a:pt x="0" y="4243"/>
                </a:moveTo>
                <a:lnTo>
                  <a:pt x="3" y="4243"/>
                </a:lnTo>
                <a:lnTo>
                  <a:pt x="3" y="4322"/>
                </a:lnTo>
                <a:lnTo>
                  <a:pt x="0" y="4322"/>
                </a:lnTo>
                <a:lnTo>
                  <a:pt x="0" y="4243"/>
                </a:lnTo>
                <a:moveTo>
                  <a:pt x="0" y="4110"/>
                </a:moveTo>
                <a:lnTo>
                  <a:pt x="3" y="4110"/>
                </a:lnTo>
                <a:lnTo>
                  <a:pt x="3" y="4190"/>
                </a:lnTo>
                <a:lnTo>
                  <a:pt x="0" y="4190"/>
                </a:lnTo>
                <a:lnTo>
                  <a:pt x="0" y="4110"/>
                </a:lnTo>
                <a:moveTo>
                  <a:pt x="0" y="3978"/>
                </a:moveTo>
                <a:lnTo>
                  <a:pt x="3" y="3978"/>
                </a:lnTo>
                <a:lnTo>
                  <a:pt x="3" y="4057"/>
                </a:lnTo>
                <a:lnTo>
                  <a:pt x="0" y="4057"/>
                </a:lnTo>
                <a:lnTo>
                  <a:pt x="0" y="3978"/>
                </a:lnTo>
                <a:moveTo>
                  <a:pt x="0" y="3845"/>
                </a:moveTo>
                <a:lnTo>
                  <a:pt x="3" y="3845"/>
                </a:lnTo>
                <a:lnTo>
                  <a:pt x="3" y="3925"/>
                </a:lnTo>
                <a:lnTo>
                  <a:pt x="0" y="3925"/>
                </a:lnTo>
                <a:lnTo>
                  <a:pt x="0" y="3845"/>
                </a:lnTo>
                <a:moveTo>
                  <a:pt x="0" y="3713"/>
                </a:moveTo>
                <a:lnTo>
                  <a:pt x="3" y="3713"/>
                </a:lnTo>
                <a:lnTo>
                  <a:pt x="3" y="3792"/>
                </a:lnTo>
                <a:lnTo>
                  <a:pt x="0" y="3792"/>
                </a:lnTo>
                <a:lnTo>
                  <a:pt x="0" y="3713"/>
                </a:lnTo>
                <a:moveTo>
                  <a:pt x="0" y="3580"/>
                </a:moveTo>
                <a:lnTo>
                  <a:pt x="3" y="3580"/>
                </a:lnTo>
                <a:lnTo>
                  <a:pt x="3" y="3660"/>
                </a:lnTo>
                <a:lnTo>
                  <a:pt x="0" y="3660"/>
                </a:lnTo>
                <a:lnTo>
                  <a:pt x="0" y="3580"/>
                </a:lnTo>
                <a:moveTo>
                  <a:pt x="0" y="3448"/>
                </a:moveTo>
                <a:lnTo>
                  <a:pt x="3" y="3448"/>
                </a:lnTo>
                <a:lnTo>
                  <a:pt x="3" y="3527"/>
                </a:lnTo>
                <a:lnTo>
                  <a:pt x="0" y="3527"/>
                </a:lnTo>
                <a:lnTo>
                  <a:pt x="0" y="3448"/>
                </a:lnTo>
                <a:moveTo>
                  <a:pt x="0" y="3315"/>
                </a:moveTo>
                <a:lnTo>
                  <a:pt x="3" y="3315"/>
                </a:lnTo>
                <a:lnTo>
                  <a:pt x="3" y="3395"/>
                </a:lnTo>
                <a:lnTo>
                  <a:pt x="0" y="3395"/>
                </a:lnTo>
                <a:lnTo>
                  <a:pt x="0" y="3315"/>
                </a:lnTo>
                <a:moveTo>
                  <a:pt x="0" y="3183"/>
                </a:moveTo>
                <a:lnTo>
                  <a:pt x="3" y="3183"/>
                </a:lnTo>
                <a:lnTo>
                  <a:pt x="3" y="3262"/>
                </a:lnTo>
                <a:lnTo>
                  <a:pt x="0" y="3262"/>
                </a:lnTo>
                <a:lnTo>
                  <a:pt x="0" y="3183"/>
                </a:lnTo>
                <a:moveTo>
                  <a:pt x="0" y="3050"/>
                </a:moveTo>
                <a:lnTo>
                  <a:pt x="3" y="3050"/>
                </a:lnTo>
                <a:lnTo>
                  <a:pt x="3" y="3130"/>
                </a:lnTo>
                <a:lnTo>
                  <a:pt x="0" y="3130"/>
                </a:lnTo>
                <a:lnTo>
                  <a:pt x="0" y="3050"/>
                </a:lnTo>
                <a:moveTo>
                  <a:pt x="0" y="2918"/>
                </a:moveTo>
                <a:lnTo>
                  <a:pt x="3" y="2918"/>
                </a:lnTo>
                <a:lnTo>
                  <a:pt x="3" y="2997"/>
                </a:lnTo>
                <a:lnTo>
                  <a:pt x="0" y="2997"/>
                </a:lnTo>
                <a:lnTo>
                  <a:pt x="0" y="2918"/>
                </a:lnTo>
                <a:moveTo>
                  <a:pt x="0" y="2785"/>
                </a:moveTo>
                <a:lnTo>
                  <a:pt x="3" y="2785"/>
                </a:lnTo>
                <a:lnTo>
                  <a:pt x="3" y="2865"/>
                </a:lnTo>
                <a:lnTo>
                  <a:pt x="0" y="2865"/>
                </a:lnTo>
                <a:lnTo>
                  <a:pt x="0" y="2785"/>
                </a:lnTo>
                <a:moveTo>
                  <a:pt x="0" y="2653"/>
                </a:moveTo>
                <a:lnTo>
                  <a:pt x="3" y="2653"/>
                </a:lnTo>
                <a:lnTo>
                  <a:pt x="3" y="2732"/>
                </a:lnTo>
                <a:lnTo>
                  <a:pt x="0" y="2732"/>
                </a:lnTo>
                <a:lnTo>
                  <a:pt x="0" y="2653"/>
                </a:lnTo>
                <a:moveTo>
                  <a:pt x="0" y="2520"/>
                </a:moveTo>
                <a:lnTo>
                  <a:pt x="3" y="2520"/>
                </a:lnTo>
                <a:lnTo>
                  <a:pt x="3" y="2600"/>
                </a:lnTo>
                <a:lnTo>
                  <a:pt x="0" y="2600"/>
                </a:lnTo>
                <a:lnTo>
                  <a:pt x="0" y="2520"/>
                </a:lnTo>
                <a:moveTo>
                  <a:pt x="0" y="2388"/>
                </a:moveTo>
                <a:lnTo>
                  <a:pt x="3" y="2388"/>
                </a:lnTo>
                <a:lnTo>
                  <a:pt x="3" y="2467"/>
                </a:lnTo>
                <a:lnTo>
                  <a:pt x="0" y="2467"/>
                </a:lnTo>
                <a:lnTo>
                  <a:pt x="0" y="2388"/>
                </a:lnTo>
                <a:moveTo>
                  <a:pt x="0" y="2255"/>
                </a:moveTo>
                <a:lnTo>
                  <a:pt x="3" y="2255"/>
                </a:lnTo>
                <a:lnTo>
                  <a:pt x="3" y="2335"/>
                </a:lnTo>
                <a:lnTo>
                  <a:pt x="0" y="2335"/>
                </a:lnTo>
                <a:lnTo>
                  <a:pt x="0" y="2255"/>
                </a:lnTo>
                <a:moveTo>
                  <a:pt x="0" y="2123"/>
                </a:moveTo>
                <a:lnTo>
                  <a:pt x="3" y="2123"/>
                </a:lnTo>
                <a:lnTo>
                  <a:pt x="3" y="2202"/>
                </a:lnTo>
                <a:lnTo>
                  <a:pt x="0" y="2202"/>
                </a:lnTo>
                <a:lnTo>
                  <a:pt x="0" y="2123"/>
                </a:lnTo>
                <a:moveTo>
                  <a:pt x="0" y="1990"/>
                </a:moveTo>
                <a:lnTo>
                  <a:pt x="3" y="1990"/>
                </a:lnTo>
                <a:lnTo>
                  <a:pt x="3" y="2070"/>
                </a:lnTo>
                <a:lnTo>
                  <a:pt x="0" y="2070"/>
                </a:lnTo>
                <a:lnTo>
                  <a:pt x="0" y="1990"/>
                </a:lnTo>
                <a:moveTo>
                  <a:pt x="0" y="1858"/>
                </a:moveTo>
                <a:lnTo>
                  <a:pt x="3" y="1858"/>
                </a:lnTo>
                <a:lnTo>
                  <a:pt x="3" y="1937"/>
                </a:lnTo>
                <a:lnTo>
                  <a:pt x="0" y="1937"/>
                </a:lnTo>
                <a:lnTo>
                  <a:pt x="0" y="1858"/>
                </a:lnTo>
                <a:moveTo>
                  <a:pt x="0" y="1725"/>
                </a:moveTo>
                <a:lnTo>
                  <a:pt x="3" y="1725"/>
                </a:lnTo>
                <a:lnTo>
                  <a:pt x="3" y="1805"/>
                </a:lnTo>
                <a:lnTo>
                  <a:pt x="0" y="1805"/>
                </a:lnTo>
                <a:lnTo>
                  <a:pt x="0" y="1725"/>
                </a:lnTo>
                <a:moveTo>
                  <a:pt x="0" y="1593"/>
                </a:moveTo>
                <a:lnTo>
                  <a:pt x="3" y="1593"/>
                </a:lnTo>
                <a:lnTo>
                  <a:pt x="3" y="1672"/>
                </a:lnTo>
                <a:lnTo>
                  <a:pt x="0" y="1672"/>
                </a:lnTo>
                <a:lnTo>
                  <a:pt x="0" y="1593"/>
                </a:lnTo>
                <a:moveTo>
                  <a:pt x="0" y="1460"/>
                </a:moveTo>
                <a:lnTo>
                  <a:pt x="3" y="1460"/>
                </a:lnTo>
                <a:lnTo>
                  <a:pt x="3" y="1540"/>
                </a:lnTo>
                <a:lnTo>
                  <a:pt x="0" y="1540"/>
                </a:lnTo>
                <a:lnTo>
                  <a:pt x="0" y="1460"/>
                </a:lnTo>
                <a:moveTo>
                  <a:pt x="0" y="1328"/>
                </a:moveTo>
                <a:lnTo>
                  <a:pt x="3" y="1328"/>
                </a:lnTo>
                <a:lnTo>
                  <a:pt x="3" y="1407"/>
                </a:lnTo>
                <a:lnTo>
                  <a:pt x="0" y="1407"/>
                </a:lnTo>
                <a:lnTo>
                  <a:pt x="0" y="1328"/>
                </a:lnTo>
                <a:moveTo>
                  <a:pt x="0" y="1195"/>
                </a:moveTo>
                <a:lnTo>
                  <a:pt x="3" y="1195"/>
                </a:lnTo>
                <a:lnTo>
                  <a:pt x="3" y="1275"/>
                </a:lnTo>
                <a:lnTo>
                  <a:pt x="0" y="1275"/>
                </a:lnTo>
                <a:lnTo>
                  <a:pt x="0" y="1195"/>
                </a:lnTo>
                <a:moveTo>
                  <a:pt x="0" y="1063"/>
                </a:moveTo>
                <a:lnTo>
                  <a:pt x="3" y="1063"/>
                </a:lnTo>
                <a:lnTo>
                  <a:pt x="3" y="1142"/>
                </a:lnTo>
                <a:lnTo>
                  <a:pt x="0" y="1142"/>
                </a:lnTo>
                <a:lnTo>
                  <a:pt x="0" y="1063"/>
                </a:lnTo>
                <a:moveTo>
                  <a:pt x="0" y="931"/>
                </a:moveTo>
                <a:lnTo>
                  <a:pt x="3" y="931"/>
                </a:lnTo>
                <a:lnTo>
                  <a:pt x="3" y="1010"/>
                </a:lnTo>
                <a:lnTo>
                  <a:pt x="0" y="1010"/>
                </a:lnTo>
                <a:lnTo>
                  <a:pt x="0" y="931"/>
                </a:lnTo>
                <a:moveTo>
                  <a:pt x="0" y="798"/>
                </a:moveTo>
                <a:lnTo>
                  <a:pt x="3" y="798"/>
                </a:lnTo>
                <a:lnTo>
                  <a:pt x="3" y="877"/>
                </a:lnTo>
                <a:lnTo>
                  <a:pt x="0" y="877"/>
                </a:lnTo>
                <a:lnTo>
                  <a:pt x="0" y="798"/>
                </a:lnTo>
                <a:moveTo>
                  <a:pt x="0" y="666"/>
                </a:moveTo>
                <a:lnTo>
                  <a:pt x="3" y="666"/>
                </a:lnTo>
                <a:lnTo>
                  <a:pt x="3" y="745"/>
                </a:lnTo>
                <a:lnTo>
                  <a:pt x="0" y="745"/>
                </a:lnTo>
                <a:lnTo>
                  <a:pt x="0" y="666"/>
                </a:lnTo>
                <a:moveTo>
                  <a:pt x="0" y="533"/>
                </a:moveTo>
                <a:lnTo>
                  <a:pt x="3" y="533"/>
                </a:lnTo>
                <a:lnTo>
                  <a:pt x="3" y="612"/>
                </a:lnTo>
                <a:lnTo>
                  <a:pt x="0" y="612"/>
                </a:lnTo>
                <a:lnTo>
                  <a:pt x="0" y="533"/>
                </a:lnTo>
                <a:moveTo>
                  <a:pt x="0" y="401"/>
                </a:moveTo>
                <a:lnTo>
                  <a:pt x="3" y="401"/>
                </a:lnTo>
                <a:lnTo>
                  <a:pt x="3" y="480"/>
                </a:lnTo>
                <a:lnTo>
                  <a:pt x="0" y="480"/>
                </a:lnTo>
                <a:lnTo>
                  <a:pt x="0" y="401"/>
                </a:lnTo>
                <a:moveTo>
                  <a:pt x="7" y="275"/>
                </a:moveTo>
                <a:lnTo>
                  <a:pt x="10" y="275"/>
                </a:lnTo>
                <a:cubicBezTo>
                  <a:pt x="6" y="300"/>
                  <a:pt x="4" y="324"/>
                  <a:pt x="3" y="348"/>
                </a:cubicBezTo>
                <a:lnTo>
                  <a:pt x="1" y="348"/>
                </a:lnTo>
                <a:cubicBezTo>
                  <a:pt x="1" y="324"/>
                  <a:pt x="3" y="299"/>
                  <a:pt x="7" y="275"/>
                </a:cubicBezTo>
                <a:moveTo>
                  <a:pt x="40" y="163"/>
                </a:moveTo>
                <a:cubicBezTo>
                  <a:pt x="41" y="160"/>
                  <a:pt x="43" y="156"/>
                  <a:pt x="45" y="152"/>
                </a:cubicBezTo>
                <a:lnTo>
                  <a:pt x="47" y="153"/>
                </a:lnTo>
                <a:cubicBezTo>
                  <a:pt x="37" y="177"/>
                  <a:pt x="28" y="201"/>
                  <a:pt x="21" y="226"/>
                </a:cubicBezTo>
                <a:lnTo>
                  <a:pt x="19" y="225"/>
                </a:lnTo>
                <a:cubicBezTo>
                  <a:pt x="24" y="204"/>
                  <a:pt x="31" y="184"/>
                  <a:pt x="40" y="163"/>
                </a:cubicBezTo>
                <a:moveTo>
                  <a:pt x="110" y="44"/>
                </a:moveTo>
                <a:lnTo>
                  <a:pt x="112" y="46"/>
                </a:lnTo>
                <a:cubicBezTo>
                  <a:pt x="96" y="65"/>
                  <a:pt x="82" y="86"/>
                  <a:pt x="70" y="108"/>
                </a:cubicBezTo>
                <a:lnTo>
                  <a:pt x="67" y="107"/>
                </a:lnTo>
                <a:cubicBezTo>
                  <a:pt x="80" y="85"/>
                  <a:pt x="94" y="64"/>
                  <a:pt x="110" y="44"/>
                </a:cubicBezTo>
                <a:moveTo>
                  <a:pt x="149" y="0"/>
                </a:moveTo>
                <a:lnTo>
                  <a:pt x="151" y="2"/>
                </a:lnTo>
                <a:cubicBezTo>
                  <a:pt x="149" y="4"/>
                  <a:pt x="147" y="5"/>
                  <a:pt x="146" y="7"/>
                </a:cubicBezTo>
                <a:lnTo>
                  <a:pt x="144" y="5"/>
                </a:lnTo>
                <a:cubicBezTo>
                  <a:pt x="145" y="4"/>
                  <a:pt x="147" y="2"/>
                  <a:pt x="149" y="0"/>
                </a:cubicBezTo>
                <a:close/>
              </a:path>
            </a:pathLst>
          </a:custGeom>
          <a:solidFill>
            <a:srgbClr val="AFAEA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8702640" y="5075640"/>
            <a:ext cx="89820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666469"/>
                </a:solidFill>
                <a:effectLst/>
                <a:uFillTx/>
                <a:latin typeface="Menlo"/>
                <a:ea typeface="Menlo"/>
              </a:rPr>
              <a:t>cursor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3227480" y="4496400"/>
            <a:ext cx="76320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2170" b="0" u="none" strike="noStrike">
                <a:solidFill>
                  <a:srgbClr val="999999"/>
                </a:solidFill>
                <a:effectLst/>
                <a:uFillTx/>
                <a:latin typeface="PretendardVariable"/>
                <a:ea typeface="PretendardVariable"/>
              </a:rPr>
              <a:t>그 외 전부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14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15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7215480" y="2364480"/>
            <a:ext cx="2781360" cy="51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3000" b="0" u="none" strike="noStrike">
                <a:solidFill>
                  <a:srgbClr val="B0B0B0"/>
                </a:solidFill>
                <a:effectLst/>
                <a:uFillTx/>
                <a:latin typeface="PretendardVariable"/>
                <a:ea typeface="PretendardVariable"/>
              </a:rPr>
              <a:t>커서로 끝까지 버티다가요</a:t>
            </a:r>
            <a:r>
              <a:rPr lang="en-US" sz="3000" b="0" u="none" strike="noStrike">
                <a:solidFill>
                  <a:srgbClr val="B0B0B0"/>
                </a:solidFill>
                <a:effectLst/>
                <a:uFillTx/>
                <a:latin typeface="PretendardVariable"/>
                <a:ea typeface="PretendardVariable"/>
              </a:rPr>
              <a:t>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5989680" y="3149640"/>
            <a:ext cx="7092000" cy="144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9900" b="1" u="none" strike="noStrike">
                <a:solidFill>
                  <a:srgbClr val="F7F7F7"/>
                </a:solidFill>
                <a:effectLst/>
                <a:uFillTx/>
                <a:latin typeface="PretendardVariable-Semi"/>
                <a:ea typeface="PretendardVariable-Semi"/>
              </a:rPr>
              <a:t>넘어오자마자</a:t>
            </a:r>
            <a:endParaRPr lang="en-US" sz="9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6361560" y="4483080"/>
            <a:ext cx="6328800" cy="177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9900" b="1" u="none" strike="noStrike">
                <a:solidFill>
                  <a:srgbClr val="F7F7F7"/>
                </a:solidFill>
                <a:effectLst/>
                <a:uFillTx/>
                <a:latin typeface="PretendardVariable-Semi"/>
                <a:ea typeface="PretendardVariable-Semi"/>
              </a:rPr>
              <a:t>후회했어요</a:t>
            </a:r>
            <a:r>
              <a:rPr lang="en-US" sz="9900" b="1" u="none" strike="noStrike">
                <a:solidFill>
                  <a:srgbClr val="F7F7F7"/>
                </a:solidFill>
                <a:effectLst/>
                <a:uFillTx/>
                <a:latin typeface="PretendardVariable-Semi"/>
                <a:ea typeface="PretendardVariable-Semi"/>
              </a:rPr>
              <a:t>.</a:t>
            </a:r>
            <a:endParaRPr lang="en-US" sz="9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7172640" y="6607440"/>
            <a:ext cx="3012840" cy="52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3600" b="0" u="none" strike="noStrike">
                <a:solidFill>
                  <a:srgbClr val="D97757"/>
                </a:solidFill>
                <a:effectLst/>
                <a:uFillTx/>
                <a:latin typeface="PretendardVariable"/>
                <a:ea typeface="PretendardVariable"/>
              </a:rPr>
              <a:t>이거 하나 안 쓰겠다고</a:t>
            </a:r>
            <a:r>
              <a:rPr lang="en-US" sz="3600" b="0" u="none" strike="noStrike">
                <a:solidFill>
                  <a:srgbClr val="D97757"/>
                </a:solidFill>
                <a:effectLst/>
                <a:uFillTx/>
                <a:latin typeface="PretendardVariable"/>
                <a:ea typeface="PretendardVariable"/>
              </a:rPr>
              <a:t>,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6783480" y="7293240"/>
            <a:ext cx="1133280" cy="52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3600" b="0" u="none" strike="noStrike">
                <a:solidFill>
                  <a:srgbClr val="D97757"/>
                </a:solidFill>
                <a:effectLst/>
                <a:uFillTx/>
                <a:latin typeface="PretendardVariable"/>
                <a:ea typeface="PretendardVariable"/>
              </a:rPr>
              <a:t>몇 달을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8164800" y="7278480"/>
            <a:ext cx="3719160" cy="64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36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그냥 날렸더라고요</a:t>
            </a:r>
            <a:r>
              <a:rPr lang="en-US" sz="36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3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4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5" name=""/>
          <p:cNvSpPr/>
          <p:nvPr/>
        </p:nvSpPr>
        <p:spPr>
          <a:xfrm>
            <a:off x="1523880" y="1923840"/>
            <a:ext cx="6944040" cy="4439160"/>
          </a:xfrm>
          <a:custGeom>
            <a:avLst/>
            <a:gdLst/>
            <a:ahLst/>
            <a:rect l="0" t="0" r="r" b="b"/>
            <a:pathLst>
              <a:path w="19289" h="12331">
                <a:moveTo>
                  <a:pt x="0" y="11801"/>
                </a:moveTo>
                <a:lnTo>
                  <a:pt x="0" y="529"/>
                </a:lnTo>
                <a:cubicBezTo>
                  <a:pt x="0" y="495"/>
                  <a:pt x="3" y="460"/>
                  <a:pt x="10" y="426"/>
                </a:cubicBezTo>
                <a:cubicBezTo>
                  <a:pt x="17" y="392"/>
                  <a:pt x="27" y="359"/>
                  <a:pt x="40" y="327"/>
                </a:cubicBezTo>
                <a:cubicBezTo>
                  <a:pt x="53" y="295"/>
                  <a:pt x="70" y="264"/>
                  <a:pt x="89" y="235"/>
                </a:cubicBezTo>
                <a:cubicBezTo>
                  <a:pt x="108" y="206"/>
                  <a:pt x="130" y="180"/>
                  <a:pt x="155" y="155"/>
                </a:cubicBezTo>
                <a:cubicBezTo>
                  <a:pt x="179" y="131"/>
                  <a:pt x="206" y="109"/>
                  <a:pt x="235" y="89"/>
                </a:cubicBezTo>
                <a:cubicBezTo>
                  <a:pt x="264" y="70"/>
                  <a:pt x="294" y="54"/>
                  <a:pt x="326" y="40"/>
                </a:cubicBezTo>
                <a:cubicBezTo>
                  <a:pt x="359" y="27"/>
                  <a:pt x="392" y="17"/>
                  <a:pt x="426" y="10"/>
                </a:cubicBezTo>
                <a:cubicBezTo>
                  <a:pt x="460" y="3"/>
                  <a:pt x="494" y="0"/>
                  <a:pt x="529" y="0"/>
                </a:cubicBezTo>
                <a:lnTo>
                  <a:pt x="18760" y="0"/>
                </a:lnTo>
                <a:cubicBezTo>
                  <a:pt x="18795" y="0"/>
                  <a:pt x="18829" y="3"/>
                  <a:pt x="18863" y="10"/>
                </a:cubicBezTo>
                <a:cubicBezTo>
                  <a:pt x="18897" y="17"/>
                  <a:pt x="18930" y="27"/>
                  <a:pt x="18962" y="40"/>
                </a:cubicBezTo>
                <a:cubicBezTo>
                  <a:pt x="18994" y="54"/>
                  <a:pt x="19025" y="70"/>
                  <a:pt x="19054" y="89"/>
                </a:cubicBezTo>
                <a:cubicBezTo>
                  <a:pt x="19083" y="109"/>
                  <a:pt x="19109" y="131"/>
                  <a:pt x="19134" y="155"/>
                </a:cubicBezTo>
                <a:cubicBezTo>
                  <a:pt x="19159" y="180"/>
                  <a:pt x="19180" y="206"/>
                  <a:pt x="19200" y="235"/>
                </a:cubicBezTo>
                <a:cubicBezTo>
                  <a:pt x="19219" y="264"/>
                  <a:pt x="19235" y="295"/>
                  <a:pt x="19249" y="327"/>
                </a:cubicBezTo>
                <a:cubicBezTo>
                  <a:pt x="19262" y="359"/>
                  <a:pt x="19272" y="392"/>
                  <a:pt x="19279" y="426"/>
                </a:cubicBezTo>
                <a:cubicBezTo>
                  <a:pt x="19286" y="460"/>
                  <a:pt x="19289" y="495"/>
                  <a:pt x="19289" y="529"/>
                </a:cubicBezTo>
                <a:lnTo>
                  <a:pt x="19289" y="11801"/>
                </a:lnTo>
                <a:cubicBezTo>
                  <a:pt x="19289" y="11836"/>
                  <a:pt x="19286" y="11871"/>
                  <a:pt x="19279" y="11905"/>
                </a:cubicBezTo>
                <a:cubicBezTo>
                  <a:pt x="19272" y="11939"/>
                  <a:pt x="19262" y="11972"/>
                  <a:pt x="19249" y="12004"/>
                </a:cubicBezTo>
                <a:cubicBezTo>
                  <a:pt x="19235" y="12036"/>
                  <a:pt x="19219" y="12067"/>
                  <a:pt x="19200" y="12095"/>
                </a:cubicBezTo>
                <a:cubicBezTo>
                  <a:pt x="19180" y="12124"/>
                  <a:pt x="19159" y="12151"/>
                  <a:pt x="19134" y="12176"/>
                </a:cubicBezTo>
                <a:cubicBezTo>
                  <a:pt x="19109" y="12200"/>
                  <a:pt x="19083" y="12222"/>
                  <a:pt x="19054" y="12241"/>
                </a:cubicBezTo>
                <a:cubicBezTo>
                  <a:pt x="19025" y="12261"/>
                  <a:pt x="18994" y="12277"/>
                  <a:pt x="18962" y="12290"/>
                </a:cubicBezTo>
                <a:cubicBezTo>
                  <a:pt x="18930" y="12304"/>
                  <a:pt x="18897" y="12314"/>
                  <a:pt x="18863" y="12320"/>
                </a:cubicBezTo>
                <a:cubicBezTo>
                  <a:pt x="18829" y="12327"/>
                  <a:pt x="18795" y="12331"/>
                  <a:pt x="18760" y="12331"/>
                </a:cubicBezTo>
                <a:lnTo>
                  <a:pt x="529" y="12331"/>
                </a:lnTo>
                <a:cubicBezTo>
                  <a:pt x="494" y="12331"/>
                  <a:pt x="460" y="12327"/>
                  <a:pt x="426" y="12320"/>
                </a:cubicBezTo>
                <a:cubicBezTo>
                  <a:pt x="392" y="12314"/>
                  <a:pt x="359" y="12304"/>
                  <a:pt x="326" y="12290"/>
                </a:cubicBezTo>
                <a:cubicBezTo>
                  <a:pt x="294" y="12277"/>
                  <a:pt x="264" y="12261"/>
                  <a:pt x="235" y="12241"/>
                </a:cubicBezTo>
                <a:cubicBezTo>
                  <a:pt x="206" y="12222"/>
                  <a:pt x="179" y="12200"/>
                  <a:pt x="155" y="12176"/>
                </a:cubicBezTo>
                <a:cubicBezTo>
                  <a:pt x="130" y="12151"/>
                  <a:pt x="108" y="12124"/>
                  <a:pt x="89" y="12095"/>
                </a:cubicBezTo>
                <a:cubicBezTo>
                  <a:pt x="70" y="12067"/>
                  <a:pt x="53" y="12036"/>
                  <a:pt x="40" y="12004"/>
                </a:cubicBezTo>
                <a:cubicBezTo>
                  <a:pt x="27" y="11972"/>
                  <a:pt x="17" y="11939"/>
                  <a:pt x="10" y="11905"/>
                </a:cubicBezTo>
                <a:cubicBezTo>
                  <a:pt x="3" y="11871"/>
                  <a:pt x="0" y="11836"/>
                  <a:pt x="0" y="11801"/>
                </a:cubicBezTo>
                <a:close/>
              </a:path>
            </a:pathLst>
          </a:custGeom>
          <a:solidFill>
            <a:srgbClr val="F0EF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4347360" y="2383560"/>
            <a:ext cx="900360" cy="43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30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지피타쿠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4053960" y="2789640"/>
            <a:ext cx="2143800" cy="18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2</a:t>
            </a:r>
            <a:r>
              <a:rPr lang="ko-KR" sz="105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년</a:t>
            </a:r>
            <a:endParaRPr lang="en-US" sz="10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4139280" y="4806000"/>
            <a:ext cx="1914480" cy="32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666469"/>
                </a:solidFill>
                <a:effectLst/>
                <a:uFillTx/>
                <a:latin typeface="PretendardVariable-Semi"/>
                <a:ea typeface="PretendardVariable-Semi"/>
              </a:rPr>
              <a:t>GPT-3.5 </a:t>
            </a:r>
            <a:r>
              <a:rPr lang="ko-KR" sz="1800" b="1" u="none" strike="noStrike">
                <a:solidFill>
                  <a:srgbClr val="666469"/>
                </a:solidFill>
                <a:effectLst/>
                <a:uFillTx/>
                <a:latin typeface="PretendardVariable-Semi"/>
                <a:ea typeface="PretendardVariable-Semi"/>
              </a:rPr>
              <a:t>시대부터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3958920" y="5510880"/>
            <a:ext cx="227772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800" b="1" u="none" strike="noStrike">
                <a:solidFill>
                  <a:srgbClr val="666469"/>
                </a:solidFill>
                <a:effectLst/>
                <a:uFillTx/>
                <a:latin typeface="PretendardVariable-Semi"/>
                <a:ea typeface="PretendardVariable-Semi"/>
              </a:rPr>
              <a:t>모델 하나하나 쫓아오며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0" name=""/>
          <p:cNvSpPr/>
          <p:nvPr/>
        </p:nvSpPr>
        <p:spPr>
          <a:xfrm>
            <a:off x="9820080" y="1923840"/>
            <a:ext cx="6944040" cy="4439160"/>
          </a:xfrm>
          <a:custGeom>
            <a:avLst/>
            <a:gdLst/>
            <a:ahLst/>
            <a:rect l="0" t="0" r="r" b="b"/>
            <a:pathLst>
              <a:path w="19289" h="12331">
                <a:moveTo>
                  <a:pt x="0" y="11801"/>
                </a:moveTo>
                <a:lnTo>
                  <a:pt x="0" y="529"/>
                </a:lnTo>
                <a:cubicBezTo>
                  <a:pt x="0" y="495"/>
                  <a:pt x="3" y="460"/>
                  <a:pt x="10" y="426"/>
                </a:cubicBezTo>
                <a:cubicBezTo>
                  <a:pt x="17" y="392"/>
                  <a:pt x="27" y="359"/>
                  <a:pt x="40" y="327"/>
                </a:cubicBezTo>
                <a:cubicBezTo>
                  <a:pt x="54" y="295"/>
                  <a:pt x="70" y="264"/>
                  <a:pt x="89" y="235"/>
                </a:cubicBezTo>
                <a:cubicBezTo>
                  <a:pt x="109" y="206"/>
                  <a:pt x="130" y="180"/>
                  <a:pt x="155" y="155"/>
                </a:cubicBezTo>
                <a:cubicBezTo>
                  <a:pt x="180" y="131"/>
                  <a:pt x="206" y="109"/>
                  <a:pt x="235" y="89"/>
                </a:cubicBezTo>
                <a:cubicBezTo>
                  <a:pt x="264" y="70"/>
                  <a:pt x="295" y="54"/>
                  <a:pt x="327" y="40"/>
                </a:cubicBezTo>
                <a:cubicBezTo>
                  <a:pt x="359" y="27"/>
                  <a:pt x="392" y="17"/>
                  <a:pt x="426" y="10"/>
                </a:cubicBezTo>
                <a:cubicBezTo>
                  <a:pt x="460" y="3"/>
                  <a:pt x="494" y="0"/>
                  <a:pt x="529" y="0"/>
                </a:cubicBezTo>
                <a:lnTo>
                  <a:pt x="18760" y="0"/>
                </a:lnTo>
                <a:cubicBezTo>
                  <a:pt x="18795" y="0"/>
                  <a:pt x="18829" y="3"/>
                  <a:pt x="18863" y="10"/>
                </a:cubicBezTo>
                <a:cubicBezTo>
                  <a:pt x="18897" y="17"/>
                  <a:pt x="18930" y="27"/>
                  <a:pt x="18962" y="40"/>
                </a:cubicBezTo>
                <a:cubicBezTo>
                  <a:pt x="18995" y="54"/>
                  <a:pt x="19025" y="70"/>
                  <a:pt x="19054" y="89"/>
                </a:cubicBezTo>
                <a:cubicBezTo>
                  <a:pt x="19083" y="109"/>
                  <a:pt x="19110" y="131"/>
                  <a:pt x="19134" y="155"/>
                </a:cubicBezTo>
                <a:cubicBezTo>
                  <a:pt x="19159" y="180"/>
                  <a:pt x="19181" y="206"/>
                  <a:pt x="19200" y="235"/>
                </a:cubicBezTo>
                <a:cubicBezTo>
                  <a:pt x="19219" y="264"/>
                  <a:pt x="19236" y="295"/>
                  <a:pt x="19249" y="327"/>
                </a:cubicBezTo>
                <a:cubicBezTo>
                  <a:pt x="19262" y="359"/>
                  <a:pt x="19272" y="392"/>
                  <a:pt x="19279" y="426"/>
                </a:cubicBezTo>
                <a:cubicBezTo>
                  <a:pt x="19286" y="460"/>
                  <a:pt x="19289" y="495"/>
                  <a:pt x="19289" y="529"/>
                </a:cubicBezTo>
                <a:lnTo>
                  <a:pt x="19289" y="11801"/>
                </a:lnTo>
                <a:cubicBezTo>
                  <a:pt x="19289" y="11836"/>
                  <a:pt x="19286" y="11871"/>
                  <a:pt x="19279" y="11905"/>
                </a:cubicBezTo>
                <a:cubicBezTo>
                  <a:pt x="19272" y="11939"/>
                  <a:pt x="19262" y="11972"/>
                  <a:pt x="19249" y="12004"/>
                </a:cubicBezTo>
                <a:cubicBezTo>
                  <a:pt x="19236" y="12036"/>
                  <a:pt x="19219" y="12067"/>
                  <a:pt x="19200" y="12095"/>
                </a:cubicBezTo>
                <a:cubicBezTo>
                  <a:pt x="19181" y="12124"/>
                  <a:pt x="19159" y="12151"/>
                  <a:pt x="19134" y="12176"/>
                </a:cubicBezTo>
                <a:cubicBezTo>
                  <a:pt x="19110" y="12200"/>
                  <a:pt x="19083" y="12222"/>
                  <a:pt x="19054" y="12241"/>
                </a:cubicBezTo>
                <a:cubicBezTo>
                  <a:pt x="19025" y="12261"/>
                  <a:pt x="18995" y="12277"/>
                  <a:pt x="18962" y="12290"/>
                </a:cubicBezTo>
                <a:cubicBezTo>
                  <a:pt x="18930" y="12304"/>
                  <a:pt x="18897" y="12314"/>
                  <a:pt x="18863" y="12320"/>
                </a:cubicBezTo>
                <a:cubicBezTo>
                  <a:pt x="18829" y="12327"/>
                  <a:pt x="18795" y="12331"/>
                  <a:pt x="18760" y="12331"/>
                </a:cubicBezTo>
                <a:lnTo>
                  <a:pt x="529" y="12331"/>
                </a:lnTo>
                <a:cubicBezTo>
                  <a:pt x="494" y="12331"/>
                  <a:pt x="460" y="12327"/>
                  <a:pt x="426" y="12320"/>
                </a:cubicBezTo>
                <a:cubicBezTo>
                  <a:pt x="392" y="12314"/>
                  <a:pt x="359" y="12304"/>
                  <a:pt x="327" y="12290"/>
                </a:cubicBezTo>
                <a:cubicBezTo>
                  <a:pt x="295" y="12277"/>
                  <a:pt x="264" y="12261"/>
                  <a:pt x="235" y="12241"/>
                </a:cubicBezTo>
                <a:cubicBezTo>
                  <a:pt x="206" y="12222"/>
                  <a:pt x="180" y="12200"/>
                  <a:pt x="155" y="12176"/>
                </a:cubicBezTo>
                <a:cubicBezTo>
                  <a:pt x="130" y="12151"/>
                  <a:pt x="109" y="12124"/>
                  <a:pt x="89" y="12095"/>
                </a:cubicBezTo>
                <a:cubicBezTo>
                  <a:pt x="70" y="12067"/>
                  <a:pt x="54" y="12036"/>
                  <a:pt x="40" y="12004"/>
                </a:cubicBezTo>
                <a:cubicBezTo>
                  <a:pt x="27" y="11972"/>
                  <a:pt x="17" y="11939"/>
                  <a:pt x="10" y="11905"/>
                </a:cubicBezTo>
                <a:cubicBezTo>
                  <a:pt x="3" y="11871"/>
                  <a:pt x="0" y="11836"/>
                  <a:pt x="0" y="11801"/>
                </a:cubicBezTo>
                <a:close/>
              </a:path>
            </a:pathLst>
          </a:custGeom>
          <a:solidFill>
            <a:srgbClr val="FFF4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8769600" y="3542760"/>
            <a:ext cx="837720" cy="965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600" b="0" u="none" strike="noStrike">
                <a:solidFill>
                  <a:srgbClr val="D97757"/>
                </a:solidFill>
                <a:effectLst/>
                <a:uFillTx/>
                <a:latin typeface="PretendardVariable"/>
                <a:ea typeface="PretendardVariable"/>
              </a:rPr>
              <a:t>→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2808080" y="2383560"/>
            <a:ext cx="690480" cy="43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30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여러분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11480760" y="2789640"/>
            <a:ext cx="4134600" cy="1533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05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한두 달</a:t>
            </a:r>
            <a:endParaRPr lang="en-US" sz="10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12579120" y="4806000"/>
            <a:ext cx="156888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800" b="1" u="none" strike="noStrike">
                <a:solidFill>
                  <a:srgbClr val="666469"/>
                </a:solidFill>
                <a:effectLst/>
                <a:uFillTx/>
                <a:latin typeface="PretendardVariable-Semi"/>
                <a:ea typeface="PretendardVariable-Semi"/>
              </a:rPr>
              <a:t>이미 클로드코드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12454560" y="5510880"/>
            <a:ext cx="184788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800" b="1" u="none" strike="noStrike">
                <a:solidFill>
                  <a:srgbClr val="666469"/>
                </a:solidFill>
                <a:effectLst/>
                <a:uFillTx/>
                <a:latin typeface="PretendardVariable-Semi"/>
                <a:ea typeface="PretendardVariable-Semi"/>
              </a:rPr>
              <a:t>완성된 시점에 시작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6848640" y="6991920"/>
            <a:ext cx="849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21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지피타쿠의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8055360" y="6983640"/>
            <a:ext cx="429120" cy="37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2</a:t>
            </a:r>
            <a:r>
              <a:rPr lang="ko-KR" sz="21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년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8442360" y="6991920"/>
            <a:ext cx="11260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21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이 여러분한텐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9942120" y="6983640"/>
            <a:ext cx="8276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21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한두 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0688760" y="6991920"/>
            <a:ext cx="501480" cy="35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21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이에요</a:t>
            </a:r>
            <a:r>
              <a:rPr lang="en-US" sz="21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7872120" y="7839720"/>
            <a:ext cx="1907280" cy="35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21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그래서 오늘 여기 왔어요</a:t>
            </a:r>
            <a:r>
              <a:rPr lang="en-US" sz="21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43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44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45" name=""/>
          <p:cNvSpPr/>
          <p:nvPr/>
        </p:nvSpPr>
        <p:spPr>
          <a:xfrm>
            <a:off x="4943160" y="2114280"/>
            <a:ext cx="8401680" cy="1076760"/>
          </a:xfrm>
          <a:custGeom>
            <a:avLst/>
            <a:gdLst/>
            <a:ahLst/>
            <a:rect l="0" t="0" r="r" b="b"/>
            <a:pathLst>
              <a:path w="23338" h="2991">
                <a:moveTo>
                  <a:pt x="0" y="2832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3179" y="0"/>
                </a:lnTo>
                <a:cubicBezTo>
                  <a:pt x="23189" y="0"/>
                  <a:pt x="23200" y="1"/>
                  <a:pt x="23210" y="3"/>
                </a:cubicBezTo>
                <a:cubicBezTo>
                  <a:pt x="23220" y="5"/>
                  <a:pt x="23230" y="8"/>
                  <a:pt x="23240" y="12"/>
                </a:cubicBezTo>
                <a:cubicBezTo>
                  <a:pt x="23249" y="16"/>
                  <a:pt x="23258" y="21"/>
                  <a:pt x="23267" y="27"/>
                </a:cubicBezTo>
                <a:cubicBezTo>
                  <a:pt x="23276" y="33"/>
                  <a:pt x="23284" y="39"/>
                  <a:pt x="23291" y="47"/>
                </a:cubicBezTo>
                <a:cubicBezTo>
                  <a:pt x="23298" y="54"/>
                  <a:pt x="23305" y="62"/>
                  <a:pt x="23311" y="71"/>
                </a:cubicBezTo>
                <a:cubicBezTo>
                  <a:pt x="23317" y="79"/>
                  <a:pt x="23322" y="89"/>
                  <a:pt x="23326" y="98"/>
                </a:cubicBezTo>
                <a:cubicBezTo>
                  <a:pt x="23330" y="108"/>
                  <a:pt x="23333" y="118"/>
                  <a:pt x="23335" y="128"/>
                </a:cubicBezTo>
                <a:cubicBezTo>
                  <a:pt x="23337" y="138"/>
                  <a:pt x="23338" y="149"/>
                  <a:pt x="23338" y="159"/>
                </a:cubicBezTo>
                <a:lnTo>
                  <a:pt x="23338" y="2832"/>
                </a:lnTo>
                <a:cubicBezTo>
                  <a:pt x="23338" y="2843"/>
                  <a:pt x="23337" y="2853"/>
                  <a:pt x="23335" y="2863"/>
                </a:cubicBezTo>
                <a:cubicBezTo>
                  <a:pt x="23333" y="2873"/>
                  <a:pt x="23330" y="2883"/>
                  <a:pt x="23326" y="2893"/>
                </a:cubicBezTo>
                <a:cubicBezTo>
                  <a:pt x="23322" y="2903"/>
                  <a:pt x="23317" y="2912"/>
                  <a:pt x="23311" y="2920"/>
                </a:cubicBezTo>
                <a:cubicBezTo>
                  <a:pt x="23305" y="2929"/>
                  <a:pt x="23298" y="2937"/>
                  <a:pt x="23291" y="2945"/>
                </a:cubicBezTo>
                <a:cubicBezTo>
                  <a:pt x="23284" y="2952"/>
                  <a:pt x="23276" y="2958"/>
                  <a:pt x="23267" y="2964"/>
                </a:cubicBezTo>
                <a:cubicBezTo>
                  <a:pt x="23258" y="2970"/>
                  <a:pt x="23249" y="2975"/>
                  <a:pt x="23240" y="2979"/>
                </a:cubicBezTo>
                <a:cubicBezTo>
                  <a:pt x="23230" y="2983"/>
                  <a:pt x="23220" y="2986"/>
                  <a:pt x="23210" y="2988"/>
                </a:cubicBezTo>
                <a:cubicBezTo>
                  <a:pt x="23200" y="2990"/>
                  <a:pt x="23189" y="2991"/>
                  <a:pt x="23179" y="2991"/>
                </a:cubicBezTo>
                <a:lnTo>
                  <a:pt x="159" y="2991"/>
                </a:lnTo>
                <a:cubicBezTo>
                  <a:pt x="149" y="2991"/>
                  <a:pt x="138" y="2990"/>
                  <a:pt x="128" y="2988"/>
                </a:cubicBezTo>
                <a:cubicBezTo>
                  <a:pt x="118" y="2986"/>
                  <a:pt x="108" y="2983"/>
                  <a:pt x="98" y="2979"/>
                </a:cubicBezTo>
                <a:cubicBezTo>
                  <a:pt x="89" y="2975"/>
                  <a:pt x="80" y="2970"/>
                  <a:pt x="71" y="2964"/>
                </a:cubicBezTo>
                <a:cubicBezTo>
                  <a:pt x="62" y="2958"/>
                  <a:pt x="54" y="2952"/>
                  <a:pt x="47" y="2945"/>
                </a:cubicBezTo>
                <a:cubicBezTo>
                  <a:pt x="39" y="2937"/>
                  <a:pt x="33" y="2929"/>
                  <a:pt x="27" y="2920"/>
                </a:cubicBezTo>
                <a:cubicBezTo>
                  <a:pt x="21" y="2912"/>
                  <a:pt x="16" y="2903"/>
                  <a:pt x="12" y="2893"/>
                </a:cubicBezTo>
                <a:cubicBezTo>
                  <a:pt x="8" y="2883"/>
                  <a:pt x="5" y="2873"/>
                  <a:pt x="3" y="2863"/>
                </a:cubicBezTo>
                <a:cubicBezTo>
                  <a:pt x="1" y="2853"/>
                  <a:pt x="0" y="2843"/>
                  <a:pt x="0" y="2832"/>
                </a:cubicBezTo>
                <a:close/>
              </a:path>
            </a:pathLst>
          </a:custGeom>
          <a:solidFill>
            <a:srgbClr val="D977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46" name=""/>
          <p:cNvSpPr/>
          <p:nvPr/>
        </p:nvSpPr>
        <p:spPr>
          <a:xfrm>
            <a:off x="919080" y="4100400"/>
            <a:ext cx="5324760" cy="2819520"/>
          </a:xfrm>
          <a:custGeom>
            <a:avLst/>
            <a:gdLst/>
            <a:ahLst/>
            <a:rect l="0" t="0" r="r" b="b"/>
            <a:pathLst>
              <a:path w="14791" h="7832">
                <a:moveTo>
                  <a:pt x="0" y="7581"/>
                </a:moveTo>
                <a:lnTo>
                  <a:pt x="0" y="251"/>
                </a:lnTo>
                <a:cubicBezTo>
                  <a:pt x="0" y="235"/>
                  <a:pt x="1" y="218"/>
                  <a:pt x="5" y="202"/>
                </a:cubicBezTo>
                <a:cubicBezTo>
                  <a:pt x="8" y="186"/>
                  <a:pt x="13" y="170"/>
                  <a:pt x="19" y="155"/>
                </a:cubicBezTo>
                <a:cubicBezTo>
                  <a:pt x="25" y="140"/>
                  <a:pt x="33" y="125"/>
                  <a:pt x="42" y="112"/>
                </a:cubicBezTo>
                <a:cubicBezTo>
                  <a:pt x="51" y="98"/>
                  <a:pt x="62" y="85"/>
                  <a:pt x="73" y="73"/>
                </a:cubicBezTo>
                <a:cubicBezTo>
                  <a:pt x="85" y="62"/>
                  <a:pt x="98" y="51"/>
                  <a:pt x="111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1"/>
                  <a:pt x="235" y="0"/>
                  <a:pt x="251" y="0"/>
                </a:cubicBezTo>
                <a:lnTo>
                  <a:pt x="14540" y="0"/>
                </a:lnTo>
                <a:cubicBezTo>
                  <a:pt x="14556" y="0"/>
                  <a:pt x="14572" y="1"/>
                  <a:pt x="14589" y="5"/>
                </a:cubicBezTo>
                <a:cubicBezTo>
                  <a:pt x="14605" y="8"/>
                  <a:pt x="14621" y="13"/>
                  <a:pt x="14636" y="19"/>
                </a:cubicBezTo>
                <a:cubicBezTo>
                  <a:pt x="14651" y="25"/>
                  <a:pt x="14666" y="33"/>
                  <a:pt x="14679" y="42"/>
                </a:cubicBezTo>
                <a:cubicBezTo>
                  <a:pt x="14693" y="51"/>
                  <a:pt x="14706" y="62"/>
                  <a:pt x="14717" y="73"/>
                </a:cubicBezTo>
                <a:cubicBezTo>
                  <a:pt x="14729" y="85"/>
                  <a:pt x="14739" y="98"/>
                  <a:pt x="14749" y="112"/>
                </a:cubicBezTo>
                <a:cubicBezTo>
                  <a:pt x="14758" y="125"/>
                  <a:pt x="14765" y="140"/>
                  <a:pt x="14772" y="155"/>
                </a:cubicBezTo>
                <a:cubicBezTo>
                  <a:pt x="14778" y="170"/>
                  <a:pt x="14783" y="186"/>
                  <a:pt x="14786" y="202"/>
                </a:cubicBezTo>
                <a:cubicBezTo>
                  <a:pt x="14789" y="218"/>
                  <a:pt x="14791" y="235"/>
                  <a:pt x="14791" y="251"/>
                </a:cubicBezTo>
                <a:lnTo>
                  <a:pt x="14791" y="7581"/>
                </a:lnTo>
                <a:cubicBezTo>
                  <a:pt x="14791" y="7598"/>
                  <a:pt x="14789" y="7614"/>
                  <a:pt x="14786" y="7630"/>
                </a:cubicBezTo>
                <a:cubicBezTo>
                  <a:pt x="14783" y="7646"/>
                  <a:pt x="14778" y="7662"/>
                  <a:pt x="14772" y="7677"/>
                </a:cubicBezTo>
                <a:cubicBezTo>
                  <a:pt x="14765" y="7693"/>
                  <a:pt x="14758" y="7707"/>
                  <a:pt x="14749" y="7721"/>
                </a:cubicBezTo>
                <a:cubicBezTo>
                  <a:pt x="14739" y="7734"/>
                  <a:pt x="14729" y="7747"/>
                  <a:pt x="14717" y="7759"/>
                </a:cubicBezTo>
                <a:cubicBezTo>
                  <a:pt x="14706" y="7771"/>
                  <a:pt x="14693" y="7781"/>
                  <a:pt x="14679" y="7790"/>
                </a:cubicBezTo>
                <a:cubicBezTo>
                  <a:pt x="14666" y="7799"/>
                  <a:pt x="14651" y="7807"/>
                  <a:pt x="14636" y="7813"/>
                </a:cubicBezTo>
                <a:cubicBezTo>
                  <a:pt x="14621" y="7820"/>
                  <a:pt x="14605" y="7824"/>
                  <a:pt x="14589" y="7828"/>
                </a:cubicBezTo>
                <a:cubicBezTo>
                  <a:pt x="14572" y="7831"/>
                  <a:pt x="14556" y="7832"/>
                  <a:pt x="14540" y="7832"/>
                </a:cubicBezTo>
                <a:lnTo>
                  <a:pt x="251" y="7832"/>
                </a:lnTo>
                <a:cubicBezTo>
                  <a:pt x="235" y="7832"/>
                  <a:pt x="218" y="7831"/>
                  <a:pt x="202" y="7828"/>
                </a:cubicBezTo>
                <a:cubicBezTo>
                  <a:pt x="186" y="7824"/>
                  <a:pt x="170" y="7820"/>
                  <a:pt x="155" y="7813"/>
                </a:cubicBezTo>
                <a:cubicBezTo>
                  <a:pt x="140" y="7807"/>
                  <a:pt x="125" y="7799"/>
                  <a:pt x="111" y="7790"/>
                </a:cubicBezTo>
                <a:cubicBezTo>
                  <a:pt x="98" y="7781"/>
                  <a:pt x="85" y="7771"/>
                  <a:pt x="73" y="7759"/>
                </a:cubicBezTo>
                <a:cubicBezTo>
                  <a:pt x="62" y="7747"/>
                  <a:pt x="51" y="7734"/>
                  <a:pt x="42" y="7721"/>
                </a:cubicBezTo>
                <a:cubicBezTo>
                  <a:pt x="33" y="7707"/>
                  <a:pt x="25" y="7693"/>
                  <a:pt x="19" y="7677"/>
                </a:cubicBezTo>
                <a:cubicBezTo>
                  <a:pt x="13" y="7662"/>
                  <a:pt x="8" y="7646"/>
                  <a:pt x="5" y="7630"/>
                </a:cubicBezTo>
                <a:cubicBezTo>
                  <a:pt x="1" y="7614"/>
                  <a:pt x="0" y="7598"/>
                  <a:pt x="0" y="758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47" name=""/>
          <p:cNvSpPr/>
          <p:nvPr/>
        </p:nvSpPr>
        <p:spPr>
          <a:xfrm>
            <a:off x="919080" y="4100400"/>
            <a:ext cx="5324760" cy="2819520"/>
          </a:xfrm>
          <a:custGeom>
            <a:avLst/>
            <a:gdLst/>
            <a:ahLst/>
            <a:rect l="0" t="0" r="r" b="b"/>
            <a:pathLst>
              <a:path w="14791" h="7832">
                <a:moveTo>
                  <a:pt x="0" y="7581"/>
                </a:moveTo>
                <a:lnTo>
                  <a:pt x="0" y="251"/>
                </a:lnTo>
                <a:cubicBezTo>
                  <a:pt x="0" y="235"/>
                  <a:pt x="1" y="218"/>
                  <a:pt x="5" y="202"/>
                </a:cubicBezTo>
                <a:cubicBezTo>
                  <a:pt x="8" y="186"/>
                  <a:pt x="13" y="170"/>
                  <a:pt x="19" y="155"/>
                </a:cubicBezTo>
                <a:cubicBezTo>
                  <a:pt x="25" y="140"/>
                  <a:pt x="33" y="125"/>
                  <a:pt x="42" y="112"/>
                </a:cubicBezTo>
                <a:cubicBezTo>
                  <a:pt x="51" y="98"/>
                  <a:pt x="62" y="85"/>
                  <a:pt x="73" y="73"/>
                </a:cubicBezTo>
                <a:cubicBezTo>
                  <a:pt x="85" y="62"/>
                  <a:pt x="98" y="51"/>
                  <a:pt x="111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1"/>
                  <a:pt x="235" y="0"/>
                  <a:pt x="251" y="0"/>
                </a:cubicBezTo>
                <a:lnTo>
                  <a:pt x="14540" y="0"/>
                </a:lnTo>
                <a:cubicBezTo>
                  <a:pt x="14556" y="0"/>
                  <a:pt x="14572" y="1"/>
                  <a:pt x="14589" y="5"/>
                </a:cubicBezTo>
                <a:cubicBezTo>
                  <a:pt x="14605" y="8"/>
                  <a:pt x="14621" y="13"/>
                  <a:pt x="14636" y="19"/>
                </a:cubicBezTo>
                <a:cubicBezTo>
                  <a:pt x="14651" y="25"/>
                  <a:pt x="14666" y="33"/>
                  <a:pt x="14679" y="42"/>
                </a:cubicBezTo>
                <a:cubicBezTo>
                  <a:pt x="14693" y="51"/>
                  <a:pt x="14706" y="62"/>
                  <a:pt x="14717" y="73"/>
                </a:cubicBezTo>
                <a:cubicBezTo>
                  <a:pt x="14729" y="85"/>
                  <a:pt x="14739" y="98"/>
                  <a:pt x="14749" y="112"/>
                </a:cubicBezTo>
                <a:cubicBezTo>
                  <a:pt x="14758" y="125"/>
                  <a:pt x="14765" y="140"/>
                  <a:pt x="14772" y="155"/>
                </a:cubicBezTo>
                <a:cubicBezTo>
                  <a:pt x="14778" y="170"/>
                  <a:pt x="14783" y="186"/>
                  <a:pt x="14786" y="202"/>
                </a:cubicBezTo>
                <a:cubicBezTo>
                  <a:pt x="14789" y="218"/>
                  <a:pt x="14791" y="235"/>
                  <a:pt x="14791" y="251"/>
                </a:cubicBezTo>
                <a:lnTo>
                  <a:pt x="14791" y="7581"/>
                </a:lnTo>
                <a:cubicBezTo>
                  <a:pt x="14791" y="7598"/>
                  <a:pt x="14789" y="7614"/>
                  <a:pt x="14786" y="7630"/>
                </a:cubicBezTo>
                <a:cubicBezTo>
                  <a:pt x="14783" y="7646"/>
                  <a:pt x="14778" y="7662"/>
                  <a:pt x="14772" y="7677"/>
                </a:cubicBezTo>
                <a:cubicBezTo>
                  <a:pt x="14765" y="7693"/>
                  <a:pt x="14758" y="7707"/>
                  <a:pt x="14749" y="7721"/>
                </a:cubicBezTo>
                <a:cubicBezTo>
                  <a:pt x="14739" y="7734"/>
                  <a:pt x="14729" y="7747"/>
                  <a:pt x="14717" y="7759"/>
                </a:cubicBezTo>
                <a:cubicBezTo>
                  <a:pt x="14706" y="7771"/>
                  <a:pt x="14693" y="7781"/>
                  <a:pt x="14679" y="7790"/>
                </a:cubicBezTo>
                <a:cubicBezTo>
                  <a:pt x="14666" y="7799"/>
                  <a:pt x="14651" y="7807"/>
                  <a:pt x="14636" y="7813"/>
                </a:cubicBezTo>
                <a:cubicBezTo>
                  <a:pt x="14621" y="7820"/>
                  <a:pt x="14605" y="7824"/>
                  <a:pt x="14589" y="7828"/>
                </a:cubicBezTo>
                <a:cubicBezTo>
                  <a:pt x="14572" y="7831"/>
                  <a:pt x="14556" y="7832"/>
                  <a:pt x="14540" y="7832"/>
                </a:cubicBezTo>
                <a:lnTo>
                  <a:pt x="251" y="7832"/>
                </a:lnTo>
                <a:cubicBezTo>
                  <a:pt x="235" y="7832"/>
                  <a:pt x="218" y="7831"/>
                  <a:pt x="202" y="7828"/>
                </a:cubicBezTo>
                <a:cubicBezTo>
                  <a:pt x="186" y="7824"/>
                  <a:pt x="170" y="7820"/>
                  <a:pt x="155" y="7813"/>
                </a:cubicBezTo>
                <a:cubicBezTo>
                  <a:pt x="140" y="7807"/>
                  <a:pt x="125" y="7799"/>
                  <a:pt x="111" y="7790"/>
                </a:cubicBezTo>
                <a:cubicBezTo>
                  <a:pt x="98" y="7781"/>
                  <a:pt x="85" y="7771"/>
                  <a:pt x="73" y="7759"/>
                </a:cubicBezTo>
                <a:cubicBezTo>
                  <a:pt x="62" y="7747"/>
                  <a:pt x="51" y="7734"/>
                  <a:pt x="42" y="7721"/>
                </a:cubicBezTo>
                <a:cubicBezTo>
                  <a:pt x="33" y="7707"/>
                  <a:pt x="25" y="7693"/>
                  <a:pt x="19" y="7677"/>
                </a:cubicBezTo>
                <a:cubicBezTo>
                  <a:pt x="13" y="7662"/>
                  <a:pt x="8" y="7646"/>
                  <a:pt x="5" y="7630"/>
                </a:cubicBezTo>
                <a:cubicBezTo>
                  <a:pt x="1" y="7614"/>
                  <a:pt x="0" y="7598"/>
                  <a:pt x="0" y="7581"/>
                </a:cubicBezTo>
                <a:close/>
              </a:path>
            </a:pathLst>
          </a:custGeom>
          <a:noFill/>
          <a:ln w="9360">
            <a:solidFill>
              <a:srgbClr val="E3E2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5079960" y="2030040"/>
            <a:ext cx="9137160" cy="965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6600" b="1" u="none" strike="noStrike">
                <a:solidFill>
                  <a:srgbClr val="FFFFFF"/>
                </a:solidFill>
                <a:effectLst/>
                <a:uFillTx/>
                <a:latin typeface="PretendardVariable-Semi"/>
                <a:ea typeface="PretendardVariable-Semi"/>
              </a:rPr>
              <a:t>클코대장의 치트키 압축본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3022560" y="4633200"/>
            <a:ext cx="103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666469"/>
                </a:solidFill>
                <a:effectLst/>
                <a:uFillTx/>
                <a:latin typeface="Menlo"/>
                <a:ea typeface="Menlo"/>
              </a:rPr>
              <a:t>SESSION 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2344680" y="5019120"/>
            <a:ext cx="3049200" cy="53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GPTaku Plugin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3017160" y="5729040"/>
            <a:ext cx="741960" cy="24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65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플러그인 소개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52" name=""/>
          <p:cNvSpPr/>
          <p:nvPr/>
        </p:nvSpPr>
        <p:spPr>
          <a:xfrm>
            <a:off x="6481440" y="4100400"/>
            <a:ext cx="5325120" cy="2819520"/>
          </a:xfrm>
          <a:custGeom>
            <a:avLst/>
            <a:gdLst/>
            <a:ahLst/>
            <a:rect l="0" t="0" r="r" b="b"/>
            <a:pathLst>
              <a:path w="14792" h="7832">
                <a:moveTo>
                  <a:pt x="0" y="7581"/>
                </a:moveTo>
                <a:lnTo>
                  <a:pt x="0" y="251"/>
                </a:lnTo>
                <a:cubicBezTo>
                  <a:pt x="0" y="235"/>
                  <a:pt x="2" y="218"/>
                  <a:pt x="5" y="202"/>
                </a:cubicBezTo>
                <a:cubicBezTo>
                  <a:pt x="8" y="186"/>
                  <a:pt x="13" y="170"/>
                  <a:pt x="20" y="155"/>
                </a:cubicBezTo>
                <a:cubicBezTo>
                  <a:pt x="26" y="140"/>
                  <a:pt x="34" y="125"/>
                  <a:pt x="43" y="112"/>
                </a:cubicBezTo>
                <a:cubicBezTo>
                  <a:pt x="52" y="98"/>
                  <a:pt x="62" y="85"/>
                  <a:pt x="74" y="73"/>
                </a:cubicBezTo>
                <a:cubicBezTo>
                  <a:pt x="86" y="62"/>
                  <a:pt x="98" y="51"/>
                  <a:pt x="112" y="42"/>
                </a:cubicBezTo>
                <a:cubicBezTo>
                  <a:pt x="126" y="33"/>
                  <a:pt x="140" y="25"/>
                  <a:pt x="156" y="19"/>
                </a:cubicBezTo>
                <a:cubicBezTo>
                  <a:pt x="171" y="13"/>
                  <a:pt x="187" y="8"/>
                  <a:pt x="203" y="5"/>
                </a:cubicBezTo>
                <a:cubicBezTo>
                  <a:pt x="219" y="1"/>
                  <a:pt x="235" y="0"/>
                  <a:pt x="252" y="0"/>
                </a:cubicBezTo>
                <a:lnTo>
                  <a:pt x="14540" y="0"/>
                </a:lnTo>
                <a:cubicBezTo>
                  <a:pt x="14557" y="0"/>
                  <a:pt x="14573" y="1"/>
                  <a:pt x="14589" y="5"/>
                </a:cubicBezTo>
                <a:cubicBezTo>
                  <a:pt x="14605" y="8"/>
                  <a:pt x="14621" y="13"/>
                  <a:pt x="14636" y="19"/>
                </a:cubicBezTo>
                <a:cubicBezTo>
                  <a:pt x="14652" y="25"/>
                  <a:pt x="14666" y="33"/>
                  <a:pt x="14680" y="42"/>
                </a:cubicBezTo>
                <a:cubicBezTo>
                  <a:pt x="14694" y="51"/>
                  <a:pt x="14706" y="62"/>
                  <a:pt x="14718" y="73"/>
                </a:cubicBezTo>
                <a:cubicBezTo>
                  <a:pt x="14730" y="85"/>
                  <a:pt x="14740" y="98"/>
                  <a:pt x="14749" y="112"/>
                </a:cubicBezTo>
                <a:cubicBezTo>
                  <a:pt x="14758" y="125"/>
                  <a:pt x="14766" y="140"/>
                  <a:pt x="14772" y="155"/>
                </a:cubicBezTo>
                <a:cubicBezTo>
                  <a:pt x="14779" y="170"/>
                  <a:pt x="14784" y="186"/>
                  <a:pt x="14787" y="202"/>
                </a:cubicBezTo>
                <a:cubicBezTo>
                  <a:pt x="14790" y="218"/>
                  <a:pt x="14792" y="235"/>
                  <a:pt x="14792" y="251"/>
                </a:cubicBezTo>
                <a:lnTo>
                  <a:pt x="14792" y="7581"/>
                </a:lnTo>
                <a:cubicBezTo>
                  <a:pt x="14792" y="7598"/>
                  <a:pt x="14790" y="7614"/>
                  <a:pt x="14787" y="7630"/>
                </a:cubicBezTo>
                <a:cubicBezTo>
                  <a:pt x="14784" y="7646"/>
                  <a:pt x="14779" y="7662"/>
                  <a:pt x="14772" y="7677"/>
                </a:cubicBezTo>
                <a:cubicBezTo>
                  <a:pt x="14766" y="7693"/>
                  <a:pt x="14758" y="7707"/>
                  <a:pt x="14749" y="7721"/>
                </a:cubicBezTo>
                <a:cubicBezTo>
                  <a:pt x="14740" y="7734"/>
                  <a:pt x="14730" y="7747"/>
                  <a:pt x="14718" y="7759"/>
                </a:cubicBezTo>
                <a:cubicBezTo>
                  <a:pt x="14706" y="7771"/>
                  <a:pt x="14694" y="7781"/>
                  <a:pt x="14680" y="7790"/>
                </a:cubicBezTo>
                <a:cubicBezTo>
                  <a:pt x="14666" y="7799"/>
                  <a:pt x="14652" y="7807"/>
                  <a:pt x="14636" y="7813"/>
                </a:cubicBezTo>
                <a:cubicBezTo>
                  <a:pt x="14621" y="7820"/>
                  <a:pt x="14605" y="7824"/>
                  <a:pt x="14589" y="7828"/>
                </a:cubicBezTo>
                <a:cubicBezTo>
                  <a:pt x="14573" y="7831"/>
                  <a:pt x="14557" y="7832"/>
                  <a:pt x="14540" y="7832"/>
                </a:cubicBezTo>
                <a:lnTo>
                  <a:pt x="252" y="7832"/>
                </a:lnTo>
                <a:cubicBezTo>
                  <a:pt x="235" y="7832"/>
                  <a:pt x="219" y="7831"/>
                  <a:pt x="203" y="7828"/>
                </a:cubicBezTo>
                <a:cubicBezTo>
                  <a:pt x="187" y="7824"/>
                  <a:pt x="171" y="7820"/>
                  <a:pt x="156" y="7813"/>
                </a:cubicBezTo>
                <a:cubicBezTo>
                  <a:pt x="140" y="7807"/>
                  <a:pt x="126" y="7799"/>
                  <a:pt x="112" y="7790"/>
                </a:cubicBezTo>
                <a:cubicBezTo>
                  <a:pt x="98" y="7781"/>
                  <a:pt x="86" y="7771"/>
                  <a:pt x="74" y="7759"/>
                </a:cubicBezTo>
                <a:cubicBezTo>
                  <a:pt x="62" y="7747"/>
                  <a:pt x="52" y="7734"/>
                  <a:pt x="43" y="7721"/>
                </a:cubicBezTo>
                <a:cubicBezTo>
                  <a:pt x="34" y="7707"/>
                  <a:pt x="26" y="7693"/>
                  <a:pt x="20" y="7677"/>
                </a:cubicBezTo>
                <a:cubicBezTo>
                  <a:pt x="13" y="7662"/>
                  <a:pt x="8" y="7646"/>
                  <a:pt x="5" y="7630"/>
                </a:cubicBezTo>
                <a:cubicBezTo>
                  <a:pt x="2" y="7614"/>
                  <a:pt x="0" y="7598"/>
                  <a:pt x="0" y="758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53" name=""/>
          <p:cNvSpPr/>
          <p:nvPr/>
        </p:nvSpPr>
        <p:spPr>
          <a:xfrm>
            <a:off x="6481440" y="4100400"/>
            <a:ext cx="5325120" cy="2819520"/>
          </a:xfrm>
          <a:custGeom>
            <a:avLst/>
            <a:gdLst/>
            <a:ahLst/>
            <a:rect l="0" t="0" r="r" b="b"/>
            <a:pathLst>
              <a:path w="14792" h="7832">
                <a:moveTo>
                  <a:pt x="0" y="7581"/>
                </a:moveTo>
                <a:lnTo>
                  <a:pt x="0" y="251"/>
                </a:lnTo>
                <a:cubicBezTo>
                  <a:pt x="0" y="235"/>
                  <a:pt x="2" y="218"/>
                  <a:pt x="5" y="202"/>
                </a:cubicBezTo>
                <a:cubicBezTo>
                  <a:pt x="8" y="186"/>
                  <a:pt x="13" y="170"/>
                  <a:pt x="20" y="155"/>
                </a:cubicBezTo>
                <a:cubicBezTo>
                  <a:pt x="26" y="140"/>
                  <a:pt x="34" y="125"/>
                  <a:pt x="43" y="112"/>
                </a:cubicBezTo>
                <a:cubicBezTo>
                  <a:pt x="52" y="98"/>
                  <a:pt x="62" y="85"/>
                  <a:pt x="74" y="73"/>
                </a:cubicBezTo>
                <a:cubicBezTo>
                  <a:pt x="86" y="62"/>
                  <a:pt x="98" y="51"/>
                  <a:pt x="112" y="42"/>
                </a:cubicBezTo>
                <a:cubicBezTo>
                  <a:pt x="126" y="33"/>
                  <a:pt x="140" y="25"/>
                  <a:pt x="156" y="19"/>
                </a:cubicBezTo>
                <a:cubicBezTo>
                  <a:pt x="171" y="13"/>
                  <a:pt x="187" y="8"/>
                  <a:pt x="203" y="5"/>
                </a:cubicBezTo>
                <a:cubicBezTo>
                  <a:pt x="219" y="1"/>
                  <a:pt x="235" y="0"/>
                  <a:pt x="252" y="0"/>
                </a:cubicBezTo>
                <a:lnTo>
                  <a:pt x="14540" y="0"/>
                </a:lnTo>
                <a:cubicBezTo>
                  <a:pt x="14557" y="0"/>
                  <a:pt x="14573" y="1"/>
                  <a:pt x="14589" y="5"/>
                </a:cubicBezTo>
                <a:cubicBezTo>
                  <a:pt x="14605" y="8"/>
                  <a:pt x="14621" y="13"/>
                  <a:pt x="14636" y="19"/>
                </a:cubicBezTo>
                <a:cubicBezTo>
                  <a:pt x="14652" y="25"/>
                  <a:pt x="14666" y="33"/>
                  <a:pt x="14680" y="42"/>
                </a:cubicBezTo>
                <a:cubicBezTo>
                  <a:pt x="14694" y="51"/>
                  <a:pt x="14706" y="62"/>
                  <a:pt x="14718" y="73"/>
                </a:cubicBezTo>
                <a:cubicBezTo>
                  <a:pt x="14730" y="85"/>
                  <a:pt x="14740" y="98"/>
                  <a:pt x="14749" y="112"/>
                </a:cubicBezTo>
                <a:cubicBezTo>
                  <a:pt x="14758" y="125"/>
                  <a:pt x="14766" y="140"/>
                  <a:pt x="14772" y="155"/>
                </a:cubicBezTo>
                <a:cubicBezTo>
                  <a:pt x="14779" y="170"/>
                  <a:pt x="14784" y="186"/>
                  <a:pt x="14787" y="202"/>
                </a:cubicBezTo>
                <a:cubicBezTo>
                  <a:pt x="14790" y="218"/>
                  <a:pt x="14792" y="235"/>
                  <a:pt x="14792" y="251"/>
                </a:cubicBezTo>
                <a:lnTo>
                  <a:pt x="14792" y="7581"/>
                </a:lnTo>
                <a:cubicBezTo>
                  <a:pt x="14792" y="7598"/>
                  <a:pt x="14790" y="7614"/>
                  <a:pt x="14787" y="7630"/>
                </a:cubicBezTo>
                <a:cubicBezTo>
                  <a:pt x="14784" y="7646"/>
                  <a:pt x="14779" y="7662"/>
                  <a:pt x="14772" y="7677"/>
                </a:cubicBezTo>
                <a:cubicBezTo>
                  <a:pt x="14766" y="7693"/>
                  <a:pt x="14758" y="7707"/>
                  <a:pt x="14749" y="7721"/>
                </a:cubicBezTo>
                <a:cubicBezTo>
                  <a:pt x="14740" y="7734"/>
                  <a:pt x="14730" y="7747"/>
                  <a:pt x="14718" y="7759"/>
                </a:cubicBezTo>
                <a:cubicBezTo>
                  <a:pt x="14706" y="7771"/>
                  <a:pt x="14694" y="7781"/>
                  <a:pt x="14680" y="7790"/>
                </a:cubicBezTo>
                <a:cubicBezTo>
                  <a:pt x="14666" y="7799"/>
                  <a:pt x="14652" y="7807"/>
                  <a:pt x="14636" y="7813"/>
                </a:cubicBezTo>
                <a:cubicBezTo>
                  <a:pt x="14621" y="7820"/>
                  <a:pt x="14605" y="7824"/>
                  <a:pt x="14589" y="7828"/>
                </a:cubicBezTo>
                <a:cubicBezTo>
                  <a:pt x="14573" y="7831"/>
                  <a:pt x="14557" y="7832"/>
                  <a:pt x="14540" y="7832"/>
                </a:cubicBezTo>
                <a:lnTo>
                  <a:pt x="252" y="7832"/>
                </a:lnTo>
                <a:cubicBezTo>
                  <a:pt x="235" y="7832"/>
                  <a:pt x="219" y="7831"/>
                  <a:pt x="203" y="7828"/>
                </a:cubicBezTo>
                <a:cubicBezTo>
                  <a:pt x="187" y="7824"/>
                  <a:pt x="171" y="7820"/>
                  <a:pt x="156" y="7813"/>
                </a:cubicBezTo>
                <a:cubicBezTo>
                  <a:pt x="140" y="7807"/>
                  <a:pt x="126" y="7799"/>
                  <a:pt x="112" y="7790"/>
                </a:cubicBezTo>
                <a:cubicBezTo>
                  <a:pt x="98" y="7781"/>
                  <a:pt x="86" y="7771"/>
                  <a:pt x="74" y="7759"/>
                </a:cubicBezTo>
                <a:cubicBezTo>
                  <a:pt x="62" y="7747"/>
                  <a:pt x="52" y="7734"/>
                  <a:pt x="43" y="7721"/>
                </a:cubicBezTo>
                <a:cubicBezTo>
                  <a:pt x="34" y="7707"/>
                  <a:pt x="26" y="7693"/>
                  <a:pt x="20" y="7677"/>
                </a:cubicBezTo>
                <a:cubicBezTo>
                  <a:pt x="13" y="7662"/>
                  <a:pt x="8" y="7646"/>
                  <a:pt x="5" y="7630"/>
                </a:cubicBezTo>
                <a:cubicBezTo>
                  <a:pt x="2" y="7614"/>
                  <a:pt x="0" y="7598"/>
                  <a:pt x="0" y="7581"/>
                </a:cubicBezTo>
                <a:close/>
              </a:path>
            </a:pathLst>
          </a:custGeom>
          <a:noFill/>
          <a:ln w="9360">
            <a:solidFill>
              <a:srgbClr val="E3E2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3276360" y="6184440"/>
            <a:ext cx="6174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D97757"/>
                </a:solidFill>
                <a:effectLst/>
                <a:uFillTx/>
                <a:latin typeface="Menlo"/>
                <a:ea typeface="Menlo"/>
              </a:rPr>
              <a:t>10 min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8584920" y="4633200"/>
            <a:ext cx="103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666469"/>
                </a:solidFill>
                <a:effectLst/>
                <a:uFillTx/>
                <a:latin typeface="Menlo"/>
                <a:ea typeface="Menlo"/>
              </a:rPr>
              <a:t>SESSION 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8268480" y="5019120"/>
            <a:ext cx="2112120" cy="53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Skill </a:t>
            </a:r>
            <a:r>
              <a:rPr lang="ko-KR" sz="30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만들기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8464320" y="5729040"/>
            <a:ext cx="979920" cy="24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65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커머스 검색 스킬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58" name=""/>
          <p:cNvSpPr/>
          <p:nvPr/>
        </p:nvSpPr>
        <p:spPr>
          <a:xfrm>
            <a:off x="12044160" y="4100400"/>
            <a:ext cx="5324760" cy="2819520"/>
          </a:xfrm>
          <a:custGeom>
            <a:avLst/>
            <a:gdLst/>
            <a:ahLst/>
            <a:rect l="0" t="0" r="r" b="b"/>
            <a:pathLst>
              <a:path w="14791" h="7832">
                <a:moveTo>
                  <a:pt x="0" y="7581"/>
                </a:moveTo>
                <a:lnTo>
                  <a:pt x="0" y="251"/>
                </a:lnTo>
                <a:cubicBezTo>
                  <a:pt x="0" y="235"/>
                  <a:pt x="2" y="218"/>
                  <a:pt x="5" y="202"/>
                </a:cubicBezTo>
                <a:cubicBezTo>
                  <a:pt x="8" y="186"/>
                  <a:pt x="13" y="170"/>
                  <a:pt x="19" y="155"/>
                </a:cubicBezTo>
                <a:cubicBezTo>
                  <a:pt x="26" y="140"/>
                  <a:pt x="33" y="125"/>
                  <a:pt x="42" y="112"/>
                </a:cubicBezTo>
                <a:cubicBezTo>
                  <a:pt x="52" y="98"/>
                  <a:pt x="62" y="85"/>
                  <a:pt x="74" y="73"/>
                </a:cubicBezTo>
                <a:cubicBezTo>
                  <a:pt x="85" y="62"/>
                  <a:pt x="98" y="51"/>
                  <a:pt x="112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9" y="1"/>
                  <a:pt x="235" y="0"/>
                  <a:pt x="251" y="0"/>
                </a:cubicBezTo>
                <a:lnTo>
                  <a:pt x="14540" y="0"/>
                </a:lnTo>
                <a:cubicBezTo>
                  <a:pt x="14556" y="0"/>
                  <a:pt x="14573" y="1"/>
                  <a:pt x="14589" y="5"/>
                </a:cubicBezTo>
                <a:cubicBezTo>
                  <a:pt x="14605" y="8"/>
                  <a:pt x="14621" y="13"/>
                  <a:pt x="14636" y="19"/>
                </a:cubicBezTo>
                <a:cubicBezTo>
                  <a:pt x="14651" y="25"/>
                  <a:pt x="14666" y="33"/>
                  <a:pt x="14680" y="42"/>
                </a:cubicBezTo>
                <a:cubicBezTo>
                  <a:pt x="14693" y="51"/>
                  <a:pt x="14706" y="62"/>
                  <a:pt x="14718" y="73"/>
                </a:cubicBezTo>
                <a:cubicBezTo>
                  <a:pt x="14729" y="85"/>
                  <a:pt x="14740" y="98"/>
                  <a:pt x="14749" y="112"/>
                </a:cubicBezTo>
                <a:cubicBezTo>
                  <a:pt x="14758" y="125"/>
                  <a:pt x="14766" y="140"/>
                  <a:pt x="14772" y="155"/>
                </a:cubicBezTo>
                <a:cubicBezTo>
                  <a:pt x="14778" y="170"/>
                  <a:pt x="14783" y="186"/>
                  <a:pt x="14786" y="202"/>
                </a:cubicBezTo>
                <a:cubicBezTo>
                  <a:pt x="14790" y="218"/>
                  <a:pt x="14791" y="235"/>
                  <a:pt x="14791" y="251"/>
                </a:cubicBezTo>
                <a:lnTo>
                  <a:pt x="14791" y="7581"/>
                </a:lnTo>
                <a:cubicBezTo>
                  <a:pt x="14791" y="7598"/>
                  <a:pt x="14790" y="7614"/>
                  <a:pt x="14786" y="7630"/>
                </a:cubicBezTo>
                <a:cubicBezTo>
                  <a:pt x="14783" y="7646"/>
                  <a:pt x="14778" y="7662"/>
                  <a:pt x="14772" y="7677"/>
                </a:cubicBezTo>
                <a:cubicBezTo>
                  <a:pt x="14766" y="7693"/>
                  <a:pt x="14758" y="7707"/>
                  <a:pt x="14749" y="7721"/>
                </a:cubicBezTo>
                <a:cubicBezTo>
                  <a:pt x="14740" y="7734"/>
                  <a:pt x="14729" y="7747"/>
                  <a:pt x="14718" y="7759"/>
                </a:cubicBezTo>
                <a:cubicBezTo>
                  <a:pt x="14706" y="7771"/>
                  <a:pt x="14693" y="7781"/>
                  <a:pt x="14680" y="7790"/>
                </a:cubicBezTo>
                <a:cubicBezTo>
                  <a:pt x="14666" y="7799"/>
                  <a:pt x="14651" y="7807"/>
                  <a:pt x="14636" y="7813"/>
                </a:cubicBezTo>
                <a:cubicBezTo>
                  <a:pt x="14621" y="7820"/>
                  <a:pt x="14605" y="7824"/>
                  <a:pt x="14589" y="7828"/>
                </a:cubicBezTo>
                <a:cubicBezTo>
                  <a:pt x="14573" y="7831"/>
                  <a:pt x="14556" y="7832"/>
                  <a:pt x="14540" y="7832"/>
                </a:cubicBezTo>
                <a:lnTo>
                  <a:pt x="251" y="7832"/>
                </a:lnTo>
                <a:cubicBezTo>
                  <a:pt x="235" y="7832"/>
                  <a:pt x="219" y="7831"/>
                  <a:pt x="202" y="7828"/>
                </a:cubicBezTo>
                <a:cubicBezTo>
                  <a:pt x="186" y="7824"/>
                  <a:pt x="170" y="7820"/>
                  <a:pt x="155" y="7813"/>
                </a:cubicBezTo>
                <a:cubicBezTo>
                  <a:pt x="140" y="7807"/>
                  <a:pt x="125" y="7799"/>
                  <a:pt x="112" y="7790"/>
                </a:cubicBezTo>
                <a:cubicBezTo>
                  <a:pt x="98" y="7781"/>
                  <a:pt x="85" y="7771"/>
                  <a:pt x="74" y="7759"/>
                </a:cubicBezTo>
                <a:cubicBezTo>
                  <a:pt x="62" y="7747"/>
                  <a:pt x="52" y="7734"/>
                  <a:pt x="42" y="7721"/>
                </a:cubicBezTo>
                <a:cubicBezTo>
                  <a:pt x="33" y="7707"/>
                  <a:pt x="26" y="7693"/>
                  <a:pt x="19" y="7677"/>
                </a:cubicBezTo>
                <a:cubicBezTo>
                  <a:pt x="13" y="7662"/>
                  <a:pt x="8" y="7646"/>
                  <a:pt x="5" y="7630"/>
                </a:cubicBezTo>
                <a:cubicBezTo>
                  <a:pt x="2" y="7614"/>
                  <a:pt x="0" y="7598"/>
                  <a:pt x="0" y="758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59" name=""/>
          <p:cNvSpPr/>
          <p:nvPr/>
        </p:nvSpPr>
        <p:spPr>
          <a:xfrm>
            <a:off x="12044160" y="4100400"/>
            <a:ext cx="5324760" cy="2819520"/>
          </a:xfrm>
          <a:custGeom>
            <a:avLst/>
            <a:gdLst/>
            <a:ahLst/>
            <a:rect l="0" t="0" r="r" b="b"/>
            <a:pathLst>
              <a:path w="14791" h="7832">
                <a:moveTo>
                  <a:pt x="0" y="7581"/>
                </a:moveTo>
                <a:lnTo>
                  <a:pt x="0" y="251"/>
                </a:lnTo>
                <a:cubicBezTo>
                  <a:pt x="0" y="235"/>
                  <a:pt x="2" y="218"/>
                  <a:pt x="5" y="202"/>
                </a:cubicBezTo>
                <a:cubicBezTo>
                  <a:pt x="8" y="186"/>
                  <a:pt x="13" y="170"/>
                  <a:pt x="19" y="155"/>
                </a:cubicBezTo>
                <a:cubicBezTo>
                  <a:pt x="26" y="140"/>
                  <a:pt x="33" y="125"/>
                  <a:pt x="42" y="112"/>
                </a:cubicBezTo>
                <a:cubicBezTo>
                  <a:pt x="52" y="98"/>
                  <a:pt x="62" y="85"/>
                  <a:pt x="74" y="73"/>
                </a:cubicBezTo>
                <a:cubicBezTo>
                  <a:pt x="85" y="62"/>
                  <a:pt x="98" y="51"/>
                  <a:pt x="112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9" y="1"/>
                  <a:pt x="235" y="0"/>
                  <a:pt x="251" y="0"/>
                </a:cubicBezTo>
                <a:lnTo>
                  <a:pt x="14540" y="0"/>
                </a:lnTo>
                <a:cubicBezTo>
                  <a:pt x="14556" y="0"/>
                  <a:pt x="14573" y="1"/>
                  <a:pt x="14589" y="5"/>
                </a:cubicBezTo>
                <a:cubicBezTo>
                  <a:pt x="14605" y="8"/>
                  <a:pt x="14621" y="13"/>
                  <a:pt x="14636" y="19"/>
                </a:cubicBezTo>
                <a:cubicBezTo>
                  <a:pt x="14651" y="25"/>
                  <a:pt x="14666" y="33"/>
                  <a:pt x="14680" y="42"/>
                </a:cubicBezTo>
                <a:cubicBezTo>
                  <a:pt x="14693" y="51"/>
                  <a:pt x="14706" y="62"/>
                  <a:pt x="14718" y="73"/>
                </a:cubicBezTo>
                <a:cubicBezTo>
                  <a:pt x="14729" y="85"/>
                  <a:pt x="14740" y="98"/>
                  <a:pt x="14749" y="112"/>
                </a:cubicBezTo>
                <a:cubicBezTo>
                  <a:pt x="14758" y="125"/>
                  <a:pt x="14766" y="140"/>
                  <a:pt x="14772" y="155"/>
                </a:cubicBezTo>
                <a:cubicBezTo>
                  <a:pt x="14778" y="170"/>
                  <a:pt x="14783" y="186"/>
                  <a:pt x="14786" y="202"/>
                </a:cubicBezTo>
                <a:cubicBezTo>
                  <a:pt x="14790" y="218"/>
                  <a:pt x="14791" y="235"/>
                  <a:pt x="14791" y="251"/>
                </a:cubicBezTo>
                <a:lnTo>
                  <a:pt x="14791" y="7581"/>
                </a:lnTo>
                <a:cubicBezTo>
                  <a:pt x="14791" y="7598"/>
                  <a:pt x="14790" y="7614"/>
                  <a:pt x="14786" y="7630"/>
                </a:cubicBezTo>
                <a:cubicBezTo>
                  <a:pt x="14783" y="7646"/>
                  <a:pt x="14778" y="7662"/>
                  <a:pt x="14772" y="7677"/>
                </a:cubicBezTo>
                <a:cubicBezTo>
                  <a:pt x="14766" y="7693"/>
                  <a:pt x="14758" y="7707"/>
                  <a:pt x="14749" y="7721"/>
                </a:cubicBezTo>
                <a:cubicBezTo>
                  <a:pt x="14740" y="7734"/>
                  <a:pt x="14729" y="7747"/>
                  <a:pt x="14718" y="7759"/>
                </a:cubicBezTo>
                <a:cubicBezTo>
                  <a:pt x="14706" y="7771"/>
                  <a:pt x="14693" y="7781"/>
                  <a:pt x="14680" y="7790"/>
                </a:cubicBezTo>
                <a:cubicBezTo>
                  <a:pt x="14666" y="7799"/>
                  <a:pt x="14651" y="7807"/>
                  <a:pt x="14636" y="7813"/>
                </a:cubicBezTo>
                <a:cubicBezTo>
                  <a:pt x="14621" y="7820"/>
                  <a:pt x="14605" y="7824"/>
                  <a:pt x="14589" y="7828"/>
                </a:cubicBezTo>
                <a:cubicBezTo>
                  <a:pt x="14573" y="7831"/>
                  <a:pt x="14556" y="7832"/>
                  <a:pt x="14540" y="7832"/>
                </a:cubicBezTo>
                <a:lnTo>
                  <a:pt x="251" y="7832"/>
                </a:lnTo>
                <a:cubicBezTo>
                  <a:pt x="235" y="7832"/>
                  <a:pt x="219" y="7831"/>
                  <a:pt x="202" y="7828"/>
                </a:cubicBezTo>
                <a:cubicBezTo>
                  <a:pt x="186" y="7824"/>
                  <a:pt x="170" y="7820"/>
                  <a:pt x="155" y="7813"/>
                </a:cubicBezTo>
                <a:cubicBezTo>
                  <a:pt x="140" y="7807"/>
                  <a:pt x="125" y="7799"/>
                  <a:pt x="112" y="7790"/>
                </a:cubicBezTo>
                <a:cubicBezTo>
                  <a:pt x="98" y="7781"/>
                  <a:pt x="85" y="7771"/>
                  <a:pt x="74" y="7759"/>
                </a:cubicBezTo>
                <a:cubicBezTo>
                  <a:pt x="62" y="7747"/>
                  <a:pt x="52" y="7734"/>
                  <a:pt x="42" y="7721"/>
                </a:cubicBezTo>
                <a:cubicBezTo>
                  <a:pt x="33" y="7707"/>
                  <a:pt x="26" y="7693"/>
                  <a:pt x="19" y="7677"/>
                </a:cubicBezTo>
                <a:cubicBezTo>
                  <a:pt x="13" y="7662"/>
                  <a:pt x="8" y="7646"/>
                  <a:pt x="5" y="7630"/>
                </a:cubicBezTo>
                <a:cubicBezTo>
                  <a:pt x="2" y="7614"/>
                  <a:pt x="0" y="7598"/>
                  <a:pt x="0" y="7581"/>
                </a:cubicBezTo>
                <a:close/>
              </a:path>
            </a:pathLst>
          </a:custGeom>
          <a:noFill/>
          <a:ln w="9360">
            <a:solidFill>
              <a:srgbClr val="E3E2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8839080" y="6184440"/>
            <a:ext cx="6174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D97757"/>
                </a:solidFill>
                <a:effectLst/>
                <a:uFillTx/>
                <a:latin typeface="Menlo"/>
                <a:ea typeface="Menlo"/>
              </a:rPr>
              <a:t>15 min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14147640" y="4633200"/>
            <a:ext cx="103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666469"/>
                </a:solidFill>
                <a:effectLst/>
                <a:uFillTx/>
                <a:latin typeface="Menlo"/>
                <a:ea typeface="Menlo"/>
              </a:rPr>
              <a:t>SESSION 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13578480" y="5019120"/>
            <a:ext cx="2752560" cy="53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Agent Teams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13743360" y="5729040"/>
            <a:ext cx="15444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kkirikkiri </a:t>
            </a:r>
            <a:r>
              <a:rPr lang="ko-KR" sz="165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트렌드 리포트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14401440" y="6184440"/>
            <a:ext cx="6174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D97757"/>
                </a:solidFill>
                <a:effectLst/>
                <a:uFillTx/>
                <a:latin typeface="Menlo"/>
                <a:ea typeface="Menlo"/>
              </a:rPr>
              <a:t>15 min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15359040" y="7666920"/>
            <a:ext cx="164088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225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자</a:t>
            </a:r>
            <a:r>
              <a:rPr lang="en-US" sz="225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, </a:t>
            </a:r>
            <a:r>
              <a:rPr lang="ko-KR" sz="225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바로 갑니다 →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67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68" name=""/>
          <p:cNvSpPr/>
          <p:nvPr/>
        </p:nvSpPr>
        <p:spPr>
          <a:xfrm>
            <a:off x="0" y="0"/>
            <a:ext cx="446760" cy="446760"/>
          </a:xfrm>
          <a:custGeom>
            <a:avLst/>
            <a:gdLst/>
            <a:ahLst/>
            <a:rect l="0" t="0" r="r" b="b"/>
            <a:pathLst>
              <a:path w="1241" h="1241">
                <a:moveTo>
                  <a:pt x="0" y="0"/>
                </a:moveTo>
                <a:lnTo>
                  <a:pt x="0" y="1241"/>
                </a:lnTo>
                <a:lnTo>
                  <a:pt x="1241" y="0"/>
                </a:lnTo>
                <a:lnTo>
                  <a:pt x="0" y="0"/>
                </a:lnTo>
                <a:close/>
              </a:path>
            </a:pathLst>
          </a:custGeom>
          <a:solidFill>
            <a:srgbClr val="D977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69" name=""/>
          <p:cNvSpPr/>
          <p:nvPr/>
        </p:nvSpPr>
        <p:spPr>
          <a:xfrm>
            <a:off x="0" y="0"/>
            <a:ext cx="893160" cy="893160"/>
          </a:xfrm>
          <a:custGeom>
            <a:avLst/>
            <a:gdLst/>
            <a:ahLst/>
            <a:rect l="0" t="0" r="r" b="b"/>
            <a:pathLst>
              <a:path w="2481" h="2481">
                <a:moveTo>
                  <a:pt x="1241" y="0"/>
                </a:moveTo>
                <a:lnTo>
                  <a:pt x="0" y="1241"/>
                </a:lnTo>
                <a:lnTo>
                  <a:pt x="0" y="2481"/>
                </a:lnTo>
                <a:lnTo>
                  <a:pt x="2481" y="0"/>
                </a:lnTo>
                <a:lnTo>
                  <a:pt x="1241" y="0"/>
                </a:lnTo>
                <a:close/>
              </a:path>
            </a:pathLst>
          </a:custGeom>
          <a:solidFill>
            <a:srgbClr val="DA78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70" name=""/>
          <p:cNvSpPr/>
          <p:nvPr/>
        </p:nvSpPr>
        <p:spPr>
          <a:xfrm>
            <a:off x="0" y="0"/>
            <a:ext cx="1339560" cy="1339560"/>
          </a:xfrm>
          <a:custGeom>
            <a:avLst/>
            <a:gdLst/>
            <a:ahLst/>
            <a:rect l="0" t="0" r="r" b="b"/>
            <a:pathLst>
              <a:path w="3721" h="3721">
                <a:moveTo>
                  <a:pt x="2481" y="0"/>
                </a:moveTo>
                <a:lnTo>
                  <a:pt x="0" y="2481"/>
                </a:lnTo>
                <a:lnTo>
                  <a:pt x="0" y="3721"/>
                </a:lnTo>
                <a:lnTo>
                  <a:pt x="3721" y="0"/>
                </a:lnTo>
                <a:lnTo>
                  <a:pt x="2481" y="0"/>
                </a:lnTo>
                <a:close/>
              </a:path>
            </a:pathLst>
          </a:custGeom>
          <a:solidFill>
            <a:srgbClr val="DA79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71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721" y="0"/>
                </a:moveTo>
                <a:lnTo>
                  <a:pt x="0" y="3721"/>
                </a:lnTo>
                <a:lnTo>
                  <a:pt x="0" y="4961"/>
                </a:lnTo>
                <a:lnTo>
                  <a:pt x="4961" y="0"/>
                </a:lnTo>
                <a:lnTo>
                  <a:pt x="3721" y="0"/>
                </a:lnTo>
                <a:close/>
              </a:path>
            </a:pathLst>
          </a:custGeom>
          <a:solidFill>
            <a:srgbClr val="DA7A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72" name=""/>
          <p:cNvSpPr/>
          <p:nvPr/>
        </p:nvSpPr>
        <p:spPr>
          <a:xfrm>
            <a:off x="0" y="0"/>
            <a:ext cx="2232720" cy="2232720"/>
          </a:xfrm>
          <a:custGeom>
            <a:avLst/>
            <a:gdLst/>
            <a:ahLst/>
            <a:rect l="0" t="0" r="r" b="b"/>
            <a:pathLst>
              <a:path w="6202" h="6202">
                <a:moveTo>
                  <a:pt x="4961" y="0"/>
                </a:moveTo>
                <a:lnTo>
                  <a:pt x="0" y="4961"/>
                </a:lnTo>
                <a:lnTo>
                  <a:pt x="0" y="6202"/>
                </a:lnTo>
                <a:lnTo>
                  <a:pt x="6202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DB7B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73" name=""/>
          <p:cNvSpPr/>
          <p:nvPr/>
        </p:nvSpPr>
        <p:spPr>
          <a:xfrm>
            <a:off x="0" y="0"/>
            <a:ext cx="2679120" cy="2679120"/>
          </a:xfrm>
          <a:custGeom>
            <a:avLst/>
            <a:gdLst/>
            <a:ahLst/>
            <a:rect l="0" t="0" r="r" b="b"/>
            <a:pathLst>
              <a:path w="7442" h="7442">
                <a:moveTo>
                  <a:pt x="6202" y="0"/>
                </a:moveTo>
                <a:lnTo>
                  <a:pt x="0" y="6202"/>
                </a:lnTo>
                <a:lnTo>
                  <a:pt x="0" y="7442"/>
                </a:lnTo>
                <a:lnTo>
                  <a:pt x="7442" y="0"/>
                </a:lnTo>
                <a:lnTo>
                  <a:pt x="6202" y="0"/>
                </a:lnTo>
                <a:close/>
              </a:path>
            </a:pathLst>
          </a:custGeom>
          <a:solidFill>
            <a:srgbClr val="DB7C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74" name=""/>
          <p:cNvSpPr/>
          <p:nvPr/>
        </p:nvSpPr>
        <p:spPr>
          <a:xfrm>
            <a:off x="0" y="0"/>
            <a:ext cx="3125520" cy="3125520"/>
          </a:xfrm>
          <a:custGeom>
            <a:avLst/>
            <a:gdLst/>
            <a:ahLst/>
            <a:rect l="0" t="0" r="r" b="b"/>
            <a:pathLst>
              <a:path w="8682" h="8682">
                <a:moveTo>
                  <a:pt x="7442" y="0"/>
                </a:moveTo>
                <a:lnTo>
                  <a:pt x="0" y="7442"/>
                </a:lnTo>
                <a:lnTo>
                  <a:pt x="0" y="8682"/>
                </a:lnTo>
                <a:lnTo>
                  <a:pt x="8682" y="0"/>
                </a:lnTo>
                <a:lnTo>
                  <a:pt x="7442" y="0"/>
                </a:lnTo>
                <a:close/>
              </a:path>
            </a:pathLst>
          </a:custGeom>
          <a:solidFill>
            <a:srgbClr val="DC7D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75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682" y="0"/>
                </a:moveTo>
                <a:lnTo>
                  <a:pt x="0" y="8682"/>
                </a:lnTo>
                <a:lnTo>
                  <a:pt x="0" y="9922"/>
                </a:lnTo>
                <a:lnTo>
                  <a:pt x="9922" y="0"/>
                </a:lnTo>
                <a:lnTo>
                  <a:pt x="8682" y="0"/>
                </a:lnTo>
                <a:close/>
              </a:path>
            </a:pathLst>
          </a:custGeom>
          <a:solidFill>
            <a:srgbClr val="DC7E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76" name=""/>
          <p:cNvSpPr/>
          <p:nvPr/>
        </p:nvSpPr>
        <p:spPr>
          <a:xfrm>
            <a:off x="0" y="0"/>
            <a:ext cx="4018680" cy="4018680"/>
          </a:xfrm>
          <a:custGeom>
            <a:avLst/>
            <a:gdLst/>
            <a:ahLst/>
            <a:rect l="0" t="0" r="r" b="b"/>
            <a:pathLst>
              <a:path w="11163" h="11163">
                <a:moveTo>
                  <a:pt x="9922" y="0"/>
                </a:moveTo>
                <a:lnTo>
                  <a:pt x="0" y="9922"/>
                </a:lnTo>
                <a:lnTo>
                  <a:pt x="0" y="11163"/>
                </a:lnTo>
                <a:lnTo>
                  <a:pt x="11163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DC7F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77" name=""/>
          <p:cNvSpPr/>
          <p:nvPr/>
        </p:nvSpPr>
        <p:spPr>
          <a:xfrm>
            <a:off x="0" y="0"/>
            <a:ext cx="4465080" cy="4465080"/>
          </a:xfrm>
          <a:custGeom>
            <a:avLst/>
            <a:gdLst/>
            <a:ahLst/>
            <a:rect l="0" t="0" r="r" b="b"/>
            <a:pathLst>
              <a:path w="12403" h="12403">
                <a:moveTo>
                  <a:pt x="11163" y="0"/>
                </a:moveTo>
                <a:lnTo>
                  <a:pt x="0" y="11163"/>
                </a:lnTo>
                <a:lnTo>
                  <a:pt x="0" y="12403"/>
                </a:lnTo>
                <a:lnTo>
                  <a:pt x="12403" y="0"/>
                </a:lnTo>
                <a:lnTo>
                  <a:pt x="11163" y="0"/>
                </a:lnTo>
                <a:close/>
              </a:path>
            </a:pathLst>
          </a:custGeom>
          <a:solidFill>
            <a:srgbClr val="DD80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78" name=""/>
          <p:cNvSpPr/>
          <p:nvPr/>
        </p:nvSpPr>
        <p:spPr>
          <a:xfrm>
            <a:off x="0" y="0"/>
            <a:ext cx="4911480" cy="4911480"/>
          </a:xfrm>
          <a:custGeom>
            <a:avLst/>
            <a:gdLst/>
            <a:ahLst/>
            <a:rect l="0" t="0" r="r" b="b"/>
            <a:pathLst>
              <a:path w="13643" h="13643">
                <a:moveTo>
                  <a:pt x="12403" y="0"/>
                </a:moveTo>
                <a:lnTo>
                  <a:pt x="0" y="12403"/>
                </a:lnTo>
                <a:lnTo>
                  <a:pt x="0" y="13643"/>
                </a:lnTo>
                <a:lnTo>
                  <a:pt x="13643" y="0"/>
                </a:lnTo>
                <a:lnTo>
                  <a:pt x="12403" y="0"/>
                </a:lnTo>
                <a:close/>
              </a:path>
            </a:pathLst>
          </a:custGeom>
          <a:solidFill>
            <a:srgbClr val="DD816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79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643" y="0"/>
                </a:moveTo>
                <a:lnTo>
                  <a:pt x="0" y="13643"/>
                </a:lnTo>
                <a:lnTo>
                  <a:pt x="0" y="14883"/>
                </a:lnTo>
                <a:lnTo>
                  <a:pt x="14883" y="0"/>
                </a:lnTo>
                <a:lnTo>
                  <a:pt x="13643" y="0"/>
                </a:lnTo>
                <a:close/>
              </a:path>
            </a:pathLst>
          </a:custGeom>
          <a:solidFill>
            <a:srgbClr val="DE826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80" name=""/>
          <p:cNvSpPr/>
          <p:nvPr/>
        </p:nvSpPr>
        <p:spPr>
          <a:xfrm>
            <a:off x="0" y="0"/>
            <a:ext cx="5804640" cy="5804640"/>
          </a:xfrm>
          <a:custGeom>
            <a:avLst/>
            <a:gdLst/>
            <a:ahLst/>
            <a:rect l="0" t="0" r="r" b="b"/>
            <a:pathLst>
              <a:path w="16124" h="16124">
                <a:moveTo>
                  <a:pt x="14883" y="0"/>
                </a:moveTo>
                <a:lnTo>
                  <a:pt x="0" y="14883"/>
                </a:lnTo>
                <a:lnTo>
                  <a:pt x="0" y="16124"/>
                </a:lnTo>
                <a:lnTo>
                  <a:pt x="16124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DE836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81" name=""/>
          <p:cNvSpPr/>
          <p:nvPr/>
        </p:nvSpPr>
        <p:spPr>
          <a:xfrm>
            <a:off x="0" y="0"/>
            <a:ext cx="6251040" cy="6251040"/>
          </a:xfrm>
          <a:custGeom>
            <a:avLst/>
            <a:gdLst/>
            <a:ahLst/>
            <a:rect l="0" t="0" r="r" b="b"/>
            <a:pathLst>
              <a:path w="17364" h="17364">
                <a:moveTo>
                  <a:pt x="16124" y="0"/>
                </a:moveTo>
                <a:lnTo>
                  <a:pt x="0" y="16124"/>
                </a:lnTo>
                <a:lnTo>
                  <a:pt x="0" y="17364"/>
                </a:lnTo>
                <a:lnTo>
                  <a:pt x="17364" y="0"/>
                </a:lnTo>
                <a:lnTo>
                  <a:pt x="16124" y="0"/>
                </a:lnTo>
                <a:close/>
              </a:path>
            </a:pathLst>
          </a:custGeom>
          <a:solidFill>
            <a:srgbClr val="DE836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82" name=""/>
          <p:cNvSpPr/>
          <p:nvPr/>
        </p:nvSpPr>
        <p:spPr>
          <a:xfrm>
            <a:off x="0" y="0"/>
            <a:ext cx="6697440" cy="6697440"/>
          </a:xfrm>
          <a:custGeom>
            <a:avLst/>
            <a:gdLst/>
            <a:ahLst/>
            <a:rect l="0" t="0" r="r" b="b"/>
            <a:pathLst>
              <a:path w="18604" h="18604">
                <a:moveTo>
                  <a:pt x="17364" y="0"/>
                </a:moveTo>
                <a:lnTo>
                  <a:pt x="0" y="17364"/>
                </a:lnTo>
                <a:lnTo>
                  <a:pt x="0" y="18604"/>
                </a:lnTo>
                <a:lnTo>
                  <a:pt x="18604" y="0"/>
                </a:lnTo>
                <a:lnTo>
                  <a:pt x="17364" y="0"/>
                </a:lnTo>
                <a:close/>
              </a:path>
            </a:pathLst>
          </a:custGeom>
          <a:solidFill>
            <a:srgbClr val="DF846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83" name=""/>
          <p:cNvSpPr/>
          <p:nvPr/>
        </p:nvSpPr>
        <p:spPr>
          <a:xfrm>
            <a:off x="0" y="0"/>
            <a:ext cx="7143840" cy="7143840"/>
          </a:xfrm>
          <a:custGeom>
            <a:avLst/>
            <a:gdLst/>
            <a:ahLst/>
            <a:rect l="0" t="0" r="r" b="b"/>
            <a:pathLst>
              <a:path w="19844" h="19844">
                <a:moveTo>
                  <a:pt x="18604" y="0"/>
                </a:moveTo>
                <a:lnTo>
                  <a:pt x="0" y="18604"/>
                </a:lnTo>
                <a:lnTo>
                  <a:pt x="0" y="19844"/>
                </a:lnTo>
                <a:lnTo>
                  <a:pt x="19844" y="0"/>
                </a:lnTo>
                <a:lnTo>
                  <a:pt x="18604" y="0"/>
                </a:lnTo>
                <a:close/>
              </a:path>
            </a:pathLst>
          </a:custGeom>
          <a:solidFill>
            <a:srgbClr val="DF856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84" name=""/>
          <p:cNvSpPr/>
          <p:nvPr/>
        </p:nvSpPr>
        <p:spPr>
          <a:xfrm>
            <a:off x="0" y="0"/>
            <a:ext cx="7590240" cy="7590240"/>
          </a:xfrm>
          <a:custGeom>
            <a:avLst/>
            <a:gdLst/>
            <a:ahLst/>
            <a:rect l="0" t="0" r="r" b="b"/>
            <a:pathLst>
              <a:path w="21084" h="21084">
                <a:moveTo>
                  <a:pt x="19844" y="0"/>
                </a:moveTo>
                <a:lnTo>
                  <a:pt x="0" y="19844"/>
                </a:lnTo>
                <a:lnTo>
                  <a:pt x="0" y="21084"/>
                </a:lnTo>
                <a:lnTo>
                  <a:pt x="21084" y="0"/>
                </a:lnTo>
                <a:lnTo>
                  <a:pt x="19844" y="0"/>
                </a:lnTo>
                <a:close/>
              </a:path>
            </a:pathLst>
          </a:custGeom>
          <a:solidFill>
            <a:srgbClr val="E0866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85" name=""/>
          <p:cNvSpPr/>
          <p:nvPr/>
        </p:nvSpPr>
        <p:spPr>
          <a:xfrm>
            <a:off x="0" y="0"/>
            <a:ext cx="8037000" cy="8037000"/>
          </a:xfrm>
          <a:custGeom>
            <a:avLst/>
            <a:gdLst/>
            <a:ahLst/>
            <a:rect l="0" t="0" r="r" b="b"/>
            <a:pathLst>
              <a:path w="22325" h="22325">
                <a:moveTo>
                  <a:pt x="21084" y="0"/>
                </a:moveTo>
                <a:lnTo>
                  <a:pt x="0" y="21084"/>
                </a:lnTo>
                <a:lnTo>
                  <a:pt x="0" y="22325"/>
                </a:lnTo>
                <a:lnTo>
                  <a:pt x="22325" y="0"/>
                </a:lnTo>
                <a:lnTo>
                  <a:pt x="21084" y="0"/>
                </a:lnTo>
                <a:close/>
              </a:path>
            </a:pathLst>
          </a:custGeom>
          <a:solidFill>
            <a:srgbClr val="E087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186" name=""/>
          <p:cNvSpPr/>
          <p:nvPr/>
        </p:nvSpPr>
        <p:spPr>
          <a:xfrm>
            <a:off x="0" y="0"/>
            <a:ext cx="8483400" cy="8483400"/>
          </a:xfrm>
          <a:custGeom>
            <a:avLst/>
            <a:gdLst/>
            <a:ahLst/>
            <a:rect l="0" t="0" r="r" b="b"/>
            <a:pathLst>
              <a:path w="23565" h="23565">
                <a:moveTo>
                  <a:pt x="22325" y="0"/>
                </a:moveTo>
                <a:lnTo>
                  <a:pt x="0" y="22325"/>
                </a:lnTo>
                <a:lnTo>
                  <a:pt x="0" y="23565"/>
                </a:lnTo>
                <a:lnTo>
                  <a:pt x="23565" y="0"/>
                </a:lnTo>
                <a:lnTo>
                  <a:pt x="22325" y="0"/>
                </a:lnTo>
                <a:close/>
              </a:path>
            </a:pathLst>
          </a:custGeom>
          <a:solidFill>
            <a:srgbClr val="E188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87" name=""/>
          <p:cNvSpPr/>
          <p:nvPr/>
        </p:nvSpPr>
        <p:spPr>
          <a:xfrm>
            <a:off x="0" y="0"/>
            <a:ext cx="8929800" cy="8929800"/>
          </a:xfrm>
          <a:custGeom>
            <a:avLst/>
            <a:gdLst/>
            <a:ahLst/>
            <a:rect l="0" t="0" r="r" b="b"/>
            <a:pathLst>
              <a:path w="24805" h="24805">
                <a:moveTo>
                  <a:pt x="23565" y="0"/>
                </a:moveTo>
                <a:lnTo>
                  <a:pt x="0" y="23565"/>
                </a:lnTo>
                <a:lnTo>
                  <a:pt x="0" y="24805"/>
                </a:lnTo>
                <a:lnTo>
                  <a:pt x="24805" y="0"/>
                </a:lnTo>
                <a:lnTo>
                  <a:pt x="23565" y="0"/>
                </a:lnTo>
                <a:close/>
              </a:path>
            </a:pathLst>
          </a:custGeom>
          <a:solidFill>
            <a:srgbClr val="E1896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88" name=""/>
          <p:cNvSpPr/>
          <p:nvPr/>
        </p:nvSpPr>
        <p:spPr>
          <a:xfrm>
            <a:off x="0" y="0"/>
            <a:ext cx="9376200" cy="9376200"/>
          </a:xfrm>
          <a:custGeom>
            <a:avLst/>
            <a:gdLst/>
            <a:ahLst/>
            <a:rect l="0" t="0" r="r" b="b"/>
            <a:pathLst>
              <a:path w="26045" h="26045">
                <a:moveTo>
                  <a:pt x="24805" y="0"/>
                </a:moveTo>
                <a:lnTo>
                  <a:pt x="0" y="24805"/>
                </a:lnTo>
                <a:lnTo>
                  <a:pt x="0" y="26045"/>
                </a:lnTo>
                <a:lnTo>
                  <a:pt x="26045" y="0"/>
                </a:lnTo>
                <a:lnTo>
                  <a:pt x="24805" y="0"/>
                </a:lnTo>
                <a:close/>
              </a:path>
            </a:pathLst>
          </a:custGeom>
          <a:solidFill>
            <a:srgbClr val="E18A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89" name=""/>
          <p:cNvSpPr/>
          <p:nvPr/>
        </p:nvSpPr>
        <p:spPr>
          <a:xfrm>
            <a:off x="0" y="0"/>
            <a:ext cx="9822960" cy="9822960"/>
          </a:xfrm>
          <a:custGeom>
            <a:avLst/>
            <a:gdLst/>
            <a:ahLst/>
            <a:rect l="0" t="0" r="r" b="b"/>
            <a:pathLst>
              <a:path w="27286" h="27286">
                <a:moveTo>
                  <a:pt x="26045" y="0"/>
                </a:moveTo>
                <a:lnTo>
                  <a:pt x="0" y="26045"/>
                </a:lnTo>
                <a:lnTo>
                  <a:pt x="0" y="27286"/>
                </a:lnTo>
                <a:lnTo>
                  <a:pt x="27286" y="0"/>
                </a:lnTo>
                <a:lnTo>
                  <a:pt x="26045" y="0"/>
                </a:lnTo>
                <a:close/>
              </a:path>
            </a:pathLst>
          </a:custGeom>
          <a:solidFill>
            <a:srgbClr val="E28B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90" name=""/>
          <p:cNvSpPr/>
          <p:nvPr/>
        </p:nvSpPr>
        <p:spPr>
          <a:xfrm>
            <a:off x="0" y="0"/>
            <a:ext cx="10269360" cy="10269360"/>
          </a:xfrm>
          <a:custGeom>
            <a:avLst/>
            <a:gdLst/>
            <a:ahLst/>
            <a:rect l="0" t="0" r="r" b="b"/>
            <a:pathLst>
              <a:path w="28526" h="28526">
                <a:moveTo>
                  <a:pt x="27286" y="0"/>
                </a:moveTo>
                <a:lnTo>
                  <a:pt x="0" y="27286"/>
                </a:lnTo>
                <a:lnTo>
                  <a:pt x="0" y="28526"/>
                </a:lnTo>
                <a:lnTo>
                  <a:pt x="28526" y="0"/>
                </a:lnTo>
                <a:lnTo>
                  <a:pt x="27286" y="0"/>
                </a:lnTo>
                <a:close/>
              </a:path>
            </a:pathLst>
          </a:custGeom>
          <a:solidFill>
            <a:srgbClr val="E28C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91" name="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rect l="0" t="0" r="r" b="b"/>
            <a:pathLst>
              <a:path w="28575" h="28575">
                <a:moveTo>
                  <a:pt x="28526" y="0"/>
                </a:moveTo>
                <a:lnTo>
                  <a:pt x="0" y="28526"/>
                </a:lnTo>
                <a:lnTo>
                  <a:pt x="0" y="28575"/>
                </a:lnTo>
                <a:lnTo>
                  <a:pt x="28575" y="0"/>
                </a:lnTo>
                <a:lnTo>
                  <a:pt x="28526" y="0"/>
                </a:lnTo>
                <a:close/>
              </a:path>
            </a:pathLst>
          </a:custGeom>
          <a:solidFill>
            <a:srgbClr val="E38D6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92" name=""/>
          <p:cNvSpPr/>
          <p:nvPr/>
        </p:nvSpPr>
        <p:spPr>
          <a:xfrm>
            <a:off x="0" y="0"/>
            <a:ext cx="10715760" cy="10287000"/>
          </a:xfrm>
          <a:custGeom>
            <a:avLst/>
            <a:gdLst/>
            <a:ahLst/>
            <a:rect l="0" t="0" r="r" b="b"/>
            <a:pathLst>
              <a:path w="29766" h="28575">
                <a:moveTo>
                  <a:pt x="28575" y="0"/>
                </a:moveTo>
                <a:lnTo>
                  <a:pt x="0" y="28575"/>
                </a:lnTo>
                <a:lnTo>
                  <a:pt x="1190" y="28575"/>
                </a:lnTo>
                <a:lnTo>
                  <a:pt x="29766" y="0"/>
                </a:lnTo>
                <a:lnTo>
                  <a:pt x="28575" y="0"/>
                </a:lnTo>
                <a:close/>
              </a:path>
            </a:pathLst>
          </a:custGeom>
          <a:solidFill>
            <a:srgbClr val="E38D6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93" name=""/>
          <p:cNvSpPr/>
          <p:nvPr/>
        </p:nvSpPr>
        <p:spPr>
          <a:xfrm>
            <a:off x="428400" y="0"/>
            <a:ext cx="10733760" cy="10287000"/>
          </a:xfrm>
          <a:custGeom>
            <a:avLst/>
            <a:gdLst/>
            <a:ahLst/>
            <a:rect l="0" t="0" r="r" b="b"/>
            <a:pathLst>
              <a:path w="29816" h="28575">
                <a:moveTo>
                  <a:pt x="28576" y="0"/>
                </a:moveTo>
                <a:lnTo>
                  <a:pt x="0" y="28575"/>
                </a:lnTo>
                <a:lnTo>
                  <a:pt x="1240" y="28575"/>
                </a:lnTo>
                <a:lnTo>
                  <a:pt x="29816" y="0"/>
                </a:lnTo>
                <a:lnTo>
                  <a:pt x="28576" y="0"/>
                </a:lnTo>
                <a:close/>
              </a:path>
            </a:pathLst>
          </a:custGeom>
          <a:solidFill>
            <a:srgbClr val="E38E6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94" name=""/>
          <p:cNvSpPr/>
          <p:nvPr/>
        </p:nvSpPr>
        <p:spPr>
          <a:xfrm>
            <a:off x="874800" y="0"/>
            <a:ext cx="10734120" cy="10287000"/>
          </a:xfrm>
          <a:custGeom>
            <a:avLst/>
            <a:gdLst/>
            <a:ahLst/>
            <a:rect l="0" t="0" r="r" b="b"/>
            <a:pathLst>
              <a:path w="29817" h="28575">
                <a:moveTo>
                  <a:pt x="28576" y="0"/>
                </a:moveTo>
                <a:lnTo>
                  <a:pt x="0" y="28575"/>
                </a:lnTo>
                <a:lnTo>
                  <a:pt x="1241" y="28575"/>
                </a:lnTo>
                <a:lnTo>
                  <a:pt x="29817" y="0"/>
                </a:lnTo>
                <a:lnTo>
                  <a:pt x="28576" y="0"/>
                </a:lnTo>
                <a:close/>
              </a:path>
            </a:pathLst>
          </a:custGeom>
          <a:solidFill>
            <a:srgbClr val="E38F6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95" name=""/>
          <p:cNvSpPr/>
          <p:nvPr/>
        </p:nvSpPr>
        <p:spPr>
          <a:xfrm>
            <a:off x="1321560" y="0"/>
            <a:ext cx="10733760" cy="10287000"/>
          </a:xfrm>
          <a:custGeom>
            <a:avLst/>
            <a:gdLst/>
            <a:ahLst/>
            <a:rect l="0" t="0" r="r" b="b"/>
            <a:pathLst>
              <a:path w="29816" h="28575">
                <a:moveTo>
                  <a:pt x="28576" y="0"/>
                </a:moveTo>
                <a:lnTo>
                  <a:pt x="0" y="28575"/>
                </a:lnTo>
                <a:lnTo>
                  <a:pt x="1240" y="28575"/>
                </a:lnTo>
                <a:lnTo>
                  <a:pt x="29816" y="0"/>
                </a:lnTo>
                <a:lnTo>
                  <a:pt x="28576" y="0"/>
                </a:lnTo>
                <a:close/>
              </a:path>
            </a:pathLst>
          </a:custGeom>
          <a:solidFill>
            <a:srgbClr val="E48F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96" name=""/>
          <p:cNvSpPr/>
          <p:nvPr/>
        </p:nvSpPr>
        <p:spPr>
          <a:xfrm>
            <a:off x="1767960" y="0"/>
            <a:ext cx="10733760" cy="10287000"/>
          </a:xfrm>
          <a:custGeom>
            <a:avLst/>
            <a:gdLst/>
            <a:ahLst/>
            <a:rect l="0" t="0" r="r" b="b"/>
            <a:pathLst>
              <a:path w="29816" h="28575">
                <a:moveTo>
                  <a:pt x="28576" y="0"/>
                </a:moveTo>
                <a:lnTo>
                  <a:pt x="0" y="28575"/>
                </a:lnTo>
                <a:lnTo>
                  <a:pt x="1240" y="28575"/>
                </a:lnTo>
                <a:lnTo>
                  <a:pt x="29816" y="0"/>
                </a:lnTo>
                <a:lnTo>
                  <a:pt x="28576" y="0"/>
                </a:lnTo>
                <a:close/>
              </a:path>
            </a:pathLst>
          </a:custGeom>
          <a:solidFill>
            <a:srgbClr val="E4906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97" name=""/>
          <p:cNvSpPr/>
          <p:nvPr/>
        </p:nvSpPr>
        <p:spPr>
          <a:xfrm>
            <a:off x="2214360" y="0"/>
            <a:ext cx="10733760" cy="10287000"/>
          </a:xfrm>
          <a:custGeom>
            <a:avLst/>
            <a:gdLst/>
            <a:ahLst/>
            <a:rect l="0" t="0" r="r" b="b"/>
            <a:pathLst>
              <a:path w="29816" h="28575">
                <a:moveTo>
                  <a:pt x="28576" y="0"/>
                </a:moveTo>
                <a:lnTo>
                  <a:pt x="0" y="28575"/>
                </a:lnTo>
                <a:lnTo>
                  <a:pt x="1240" y="28575"/>
                </a:lnTo>
                <a:lnTo>
                  <a:pt x="29816" y="0"/>
                </a:lnTo>
                <a:lnTo>
                  <a:pt x="28576" y="0"/>
                </a:lnTo>
                <a:close/>
              </a:path>
            </a:pathLst>
          </a:custGeom>
          <a:solidFill>
            <a:srgbClr val="E5917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98" name=""/>
          <p:cNvSpPr/>
          <p:nvPr/>
        </p:nvSpPr>
        <p:spPr>
          <a:xfrm>
            <a:off x="2660760" y="0"/>
            <a:ext cx="10734120" cy="10287000"/>
          </a:xfrm>
          <a:custGeom>
            <a:avLst/>
            <a:gdLst/>
            <a:ahLst/>
            <a:rect l="0" t="0" r="r" b="b"/>
            <a:pathLst>
              <a:path w="29817" h="28575">
                <a:moveTo>
                  <a:pt x="28576" y="0"/>
                </a:moveTo>
                <a:lnTo>
                  <a:pt x="0" y="28575"/>
                </a:lnTo>
                <a:lnTo>
                  <a:pt x="1241" y="28575"/>
                </a:lnTo>
                <a:lnTo>
                  <a:pt x="29817" y="0"/>
                </a:lnTo>
                <a:lnTo>
                  <a:pt x="28576" y="0"/>
                </a:lnTo>
                <a:close/>
              </a:path>
            </a:pathLst>
          </a:custGeom>
          <a:solidFill>
            <a:srgbClr val="E5927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199" name=""/>
          <p:cNvSpPr/>
          <p:nvPr/>
        </p:nvSpPr>
        <p:spPr>
          <a:xfrm>
            <a:off x="3107520" y="0"/>
            <a:ext cx="10733760" cy="10287000"/>
          </a:xfrm>
          <a:custGeom>
            <a:avLst/>
            <a:gdLst/>
            <a:ahLst/>
            <a:rect l="0" t="0" r="r" b="b"/>
            <a:pathLst>
              <a:path w="29816" h="28575">
                <a:moveTo>
                  <a:pt x="28576" y="0"/>
                </a:moveTo>
                <a:lnTo>
                  <a:pt x="0" y="28575"/>
                </a:lnTo>
                <a:lnTo>
                  <a:pt x="1240" y="28575"/>
                </a:lnTo>
                <a:lnTo>
                  <a:pt x="29816" y="0"/>
                </a:lnTo>
                <a:lnTo>
                  <a:pt x="28576" y="0"/>
                </a:lnTo>
                <a:close/>
              </a:path>
            </a:pathLst>
          </a:custGeom>
          <a:solidFill>
            <a:srgbClr val="E5937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00" name=""/>
          <p:cNvSpPr/>
          <p:nvPr/>
        </p:nvSpPr>
        <p:spPr>
          <a:xfrm>
            <a:off x="3553920" y="0"/>
            <a:ext cx="10733760" cy="10287000"/>
          </a:xfrm>
          <a:custGeom>
            <a:avLst/>
            <a:gdLst/>
            <a:ahLst/>
            <a:rect l="0" t="0" r="r" b="b"/>
            <a:pathLst>
              <a:path w="29816" h="28575">
                <a:moveTo>
                  <a:pt x="28576" y="0"/>
                </a:moveTo>
                <a:lnTo>
                  <a:pt x="0" y="28575"/>
                </a:lnTo>
                <a:lnTo>
                  <a:pt x="1240" y="28575"/>
                </a:lnTo>
                <a:lnTo>
                  <a:pt x="29816" y="0"/>
                </a:lnTo>
                <a:lnTo>
                  <a:pt x="28576" y="0"/>
                </a:lnTo>
                <a:close/>
              </a:path>
            </a:pathLst>
          </a:custGeom>
          <a:solidFill>
            <a:srgbClr val="E694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01" name=""/>
          <p:cNvSpPr/>
          <p:nvPr/>
        </p:nvSpPr>
        <p:spPr>
          <a:xfrm>
            <a:off x="4000320" y="0"/>
            <a:ext cx="10733760" cy="10287000"/>
          </a:xfrm>
          <a:custGeom>
            <a:avLst/>
            <a:gdLst/>
            <a:ahLst/>
            <a:rect l="0" t="0" r="r" b="b"/>
            <a:pathLst>
              <a:path w="29816" h="28575">
                <a:moveTo>
                  <a:pt x="28576" y="0"/>
                </a:moveTo>
                <a:lnTo>
                  <a:pt x="0" y="28575"/>
                </a:lnTo>
                <a:lnTo>
                  <a:pt x="1240" y="28575"/>
                </a:lnTo>
                <a:lnTo>
                  <a:pt x="29816" y="0"/>
                </a:lnTo>
                <a:lnTo>
                  <a:pt x="28576" y="0"/>
                </a:lnTo>
                <a:close/>
              </a:path>
            </a:pathLst>
          </a:custGeom>
          <a:solidFill>
            <a:srgbClr val="E695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02" name=""/>
          <p:cNvSpPr/>
          <p:nvPr/>
        </p:nvSpPr>
        <p:spPr>
          <a:xfrm>
            <a:off x="4446720" y="0"/>
            <a:ext cx="10733760" cy="10287000"/>
          </a:xfrm>
          <a:custGeom>
            <a:avLst/>
            <a:gdLst/>
            <a:ahLst/>
            <a:rect l="0" t="0" r="r" b="b"/>
            <a:pathLst>
              <a:path w="29816" h="28575">
                <a:moveTo>
                  <a:pt x="28576" y="0"/>
                </a:moveTo>
                <a:lnTo>
                  <a:pt x="0" y="28575"/>
                </a:lnTo>
                <a:lnTo>
                  <a:pt x="1240" y="28575"/>
                </a:lnTo>
                <a:lnTo>
                  <a:pt x="29816" y="0"/>
                </a:lnTo>
                <a:lnTo>
                  <a:pt x="28576" y="0"/>
                </a:lnTo>
                <a:close/>
              </a:path>
            </a:pathLst>
          </a:custGeom>
          <a:solidFill>
            <a:srgbClr val="E7967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03" name=""/>
          <p:cNvSpPr/>
          <p:nvPr/>
        </p:nvSpPr>
        <p:spPr>
          <a:xfrm>
            <a:off x="4893120" y="0"/>
            <a:ext cx="10734120" cy="10287000"/>
          </a:xfrm>
          <a:custGeom>
            <a:avLst/>
            <a:gdLst/>
            <a:ahLst/>
            <a:rect l="0" t="0" r="r" b="b"/>
            <a:pathLst>
              <a:path w="29817" h="28575">
                <a:moveTo>
                  <a:pt x="28576" y="0"/>
                </a:moveTo>
                <a:lnTo>
                  <a:pt x="0" y="28575"/>
                </a:lnTo>
                <a:lnTo>
                  <a:pt x="1241" y="28575"/>
                </a:lnTo>
                <a:lnTo>
                  <a:pt x="29817" y="0"/>
                </a:lnTo>
                <a:lnTo>
                  <a:pt x="28576" y="0"/>
                </a:lnTo>
                <a:close/>
              </a:path>
            </a:pathLst>
          </a:custGeom>
          <a:solidFill>
            <a:srgbClr val="E7977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04" name=""/>
          <p:cNvSpPr/>
          <p:nvPr/>
        </p:nvSpPr>
        <p:spPr>
          <a:xfrm>
            <a:off x="5339880" y="0"/>
            <a:ext cx="10733760" cy="10287000"/>
          </a:xfrm>
          <a:custGeom>
            <a:avLst/>
            <a:gdLst/>
            <a:ahLst/>
            <a:rect l="0" t="0" r="r" b="b"/>
            <a:pathLst>
              <a:path w="29816" h="28575">
                <a:moveTo>
                  <a:pt x="28576" y="0"/>
                </a:moveTo>
                <a:lnTo>
                  <a:pt x="0" y="28575"/>
                </a:lnTo>
                <a:lnTo>
                  <a:pt x="1241" y="28575"/>
                </a:lnTo>
                <a:lnTo>
                  <a:pt x="29816" y="0"/>
                </a:lnTo>
                <a:lnTo>
                  <a:pt x="28576" y="0"/>
                </a:lnTo>
                <a:close/>
              </a:path>
            </a:pathLst>
          </a:custGeom>
          <a:solidFill>
            <a:srgbClr val="E7987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05" name=""/>
          <p:cNvSpPr/>
          <p:nvPr/>
        </p:nvSpPr>
        <p:spPr>
          <a:xfrm>
            <a:off x="5786280" y="0"/>
            <a:ext cx="10733760" cy="10287000"/>
          </a:xfrm>
          <a:custGeom>
            <a:avLst/>
            <a:gdLst/>
            <a:ahLst/>
            <a:rect l="0" t="0" r="r" b="b"/>
            <a:pathLst>
              <a:path w="29816" h="28575">
                <a:moveTo>
                  <a:pt x="28575" y="0"/>
                </a:moveTo>
                <a:lnTo>
                  <a:pt x="0" y="28575"/>
                </a:lnTo>
                <a:lnTo>
                  <a:pt x="1240" y="28575"/>
                </a:lnTo>
                <a:lnTo>
                  <a:pt x="29816" y="0"/>
                </a:lnTo>
                <a:lnTo>
                  <a:pt x="28575" y="0"/>
                </a:lnTo>
                <a:close/>
              </a:path>
            </a:pathLst>
          </a:custGeom>
          <a:solidFill>
            <a:srgbClr val="E8997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06" name=""/>
          <p:cNvSpPr/>
          <p:nvPr/>
        </p:nvSpPr>
        <p:spPr>
          <a:xfrm>
            <a:off x="6232680" y="0"/>
            <a:ext cx="10733760" cy="10287000"/>
          </a:xfrm>
          <a:custGeom>
            <a:avLst/>
            <a:gdLst/>
            <a:ahLst/>
            <a:rect l="0" t="0" r="r" b="b"/>
            <a:pathLst>
              <a:path w="29816" h="28575">
                <a:moveTo>
                  <a:pt x="28576" y="0"/>
                </a:moveTo>
                <a:lnTo>
                  <a:pt x="0" y="28575"/>
                </a:lnTo>
                <a:lnTo>
                  <a:pt x="1240" y="28575"/>
                </a:lnTo>
                <a:lnTo>
                  <a:pt x="29816" y="0"/>
                </a:lnTo>
                <a:lnTo>
                  <a:pt x="28576" y="0"/>
                </a:lnTo>
                <a:close/>
              </a:path>
            </a:pathLst>
          </a:custGeom>
          <a:solidFill>
            <a:srgbClr val="E89A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07" name=""/>
          <p:cNvSpPr/>
          <p:nvPr/>
        </p:nvSpPr>
        <p:spPr>
          <a:xfrm>
            <a:off x="6679080" y="0"/>
            <a:ext cx="10734120" cy="10287000"/>
          </a:xfrm>
          <a:custGeom>
            <a:avLst/>
            <a:gdLst/>
            <a:ahLst/>
            <a:rect l="0" t="0" r="r" b="b"/>
            <a:pathLst>
              <a:path w="29817" h="28575">
                <a:moveTo>
                  <a:pt x="28576" y="0"/>
                </a:moveTo>
                <a:lnTo>
                  <a:pt x="0" y="28575"/>
                </a:lnTo>
                <a:lnTo>
                  <a:pt x="1241" y="28575"/>
                </a:lnTo>
                <a:lnTo>
                  <a:pt x="29817" y="0"/>
                </a:lnTo>
                <a:lnTo>
                  <a:pt x="28576" y="0"/>
                </a:lnTo>
                <a:close/>
              </a:path>
            </a:pathLst>
          </a:custGeom>
          <a:solidFill>
            <a:srgbClr val="E99A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08" name=""/>
          <p:cNvSpPr/>
          <p:nvPr/>
        </p:nvSpPr>
        <p:spPr>
          <a:xfrm>
            <a:off x="7125840" y="0"/>
            <a:ext cx="10733760" cy="10287000"/>
          </a:xfrm>
          <a:custGeom>
            <a:avLst/>
            <a:gdLst/>
            <a:ahLst/>
            <a:rect l="0" t="0" r="r" b="b"/>
            <a:pathLst>
              <a:path w="29816" h="28575">
                <a:moveTo>
                  <a:pt x="28576" y="0"/>
                </a:moveTo>
                <a:lnTo>
                  <a:pt x="0" y="28575"/>
                </a:lnTo>
                <a:lnTo>
                  <a:pt x="1240" y="28575"/>
                </a:lnTo>
                <a:lnTo>
                  <a:pt x="29816" y="0"/>
                </a:lnTo>
                <a:lnTo>
                  <a:pt x="28576" y="0"/>
                </a:lnTo>
                <a:close/>
              </a:path>
            </a:pathLst>
          </a:custGeom>
          <a:solidFill>
            <a:srgbClr val="E99B7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09" name=""/>
          <p:cNvSpPr/>
          <p:nvPr/>
        </p:nvSpPr>
        <p:spPr>
          <a:xfrm>
            <a:off x="7572240" y="0"/>
            <a:ext cx="10715760" cy="10287000"/>
          </a:xfrm>
          <a:custGeom>
            <a:avLst/>
            <a:gdLst/>
            <a:ahLst/>
            <a:rect l="0" t="0" r="r" b="b"/>
            <a:pathLst>
              <a:path w="29766" h="28575">
                <a:moveTo>
                  <a:pt x="28576" y="0"/>
                </a:moveTo>
                <a:lnTo>
                  <a:pt x="0" y="28575"/>
                </a:lnTo>
                <a:lnTo>
                  <a:pt x="1190" y="28575"/>
                </a:lnTo>
                <a:lnTo>
                  <a:pt x="29766" y="0"/>
                </a:lnTo>
                <a:lnTo>
                  <a:pt x="28576" y="0"/>
                </a:lnTo>
                <a:close/>
              </a:path>
            </a:pathLst>
          </a:custGeom>
          <a:solidFill>
            <a:srgbClr val="E99C7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10" name=""/>
          <p:cNvSpPr/>
          <p:nvPr/>
        </p:nvSpPr>
        <p:spPr>
          <a:xfrm>
            <a:off x="8000640" y="0"/>
            <a:ext cx="10287360" cy="10287000"/>
          </a:xfrm>
          <a:custGeom>
            <a:avLst/>
            <a:gdLst/>
            <a:ahLst/>
            <a:rect l="0" t="0" r="r" b="b"/>
            <a:pathLst>
              <a:path w="28576" h="28575">
                <a:moveTo>
                  <a:pt x="28576" y="0"/>
                </a:moveTo>
                <a:lnTo>
                  <a:pt x="0" y="28575"/>
                </a:lnTo>
                <a:lnTo>
                  <a:pt x="50" y="28575"/>
                </a:lnTo>
                <a:lnTo>
                  <a:pt x="28576" y="49"/>
                </a:lnTo>
                <a:lnTo>
                  <a:pt x="28576" y="0"/>
                </a:lnTo>
                <a:close/>
              </a:path>
            </a:pathLst>
          </a:custGeom>
          <a:solidFill>
            <a:srgbClr val="EA9D7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11" name=""/>
          <p:cNvSpPr/>
          <p:nvPr/>
        </p:nvSpPr>
        <p:spPr>
          <a:xfrm>
            <a:off x="8018640" y="17640"/>
            <a:ext cx="10269360" cy="10269360"/>
          </a:xfrm>
          <a:custGeom>
            <a:avLst/>
            <a:gdLst/>
            <a:ahLst/>
            <a:rect l="0" t="0" r="r" b="b"/>
            <a:pathLst>
              <a:path w="28526" h="28526">
                <a:moveTo>
                  <a:pt x="28526" y="0"/>
                </a:moveTo>
                <a:lnTo>
                  <a:pt x="0" y="28526"/>
                </a:lnTo>
                <a:lnTo>
                  <a:pt x="1240" y="28526"/>
                </a:lnTo>
                <a:lnTo>
                  <a:pt x="28526" y="1240"/>
                </a:lnTo>
                <a:lnTo>
                  <a:pt x="28526" y="0"/>
                </a:lnTo>
                <a:close/>
              </a:path>
            </a:pathLst>
          </a:custGeom>
          <a:solidFill>
            <a:srgbClr val="EA9D7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12" name=""/>
          <p:cNvSpPr/>
          <p:nvPr/>
        </p:nvSpPr>
        <p:spPr>
          <a:xfrm>
            <a:off x="8465040" y="464040"/>
            <a:ext cx="9822960" cy="9822960"/>
          </a:xfrm>
          <a:custGeom>
            <a:avLst/>
            <a:gdLst/>
            <a:ahLst/>
            <a:rect l="0" t="0" r="r" b="b"/>
            <a:pathLst>
              <a:path w="27286" h="27286">
                <a:moveTo>
                  <a:pt x="27286" y="0"/>
                </a:moveTo>
                <a:lnTo>
                  <a:pt x="0" y="27286"/>
                </a:lnTo>
                <a:lnTo>
                  <a:pt x="1241" y="27286"/>
                </a:lnTo>
                <a:lnTo>
                  <a:pt x="27286" y="1241"/>
                </a:lnTo>
                <a:lnTo>
                  <a:pt x="27286" y="0"/>
                </a:lnTo>
                <a:close/>
              </a:path>
            </a:pathLst>
          </a:custGeom>
          <a:solidFill>
            <a:srgbClr val="EA9E7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13" name=""/>
          <p:cNvSpPr/>
          <p:nvPr/>
        </p:nvSpPr>
        <p:spPr>
          <a:xfrm>
            <a:off x="8911800" y="910800"/>
            <a:ext cx="9376200" cy="9376200"/>
          </a:xfrm>
          <a:custGeom>
            <a:avLst/>
            <a:gdLst/>
            <a:ahLst/>
            <a:rect l="0" t="0" r="r" b="b"/>
            <a:pathLst>
              <a:path w="26045" h="26045">
                <a:moveTo>
                  <a:pt x="26045" y="0"/>
                </a:moveTo>
                <a:lnTo>
                  <a:pt x="0" y="26045"/>
                </a:lnTo>
                <a:lnTo>
                  <a:pt x="1240" y="26045"/>
                </a:lnTo>
                <a:lnTo>
                  <a:pt x="26045" y="1240"/>
                </a:lnTo>
                <a:lnTo>
                  <a:pt x="26045" y="0"/>
                </a:lnTo>
                <a:close/>
              </a:path>
            </a:pathLst>
          </a:custGeom>
          <a:solidFill>
            <a:srgbClr val="EB9F7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14" name=""/>
          <p:cNvSpPr/>
          <p:nvPr/>
        </p:nvSpPr>
        <p:spPr>
          <a:xfrm>
            <a:off x="9358200" y="1357200"/>
            <a:ext cx="8929800" cy="8929800"/>
          </a:xfrm>
          <a:custGeom>
            <a:avLst/>
            <a:gdLst/>
            <a:ahLst/>
            <a:rect l="0" t="0" r="r" b="b"/>
            <a:pathLst>
              <a:path w="24805" h="24805">
                <a:moveTo>
                  <a:pt x="24805" y="0"/>
                </a:moveTo>
                <a:lnTo>
                  <a:pt x="0" y="24805"/>
                </a:lnTo>
                <a:lnTo>
                  <a:pt x="1240" y="24805"/>
                </a:lnTo>
                <a:lnTo>
                  <a:pt x="24805" y="1240"/>
                </a:lnTo>
                <a:lnTo>
                  <a:pt x="24805" y="0"/>
                </a:lnTo>
                <a:close/>
              </a:path>
            </a:pathLst>
          </a:custGeom>
          <a:solidFill>
            <a:srgbClr val="EBA07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15" name=""/>
          <p:cNvSpPr/>
          <p:nvPr/>
        </p:nvSpPr>
        <p:spPr>
          <a:xfrm>
            <a:off x="9804600" y="1803600"/>
            <a:ext cx="8483400" cy="8483400"/>
          </a:xfrm>
          <a:custGeom>
            <a:avLst/>
            <a:gdLst/>
            <a:ahLst/>
            <a:rect l="0" t="0" r="r" b="b"/>
            <a:pathLst>
              <a:path w="23565" h="23565">
                <a:moveTo>
                  <a:pt x="23565" y="0"/>
                </a:moveTo>
                <a:lnTo>
                  <a:pt x="0" y="23565"/>
                </a:lnTo>
                <a:lnTo>
                  <a:pt x="1240" y="23565"/>
                </a:lnTo>
                <a:lnTo>
                  <a:pt x="23565" y="1240"/>
                </a:lnTo>
                <a:lnTo>
                  <a:pt x="23565" y="0"/>
                </a:lnTo>
                <a:close/>
              </a:path>
            </a:pathLst>
          </a:custGeom>
          <a:solidFill>
            <a:srgbClr val="EBA1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16" name=""/>
          <p:cNvSpPr/>
          <p:nvPr/>
        </p:nvSpPr>
        <p:spPr>
          <a:xfrm>
            <a:off x="10251000" y="2250000"/>
            <a:ext cx="8037000" cy="8037000"/>
          </a:xfrm>
          <a:custGeom>
            <a:avLst/>
            <a:gdLst/>
            <a:ahLst/>
            <a:rect l="0" t="0" r="r" b="b"/>
            <a:pathLst>
              <a:path w="22325" h="22325">
                <a:moveTo>
                  <a:pt x="22325" y="0"/>
                </a:moveTo>
                <a:lnTo>
                  <a:pt x="0" y="22325"/>
                </a:lnTo>
                <a:lnTo>
                  <a:pt x="1241" y="22325"/>
                </a:lnTo>
                <a:lnTo>
                  <a:pt x="22325" y="1241"/>
                </a:lnTo>
                <a:lnTo>
                  <a:pt x="22325" y="0"/>
                </a:lnTo>
                <a:close/>
              </a:path>
            </a:pathLst>
          </a:custGeom>
          <a:solidFill>
            <a:srgbClr val="ECA2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17" name=""/>
          <p:cNvSpPr/>
          <p:nvPr/>
        </p:nvSpPr>
        <p:spPr>
          <a:xfrm>
            <a:off x="10697760" y="2696760"/>
            <a:ext cx="7590240" cy="7590240"/>
          </a:xfrm>
          <a:custGeom>
            <a:avLst/>
            <a:gdLst/>
            <a:ahLst/>
            <a:rect l="0" t="0" r="r" b="b"/>
            <a:pathLst>
              <a:path w="21084" h="21084">
                <a:moveTo>
                  <a:pt x="21084" y="0"/>
                </a:moveTo>
                <a:lnTo>
                  <a:pt x="0" y="21084"/>
                </a:lnTo>
                <a:lnTo>
                  <a:pt x="1240" y="21084"/>
                </a:lnTo>
                <a:lnTo>
                  <a:pt x="21084" y="1240"/>
                </a:lnTo>
                <a:lnTo>
                  <a:pt x="21084" y="0"/>
                </a:lnTo>
                <a:close/>
              </a:path>
            </a:pathLst>
          </a:custGeom>
          <a:solidFill>
            <a:srgbClr val="ECA38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18" name=""/>
          <p:cNvSpPr/>
          <p:nvPr/>
        </p:nvSpPr>
        <p:spPr>
          <a:xfrm>
            <a:off x="11144160" y="3143160"/>
            <a:ext cx="7143840" cy="7143840"/>
          </a:xfrm>
          <a:custGeom>
            <a:avLst/>
            <a:gdLst/>
            <a:ahLst/>
            <a:rect l="0" t="0" r="r" b="b"/>
            <a:pathLst>
              <a:path w="19844" h="19844">
                <a:moveTo>
                  <a:pt x="19844" y="0"/>
                </a:moveTo>
                <a:lnTo>
                  <a:pt x="0" y="19844"/>
                </a:lnTo>
                <a:lnTo>
                  <a:pt x="1240" y="19844"/>
                </a:lnTo>
                <a:lnTo>
                  <a:pt x="19844" y="1241"/>
                </a:lnTo>
                <a:lnTo>
                  <a:pt x="19844" y="0"/>
                </a:lnTo>
                <a:close/>
              </a:path>
            </a:pathLst>
          </a:custGeom>
          <a:solidFill>
            <a:srgbClr val="EDA48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19" name=""/>
          <p:cNvSpPr/>
          <p:nvPr/>
        </p:nvSpPr>
        <p:spPr>
          <a:xfrm>
            <a:off x="11590560" y="3589560"/>
            <a:ext cx="6697440" cy="6697440"/>
          </a:xfrm>
          <a:custGeom>
            <a:avLst/>
            <a:gdLst/>
            <a:ahLst/>
            <a:rect l="0" t="0" r="r" b="b"/>
            <a:pathLst>
              <a:path w="18604" h="18604">
                <a:moveTo>
                  <a:pt x="18604" y="0"/>
                </a:moveTo>
                <a:lnTo>
                  <a:pt x="0" y="18604"/>
                </a:lnTo>
                <a:lnTo>
                  <a:pt x="1240" y="18604"/>
                </a:lnTo>
                <a:lnTo>
                  <a:pt x="18604" y="1240"/>
                </a:lnTo>
                <a:lnTo>
                  <a:pt x="18604" y="0"/>
                </a:lnTo>
                <a:close/>
              </a:path>
            </a:pathLst>
          </a:custGeom>
          <a:solidFill>
            <a:srgbClr val="EDA58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20" name=""/>
          <p:cNvSpPr/>
          <p:nvPr/>
        </p:nvSpPr>
        <p:spPr>
          <a:xfrm>
            <a:off x="12036960" y="4035960"/>
            <a:ext cx="6251040" cy="6251040"/>
          </a:xfrm>
          <a:custGeom>
            <a:avLst/>
            <a:gdLst/>
            <a:ahLst/>
            <a:rect l="0" t="0" r="r" b="b"/>
            <a:pathLst>
              <a:path w="17364" h="17364">
                <a:moveTo>
                  <a:pt x="17364" y="0"/>
                </a:moveTo>
                <a:lnTo>
                  <a:pt x="0" y="17364"/>
                </a:lnTo>
                <a:lnTo>
                  <a:pt x="1240" y="17364"/>
                </a:lnTo>
                <a:lnTo>
                  <a:pt x="17364" y="1240"/>
                </a:lnTo>
                <a:lnTo>
                  <a:pt x="17364" y="0"/>
                </a:lnTo>
                <a:close/>
              </a:path>
            </a:pathLst>
          </a:custGeom>
          <a:solidFill>
            <a:srgbClr val="EEA6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21" name=""/>
          <p:cNvSpPr/>
          <p:nvPr/>
        </p:nvSpPr>
        <p:spPr>
          <a:xfrm>
            <a:off x="12483360" y="4482360"/>
            <a:ext cx="5804640" cy="5804640"/>
          </a:xfrm>
          <a:custGeom>
            <a:avLst/>
            <a:gdLst/>
            <a:ahLst/>
            <a:rect l="0" t="0" r="r" b="b"/>
            <a:pathLst>
              <a:path w="16124" h="16124">
                <a:moveTo>
                  <a:pt x="16124" y="0"/>
                </a:moveTo>
                <a:lnTo>
                  <a:pt x="0" y="16124"/>
                </a:lnTo>
                <a:lnTo>
                  <a:pt x="1241" y="16124"/>
                </a:lnTo>
                <a:lnTo>
                  <a:pt x="16124" y="1241"/>
                </a:lnTo>
                <a:lnTo>
                  <a:pt x="16124" y="0"/>
                </a:lnTo>
                <a:close/>
              </a:path>
            </a:pathLst>
          </a:custGeom>
          <a:solidFill>
            <a:srgbClr val="EEA68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22" name=""/>
          <p:cNvSpPr/>
          <p:nvPr/>
        </p:nvSpPr>
        <p:spPr>
          <a:xfrm>
            <a:off x="12930120" y="492912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4883" y="0"/>
                </a:moveTo>
                <a:lnTo>
                  <a:pt x="0" y="14883"/>
                </a:lnTo>
                <a:lnTo>
                  <a:pt x="1240" y="14883"/>
                </a:lnTo>
                <a:lnTo>
                  <a:pt x="14883" y="1240"/>
                </a:lnTo>
                <a:lnTo>
                  <a:pt x="14883" y="0"/>
                </a:lnTo>
                <a:close/>
              </a:path>
            </a:pathLst>
          </a:custGeom>
          <a:solidFill>
            <a:srgbClr val="EEA78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23" name=""/>
          <p:cNvSpPr/>
          <p:nvPr/>
        </p:nvSpPr>
        <p:spPr>
          <a:xfrm>
            <a:off x="13376520" y="5375520"/>
            <a:ext cx="4911480" cy="4911480"/>
          </a:xfrm>
          <a:custGeom>
            <a:avLst/>
            <a:gdLst/>
            <a:ahLst/>
            <a:rect l="0" t="0" r="r" b="b"/>
            <a:pathLst>
              <a:path w="13643" h="13643">
                <a:moveTo>
                  <a:pt x="13643" y="0"/>
                </a:moveTo>
                <a:lnTo>
                  <a:pt x="0" y="13643"/>
                </a:lnTo>
                <a:lnTo>
                  <a:pt x="1240" y="13643"/>
                </a:lnTo>
                <a:lnTo>
                  <a:pt x="13643" y="1240"/>
                </a:lnTo>
                <a:lnTo>
                  <a:pt x="13643" y="0"/>
                </a:lnTo>
                <a:close/>
              </a:path>
            </a:pathLst>
          </a:custGeom>
          <a:solidFill>
            <a:srgbClr val="EFA88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24" name=""/>
          <p:cNvSpPr/>
          <p:nvPr/>
        </p:nvSpPr>
        <p:spPr>
          <a:xfrm>
            <a:off x="13822920" y="5821920"/>
            <a:ext cx="4465080" cy="4465080"/>
          </a:xfrm>
          <a:custGeom>
            <a:avLst/>
            <a:gdLst/>
            <a:ahLst/>
            <a:rect l="0" t="0" r="r" b="b"/>
            <a:pathLst>
              <a:path w="12403" h="12403">
                <a:moveTo>
                  <a:pt x="12403" y="0"/>
                </a:moveTo>
                <a:lnTo>
                  <a:pt x="0" y="12403"/>
                </a:lnTo>
                <a:lnTo>
                  <a:pt x="1240" y="12403"/>
                </a:lnTo>
                <a:lnTo>
                  <a:pt x="12403" y="1240"/>
                </a:lnTo>
                <a:lnTo>
                  <a:pt x="12403" y="0"/>
                </a:lnTo>
                <a:close/>
              </a:path>
            </a:pathLst>
          </a:custGeom>
          <a:solidFill>
            <a:srgbClr val="EFA98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25" name=""/>
          <p:cNvSpPr/>
          <p:nvPr/>
        </p:nvSpPr>
        <p:spPr>
          <a:xfrm>
            <a:off x="14269320" y="6268320"/>
            <a:ext cx="4018680" cy="4018680"/>
          </a:xfrm>
          <a:custGeom>
            <a:avLst/>
            <a:gdLst/>
            <a:ahLst/>
            <a:rect l="0" t="0" r="r" b="b"/>
            <a:pathLst>
              <a:path w="11163" h="11163">
                <a:moveTo>
                  <a:pt x="11163" y="0"/>
                </a:moveTo>
                <a:lnTo>
                  <a:pt x="0" y="11163"/>
                </a:lnTo>
                <a:lnTo>
                  <a:pt x="1241" y="11163"/>
                </a:lnTo>
                <a:lnTo>
                  <a:pt x="11163" y="1241"/>
                </a:lnTo>
                <a:lnTo>
                  <a:pt x="11163" y="0"/>
                </a:lnTo>
                <a:close/>
              </a:path>
            </a:pathLst>
          </a:custGeom>
          <a:solidFill>
            <a:srgbClr val="F0AA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26" name=""/>
          <p:cNvSpPr/>
          <p:nvPr/>
        </p:nvSpPr>
        <p:spPr>
          <a:xfrm>
            <a:off x="14716080" y="671508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9922" y="0"/>
                </a:moveTo>
                <a:lnTo>
                  <a:pt x="0" y="9922"/>
                </a:lnTo>
                <a:lnTo>
                  <a:pt x="1240" y="9922"/>
                </a:lnTo>
                <a:lnTo>
                  <a:pt x="9922" y="1240"/>
                </a:lnTo>
                <a:lnTo>
                  <a:pt x="9922" y="0"/>
                </a:lnTo>
                <a:close/>
              </a:path>
            </a:pathLst>
          </a:custGeom>
          <a:solidFill>
            <a:srgbClr val="F0AB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27" name=""/>
          <p:cNvSpPr/>
          <p:nvPr/>
        </p:nvSpPr>
        <p:spPr>
          <a:xfrm>
            <a:off x="15162480" y="7161480"/>
            <a:ext cx="3125520" cy="3125520"/>
          </a:xfrm>
          <a:custGeom>
            <a:avLst/>
            <a:gdLst/>
            <a:ahLst/>
            <a:rect l="0" t="0" r="r" b="b"/>
            <a:pathLst>
              <a:path w="8682" h="8682">
                <a:moveTo>
                  <a:pt x="8682" y="0"/>
                </a:moveTo>
                <a:lnTo>
                  <a:pt x="0" y="8682"/>
                </a:lnTo>
                <a:lnTo>
                  <a:pt x="1240" y="8682"/>
                </a:lnTo>
                <a:lnTo>
                  <a:pt x="8682" y="1240"/>
                </a:lnTo>
                <a:lnTo>
                  <a:pt x="8682" y="0"/>
                </a:lnTo>
                <a:close/>
              </a:path>
            </a:pathLst>
          </a:custGeom>
          <a:solidFill>
            <a:srgbClr val="F0AC8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28" name=""/>
          <p:cNvSpPr/>
          <p:nvPr/>
        </p:nvSpPr>
        <p:spPr>
          <a:xfrm>
            <a:off x="15608880" y="7607880"/>
            <a:ext cx="2679120" cy="2679120"/>
          </a:xfrm>
          <a:custGeom>
            <a:avLst/>
            <a:gdLst/>
            <a:ahLst/>
            <a:rect l="0" t="0" r="r" b="b"/>
            <a:pathLst>
              <a:path w="7442" h="7442">
                <a:moveTo>
                  <a:pt x="7442" y="0"/>
                </a:moveTo>
                <a:lnTo>
                  <a:pt x="0" y="7442"/>
                </a:lnTo>
                <a:lnTo>
                  <a:pt x="1240" y="7442"/>
                </a:lnTo>
                <a:lnTo>
                  <a:pt x="7442" y="1240"/>
                </a:lnTo>
                <a:lnTo>
                  <a:pt x="7442" y="0"/>
                </a:lnTo>
                <a:close/>
              </a:path>
            </a:pathLst>
          </a:custGeom>
          <a:solidFill>
            <a:srgbClr val="F1AD8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29" name=""/>
          <p:cNvSpPr/>
          <p:nvPr/>
        </p:nvSpPr>
        <p:spPr>
          <a:xfrm>
            <a:off x="16055280" y="8054280"/>
            <a:ext cx="2232720" cy="2232720"/>
          </a:xfrm>
          <a:custGeom>
            <a:avLst/>
            <a:gdLst/>
            <a:ahLst/>
            <a:rect l="0" t="0" r="r" b="b"/>
            <a:pathLst>
              <a:path w="6202" h="6202">
                <a:moveTo>
                  <a:pt x="6202" y="0"/>
                </a:moveTo>
                <a:lnTo>
                  <a:pt x="0" y="6202"/>
                </a:lnTo>
                <a:lnTo>
                  <a:pt x="1241" y="6202"/>
                </a:lnTo>
                <a:lnTo>
                  <a:pt x="6202" y="1241"/>
                </a:lnTo>
                <a:lnTo>
                  <a:pt x="6202" y="0"/>
                </a:lnTo>
                <a:close/>
              </a:path>
            </a:pathLst>
          </a:custGeom>
          <a:solidFill>
            <a:srgbClr val="F1AE8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30" name=""/>
          <p:cNvSpPr/>
          <p:nvPr/>
        </p:nvSpPr>
        <p:spPr>
          <a:xfrm>
            <a:off x="16502040" y="850104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4961" y="0"/>
                </a:moveTo>
                <a:lnTo>
                  <a:pt x="0" y="4961"/>
                </a:lnTo>
                <a:lnTo>
                  <a:pt x="1240" y="4961"/>
                </a:lnTo>
                <a:lnTo>
                  <a:pt x="4961" y="1240"/>
                </a:lnTo>
                <a:lnTo>
                  <a:pt x="4961" y="0"/>
                </a:lnTo>
                <a:close/>
              </a:path>
            </a:pathLst>
          </a:custGeom>
          <a:solidFill>
            <a:srgbClr val="F2AF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31" name=""/>
          <p:cNvSpPr/>
          <p:nvPr/>
        </p:nvSpPr>
        <p:spPr>
          <a:xfrm>
            <a:off x="16948440" y="8947440"/>
            <a:ext cx="1339560" cy="1339560"/>
          </a:xfrm>
          <a:custGeom>
            <a:avLst/>
            <a:gdLst/>
            <a:ahLst/>
            <a:rect l="0" t="0" r="r" b="b"/>
            <a:pathLst>
              <a:path w="3721" h="3721">
                <a:moveTo>
                  <a:pt x="3721" y="0"/>
                </a:moveTo>
                <a:lnTo>
                  <a:pt x="0" y="3721"/>
                </a:lnTo>
                <a:lnTo>
                  <a:pt x="1240" y="3721"/>
                </a:lnTo>
                <a:lnTo>
                  <a:pt x="3721" y="1240"/>
                </a:lnTo>
                <a:lnTo>
                  <a:pt x="3721" y="0"/>
                </a:lnTo>
                <a:close/>
              </a:path>
            </a:pathLst>
          </a:custGeom>
          <a:solidFill>
            <a:srgbClr val="F2B08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32" name=""/>
          <p:cNvSpPr/>
          <p:nvPr/>
        </p:nvSpPr>
        <p:spPr>
          <a:xfrm>
            <a:off x="17394840" y="9393840"/>
            <a:ext cx="893160" cy="893160"/>
          </a:xfrm>
          <a:custGeom>
            <a:avLst/>
            <a:gdLst/>
            <a:ahLst/>
            <a:rect l="0" t="0" r="r" b="b"/>
            <a:pathLst>
              <a:path w="2481" h="2481">
                <a:moveTo>
                  <a:pt x="2481" y="0"/>
                </a:moveTo>
                <a:lnTo>
                  <a:pt x="0" y="2481"/>
                </a:lnTo>
                <a:lnTo>
                  <a:pt x="1241" y="2481"/>
                </a:lnTo>
                <a:lnTo>
                  <a:pt x="2481" y="1240"/>
                </a:lnTo>
                <a:lnTo>
                  <a:pt x="2481" y="0"/>
                </a:lnTo>
                <a:close/>
              </a:path>
            </a:pathLst>
          </a:custGeom>
          <a:solidFill>
            <a:srgbClr val="F2B18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33" name=""/>
          <p:cNvSpPr/>
          <p:nvPr/>
        </p:nvSpPr>
        <p:spPr>
          <a:xfrm>
            <a:off x="17841240" y="9840240"/>
            <a:ext cx="446760" cy="446760"/>
          </a:xfrm>
          <a:custGeom>
            <a:avLst/>
            <a:gdLst/>
            <a:ahLst/>
            <a:rect l="0" t="0" r="r" b="b"/>
            <a:pathLst>
              <a:path w="1241" h="1241">
                <a:moveTo>
                  <a:pt x="1241" y="0"/>
                </a:moveTo>
                <a:lnTo>
                  <a:pt x="0" y="1241"/>
                </a:lnTo>
                <a:lnTo>
                  <a:pt x="1241" y="1241"/>
                </a:lnTo>
                <a:lnTo>
                  <a:pt x="1241" y="0"/>
                </a:lnTo>
                <a:close/>
              </a:path>
            </a:pathLst>
          </a:custGeom>
          <a:solidFill>
            <a:srgbClr val="F3B2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34" name=""/>
          <p:cNvSpPr/>
          <p:nvPr/>
        </p:nvSpPr>
        <p:spPr>
          <a:xfrm>
            <a:off x="0" y="0"/>
            <a:ext cx="9144000" cy="5143680"/>
          </a:xfrm>
          <a:custGeom>
            <a:avLst/>
            <a:gdLst/>
            <a:ahLst/>
            <a:rect l="0" t="0" r="r" b="b"/>
            <a:pathLst>
              <a:path w="25400" h="14288">
                <a:moveTo>
                  <a:pt x="0" y="0"/>
                </a:moveTo>
                <a:lnTo>
                  <a:pt x="25400" y="0"/>
                </a:lnTo>
                <a:lnTo>
                  <a:pt x="25400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35" name=""/>
          <p:cNvSpPr/>
          <p:nvPr/>
        </p:nvSpPr>
        <p:spPr>
          <a:xfrm>
            <a:off x="0" y="5143320"/>
            <a:ext cx="4572360" cy="2572200"/>
          </a:xfrm>
          <a:custGeom>
            <a:avLst/>
            <a:gdLst/>
            <a:ahLst/>
            <a:rect l="0" t="0" r="r" b="b"/>
            <a:pathLst>
              <a:path w="12701" h="7145">
                <a:moveTo>
                  <a:pt x="0" y="0"/>
                </a:moveTo>
                <a:lnTo>
                  <a:pt x="12701" y="0"/>
                </a:lnTo>
                <a:lnTo>
                  <a:pt x="12701" y="7145"/>
                </a:lnTo>
                <a:lnTo>
                  <a:pt x="0" y="7145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36" name=""/>
          <p:cNvSpPr/>
          <p:nvPr/>
        </p:nvSpPr>
        <p:spPr>
          <a:xfrm>
            <a:off x="0" y="7715160"/>
            <a:ext cx="1143000" cy="643320"/>
          </a:xfrm>
          <a:custGeom>
            <a:avLst/>
            <a:gdLst/>
            <a:ahLst/>
            <a:rect l="0" t="0" r="r" b="b"/>
            <a:pathLst>
              <a:path w="3175" h="1787">
                <a:moveTo>
                  <a:pt x="0" y="0"/>
                </a:moveTo>
                <a:lnTo>
                  <a:pt x="3175" y="0"/>
                </a:lnTo>
                <a:lnTo>
                  <a:pt x="3175" y="1787"/>
                </a:lnTo>
                <a:lnTo>
                  <a:pt x="0" y="178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37" name=""/>
          <p:cNvSpPr/>
          <p:nvPr/>
        </p:nvSpPr>
        <p:spPr>
          <a:xfrm>
            <a:off x="0" y="835812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38" name=""/>
          <p:cNvSpPr/>
          <p:nvPr/>
        </p:nvSpPr>
        <p:spPr>
          <a:xfrm>
            <a:off x="0" y="851868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39" name=""/>
          <p:cNvSpPr/>
          <p:nvPr/>
        </p:nvSpPr>
        <p:spPr>
          <a:xfrm>
            <a:off x="285480" y="83581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40" name=""/>
          <p:cNvSpPr/>
          <p:nvPr/>
        </p:nvSpPr>
        <p:spPr>
          <a:xfrm>
            <a:off x="285480" y="851868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41" name=""/>
          <p:cNvSpPr/>
          <p:nvPr/>
        </p:nvSpPr>
        <p:spPr>
          <a:xfrm>
            <a:off x="0" y="867960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42" name=""/>
          <p:cNvSpPr/>
          <p:nvPr/>
        </p:nvSpPr>
        <p:spPr>
          <a:xfrm>
            <a:off x="0" y="884016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43" name=""/>
          <p:cNvSpPr/>
          <p:nvPr/>
        </p:nvSpPr>
        <p:spPr>
          <a:xfrm>
            <a:off x="285480" y="867960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44" name=""/>
          <p:cNvSpPr/>
          <p:nvPr/>
        </p:nvSpPr>
        <p:spPr>
          <a:xfrm>
            <a:off x="285480" y="884016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45" name=""/>
          <p:cNvSpPr/>
          <p:nvPr/>
        </p:nvSpPr>
        <p:spPr>
          <a:xfrm>
            <a:off x="571320" y="83581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46" name=""/>
          <p:cNvSpPr/>
          <p:nvPr/>
        </p:nvSpPr>
        <p:spPr>
          <a:xfrm>
            <a:off x="571320" y="851868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47" name=""/>
          <p:cNvSpPr/>
          <p:nvPr/>
        </p:nvSpPr>
        <p:spPr>
          <a:xfrm>
            <a:off x="857160" y="835812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48" name=""/>
          <p:cNvSpPr/>
          <p:nvPr/>
        </p:nvSpPr>
        <p:spPr>
          <a:xfrm>
            <a:off x="857160" y="851868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49" name=""/>
          <p:cNvSpPr/>
          <p:nvPr/>
        </p:nvSpPr>
        <p:spPr>
          <a:xfrm>
            <a:off x="571320" y="867960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50" name=""/>
          <p:cNvSpPr/>
          <p:nvPr/>
        </p:nvSpPr>
        <p:spPr>
          <a:xfrm>
            <a:off x="571320" y="884016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51" name=""/>
          <p:cNvSpPr/>
          <p:nvPr/>
        </p:nvSpPr>
        <p:spPr>
          <a:xfrm>
            <a:off x="857160" y="867960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52" name=""/>
          <p:cNvSpPr/>
          <p:nvPr/>
        </p:nvSpPr>
        <p:spPr>
          <a:xfrm>
            <a:off x="857160" y="884016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53" name=""/>
          <p:cNvSpPr/>
          <p:nvPr/>
        </p:nvSpPr>
        <p:spPr>
          <a:xfrm>
            <a:off x="1142640" y="7715160"/>
            <a:ext cx="1143360" cy="643320"/>
          </a:xfrm>
          <a:custGeom>
            <a:avLst/>
            <a:gdLst/>
            <a:ahLst/>
            <a:rect l="0" t="0" r="r" b="b"/>
            <a:pathLst>
              <a:path w="3176" h="1787">
                <a:moveTo>
                  <a:pt x="0" y="0"/>
                </a:moveTo>
                <a:lnTo>
                  <a:pt x="3176" y="0"/>
                </a:lnTo>
                <a:lnTo>
                  <a:pt x="3176" y="1787"/>
                </a:lnTo>
                <a:lnTo>
                  <a:pt x="0" y="178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54" name=""/>
          <p:cNvSpPr/>
          <p:nvPr/>
        </p:nvSpPr>
        <p:spPr>
          <a:xfrm>
            <a:off x="1142640" y="83581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55" name=""/>
          <p:cNvSpPr/>
          <p:nvPr/>
        </p:nvSpPr>
        <p:spPr>
          <a:xfrm>
            <a:off x="1142640" y="851868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56" name=""/>
          <p:cNvSpPr/>
          <p:nvPr/>
        </p:nvSpPr>
        <p:spPr>
          <a:xfrm>
            <a:off x="1428480" y="83581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57" name=""/>
          <p:cNvSpPr/>
          <p:nvPr/>
        </p:nvSpPr>
        <p:spPr>
          <a:xfrm>
            <a:off x="1428480" y="851868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A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58" name=""/>
          <p:cNvSpPr/>
          <p:nvPr/>
        </p:nvSpPr>
        <p:spPr>
          <a:xfrm>
            <a:off x="1142640" y="867960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59" name=""/>
          <p:cNvSpPr/>
          <p:nvPr/>
        </p:nvSpPr>
        <p:spPr>
          <a:xfrm>
            <a:off x="1142640" y="884016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60" name=""/>
          <p:cNvSpPr/>
          <p:nvPr/>
        </p:nvSpPr>
        <p:spPr>
          <a:xfrm>
            <a:off x="1428480" y="867960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61" name=""/>
          <p:cNvSpPr/>
          <p:nvPr/>
        </p:nvSpPr>
        <p:spPr>
          <a:xfrm>
            <a:off x="1428480" y="884016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62" name=""/>
          <p:cNvSpPr/>
          <p:nvPr/>
        </p:nvSpPr>
        <p:spPr>
          <a:xfrm>
            <a:off x="1714320" y="83581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63" name=""/>
          <p:cNvSpPr/>
          <p:nvPr/>
        </p:nvSpPr>
        <p:spPr>
          <a:xfrm>
            <a:off x="1714320" y="851868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B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64" name=""/>
          <p:cNvSpPr/>
          <p:nvPr/>
        </p:nvSpPr>
        <p:spPr>
          <a:xfrm>
            <a:off x="2000160" y="835812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65" name=""/>
          <p:cNvSpPr/>
          <p:nvPr/>
        </p:nvSpPr>
        <p:spPr>
          <a:xfrm>
            <a:off x="2000160" y="851868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E8B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66" name=""/>
          <p:cNvSpPr/>
          <p:nvPr/>
        </p:nvSpPr>
        <p:spPr>
          <a:xfrm>
            <a:off x="1714320" y="867960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67" name=""/>
          <p:cNvSpPr/>
          <p:nvPr/>
        </p:nvSpPr>
        <p:spPr>
          <a:xfrm>
            <a:off x="0" y="9001080"/>
            <a:ext cx="2286000" cy="1285920"/>
          </a:xfrm>
          <a:custGeom>
            <a:avLst/>
            <a:gdLst/>
            <a:ahLst/>
            <a:rect l="0" t="0" r="r" b="b"/>
            <a:pathLst>
              <a:path w="6350" h="3572">
                <a:moveTo>
                  <a:pt x="0" y="0"/>
                </a:moveTo>
                <a:lnTo>
                  <a:pt x="6350" y="0"/>
                </a:lnTo>
                <a:lnTo>
                  <a:pt x="6350" y="3572"/>
                </a:lnTo>
                <a:lnTo>
                  <a:pt x="0" y="357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68" name=""/>
          <p:cNvSpPr/>
          <p:nvPr/>
        </p:nvSpPr>
        <p:spPr>
          <a:xfrm>
            <a:off x="2285640" y="7715160"/>
            <a:ext cx="1143720" cy="643320"/>
          </a:xfrm>
          <a:custGeom>
            <a:avLst/>
            <a:gdLst/>
            <a:ahLst/>
            <a:rect l="0" t="0" r="r" b="b"/>
            <a:pathLst>
              <a:path w="3177" h="1787">
                <a:moveTo>
                  <a:pt x="0" y="0"/>
                </a:moveTo>
                <a:lnTo>
                  <a:pt x="3177" y="0"/>
                </a:lnTo>
                <a:lnTo>
                  <a:pt x="3177" y="1787"/>
                </a:lnTo>
                <a:lnTo>
                  <a:pt x="0" y="178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69" name=""/>
          <p:cNvSpPr/>
          <p:nvPr/>
        </p:nvSpPr>
        <p:spPr>
          <a:xfrm>
            <a:off x="2285640" y="83581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70" name=""/>
          <p:cNvSpPr/>
          <p:nvPr/>
        </p:nvSpPr>
        <p:spPr>
          <a:xfrm>
            <a:off x="2285640" y="851868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D8E6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71" name=""/>
          <p:cNvSpPr/>
          <p:nvPr/>
        </p:nvSpPr>
        <p:spPr>
          <a:xfrm>
            <a:off x="2571480" y="83581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72" name=""/>
          <p:cNvSpPr/>
          <p:nvPr/>
        </p:nvSpPr>
        <p:spPr>
          <a:xfrm>
            <a:off x="2571480" y="851868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73" name=""/>
          <p:cNvSpPr/>
          <p:nvPr/>
        </p:nvSpPr>
        <p:spPr>
          <a:xfrm>
            <a:off x="2285640" y="8679600"/>
            <a:ext cx="572040" cy="321840"/>
          </a:xfrm>
          <a:custGeom>
            <a:avLst/>
            <a:gdLst/>
            <a:ahLst/>
            <a:rect l="0" t="0" r="r" b="b"/>
            <a:pathLst>
              <a:path w="1589" h="894">
                <a:moveTo>
                  <a:pt x="0" y="0"/>
                </a:moveTo>
                <a:lnTo>
                  <a:pt x="1589" y="0"/>
                </a:lnTo>
                <a:lnTo>
                  <a:pt x="1589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74" name=""/>
          <p:cNvSpPr/>
          <p:nvPr/>
        </p:nvSpPr>
        <p:spPr>
          <a:xfrm>
            <a:off x="2857320" y="83581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75" name=""/>
          <p:cNvSpPr/>
          <p:nvPr/>
        </p:nvSpPr>
        <p:spPr>
          <a:xfrm>
            <a:off x="2857320" y="851868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76" name=""/>
          <p:cNvSpPr/>
          <p:nvPr/>
        </p:nvSpPr>
        <p:spPr>
          <a:xfrm>
            <a:off x="3143160" y="83581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A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77" name=""/>
          <p:cNvSpPr/>
          <p:nvPr/>
        </p:nvSpPr>
        <p:spPr>
          <a:xfrm>
            <a:off x="3143160" y="851868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78" name=""/>
          <p:cNvSpPr/>
          <p:nvPr/>
        </p:nvSpPr>
        <p:spPr>
          <a:xfrm>
            <a:off x="2857320" y="8679600"/>
            <a:ext cx="572040" cy="321840"/>
          </a:xfrm>
          <a:custGeom>
            <a:avLst/>
            <a:gdLst/>
            <a:ahLst/>
            <a:rect l="0" t="0" r="r" b="b"/>
            <a:pathLst>
              <a:path w="1589" h="894">
                <a:moveTo>
                  <a:pt x="0" y="0"/>
                </a:moveTo>
                <a:lnTo>
                  <a:pt x="1589" y="0"/>
                </a:lnTo>
                <a:lnTo>
                  <a:pt x="1589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79" name=""/>
          <p:cNvSpPr/>
          <p:nvPr/>
        </p:nvSpPr>
        <p:spPr>
          <a:xfrm>
            <a:off x="3429000" y="771516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80" name=""/>
          <p:cNvSpPr/>
          <p:nvPr/>
        </p:nvSpPr>
        <p:spPr>
          <a:xfrm>
            <a:off x="3429000" y="803664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81" name=""/>
          <p:cNvSpPr/>
          <p:nvPr/>
        </p:nvSpPr>
        <p:spPr>
          <a:xfrm>
            <a:off x="3429000" y="819720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82" name=""/>
          <p:cNvSpPr/>
          <p:nvPr/>
        </p:nvSpPr>
        <p:spPr>
          <a:xfrm>
            <a:off x="3714480" y="803664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83" name=""/>
          <p:cNvSpPr/>
          <p:nvPr/>
        </p:nvSpPr>
        <p:spPr>
          <a:xfrm>
            <a:off x="3714480" y="819720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84" name=""/>
          <p:cNvSpPr/>
          <p:nvPr/>
        </p:nvSpPr>
        <p:spPr>
          <a:xfrm>
            <a:off x="4000320" y="7715160"/>
            <a:ext cx="572040" cy="321840"/>
          </a:xfrm>
          <a:custGeom>
            <a:avLst/>
            <a:gdLst/>
            <a:ahLst/>
            <a:rect l="0" t="0" r="r" b="b"/>
            <a:pathLst>
              <a:path w="1589" h="894">
                <a:moveTo>
                  <a:pt x="0" y="0"/>
                </a:moveTo>
                <a:lnTo>
                  <a:pt x="1589" y="0"/>
                </a:lnTo>
                <a:lnTo>
                  <a:pt x="1589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85" name=""/>
          <p:cNvSpPr/>
          <p:nvPr/>
        </p:nvSpPr>
        <p:spPr>
          <a:xfrm>
            <a:off x="4000320" y="803664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86" name=""/>
          <p:cNvSpPr/>
          <p:nvPr/>
        </p:nvSpPr>
        <p:spPr>
          <a:xfrm>
            <a:off x="4000320" y="819720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87" name=""/>
          <p:cNvSpPr/>
          <p:nvPr/>
        </p:nvSpPr>
        <p:spPr>
          <a:xfrm>
            <a:off x="4286160" y="803664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88" name=""/>
          <p:cNvSpPr/>
          <p:nvPr/>
        </p:nvSpPr>
        <p:spPr>
          <a:xfrm>
            <a:off x="4286160" y="819720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A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89" name=""/>
          <p:cNvSpPr/>
          <p:nvPr/>
        </p:nvSpPr>
        <p:spPr>
          <a:xfrm>
            <a:off x="3429000" y="835812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B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90" name=""/>
          <p:cNvSpPr/>
          <p:nvPr/>
        </p:nvSpPr>
        <p:spPr>
          <a:xfrm>
            <a:off x="3429000" y="851868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91" name=""/>
          <p:cNvSpPr/>
          <p:nvPr/>
        </p:nvSpPr>
        <p:spPr>
          <a:xfrm>
            <a:off x="3714480" y="83581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C8F6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292" name=""/>
          <p:cNvSpPr/>
          <p:nvPr/>
        </p:nvSpPr>
        <p:spPr>
          <a:xfrm>
            <a:off x="3714480" y="851868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93" name=""/>
          <p:cNvSpPr/>
          <p:nvPr/>
        </p:nvSpPr>
        <p:spPr>
          <a:xfrm>
            <a:off x="3429000" y="867960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94" name=""/>
          <p:cNvSpPr/>
          <p:nvPr/>
        </p:nvSpPr>
        <p:spPr>
          <a:xfrm>
            <a:off x="4000320" y="83581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95" name=""/>
          <p:cNvSpPr/>
          <p:nvPr/>
        </p:nvSpPr>
        <p:spPr>
          <a:xfrm>
            <a:off x="4000320" y="851868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96" name=""/>
          <p:cNvSpPr/>
          <p:nvPr/>
        </p:nvSpPr>
        <p:spPr>
          <a:xfrm>
            <a:off x="4286160" y="83581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97" name=""/>
          <p:cNvSpPr/>
          <p:nvPr/>
        </p:nvSpPr>
        <p:spPr>
          <a:xfrm>
            <a:off x="4286160" y="851868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98" name=""/>
          <p:cNvSpPr/>
          <p:nvPr/>
        </p:nvSpPr>
        <p:spPr>
          <a:xfrm>
            <a:off x="4000320" y="8679600"/>
            <a:ext cx="572040" cy="321840"/>
          </a:xfrm>
          <a:custGeom>
            <a:avLst/>
            <a:gdLst/>
            <a:ahLst/>
            <a:rect l="0" t="0" r="r" b="b"/>
            <a:pathLst>
              <a:path w="1589" h="894">
                <a:moveTo>
                  <a:pt x="0" y="0"/>
                </a:moveTo>
                <a:lnTo>
                  <a:pt x="1589" y="0"/>
                </a:lnTo>
                <a:lnTo>
                  <a:pt x="1589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299" name=""/>
          <p:cNvSpPr/>
          <p:nvPr/>
        </p:nvSpPr>
        <p:spPr>
          <a:xfrm>
            <a:off x="2285640" y="9001080"/>
            <a:ext cx="2286720" cy="1285920"/>
          </a:xfrm>
          <a:custGeom>
            <a:avLst/>
            <a:gdLst/>
            <a:ahLst/>
            <a:rect l="0" t="0" r="r" b="b"/>
            <a:pathLst>
              <a:path w="6352" h="3572">
                <a:moveTo>
                  <a:pt x="0" y="0"/>
                </a:moveTo>
                <a:lnTo>
                  <a:pt x="6352" y="0"/>
                </a:lnTo>
                <a:lnTo>
                  <a:pt x="6352" y="3572"/>
                </a:lnTo>
                <a:lnTo>
                  <a:pt x="0" y="357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00" name=""/>
          <p:cNvSpPr/>
          <p:nvPr/>
        </p:nvSpPr>
        <p:spPr>
          <a:xfrm>
            <a:off x="4572000" y="5143320"/>
            <a:ext cx="2286000" cy="1286280"/>
          </a:xfrm>
          <a:custGeom>
            <a:avLst/>
            <a:gdLst/>
            <a:ahLst/>
            <a:rect l="0" t="0" r="r" b="b"/>
            <a:pathLst>
              <a:path w="6350" h="3573">
                <a:moveTo>
                  <a:pt x="0" y="0"/>
                </a:moveTo>
                <a:lnTo>
                  <a:pt x="6350" y="0"/>
                </a:lnTo>
                <a:lnTo>
                  <a:pt x="6350" y="3573"/>
                </a:lnTo>
                <a:lnTo>
                  <a:pt x="0" y="3573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01" name=""/>
          <p:cNvSpPr/>
          <p:nvPr/>
        </p:nvSpPr>
        <p:spPr>
          <a:xfrm>
            <a:off x="4572000" y="6429240"/>
            <a:ext cx="2286000" cy="1286280"/>
          </a:xfrm>
          <a:custGeom>
            <a:avLst/>
            <a:gdLst/>
            <a:ahLst/>
            <a:rect l="0" t="0" r="r" b="b"/>
            <a:pathLst>
              <a:path w="6350" h="3573">
                <a:moveTo>
                  <a:pt x="0" y="0"/>
                </a:moveTo>
                <a:lnTo>
                  <a:pt x="6350" y="0"/>
                </a:lnTo>
                <a:lnTo>
                  <a:pt x="6350" y="3573"/>
                </a:lnTo>
                <a:lnTo>
                  <a:pt x="0" y="3573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02" name=""/>
          <p:cNvSpPr/>
          <p:nvPr/>
        </p:nvSpPr>
        <p:spPr>
          <a:xfrm>
            <a:off x="6857640" y="5143320"/>
            <a:ext cx="2286360" cy="1286280"/>
          </a:xfrm>
          <a:custGeom>
            <a:avLst/>
            <a:gdLst/>
            <a:ahLst/>
            <a:rect l="0" t="0" r="r" b="b"/>
            <a:pathLst>
              <a:path w="6351" h="3573">
                <a:moveTo>
                  <a:pt x="0" y="0"/>
                </a:moveTo>
                <a:lnTo>
                  <a:pt x="6351" y="0"/>
                </a:lnTo>
                <a:lnTo>
                  <a:pt x="6351" y="3573"/>
                </a:lnTo>
                <a:lnTo>
                  <a:pt x="0" y="3573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03" name=""/>
          <p:cNvSpPr/>
          <p:nvPr/>
        </p:nvSpPr>
        <p:spPr>
          <a:xfrm>
            <a:off x="6857640" y="6429240"/>
            <a:ext cx="1143360" cy="643320"/>
          </a:xfrm>
          <a:custGeom>
            <a:avLst/>
            <a:gdLst/>
            <a:ahLst/>
            <a:rect l="0" t="0" r="r" b="b"/>
            <a:pathLst>
              <a:path w="3176" h="1787">
                <a:moveTo>
                  <a:pt x="0" y="0"/>
                </a:moveTo>
                <a:lnTo>
                  <a:pt x="3176" y="0"/>
                </a:lnTo>
                <a:lnTo>
                  <a:pt x="3176" y="1787"/>
                </a:lnTo>
                <a:lnTo>
                  <a:pt x="0" y="178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04" name=""/>
          <p:cNvSpPr/>
          <p:nvPr/>
        </p:nvSpPr>
        <p:spPr>
          <a:xfrm>
            <a:off x="6857640" y="7072200"/>
            <a:ext cx="572040" cy="321840"/>
          </a:xfrm>
          <a:custGeom>
            <a:avLst/>
            <a:gdLst/>
            <a:ahLst/>
            <a:rect l="0" t="0" r="r" b="b"/>
            <a:pathLst>
              <a:path w="1589" h="894">
                <a:moveTo>
                  <a:pt x="0" y="0"/>
                </a:moveTo>
                <a:lnTo>
                  <a:pt x="1589" y="0"/>
                </a:lnTo>
                <a:lnTo>
                  <a:pt x="1589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05" name=""/>
          <p:cNvSpPr/>
          <p:nvPr/>
        </p:nvSpPr>
        <p:spPr>
          <a:xfrm>
            <a:off x="6857640" y="739368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06" name=""/>
          <p:cNvSpPr/>
          <p:nvPr/>
        </p:nvSpPr>
        <p:spPr>
          <a:xfrm>
            <a:off x="6857640" y="755424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07" name=""/>
          <p:cNvSpPr/>
          <p:nvPr/>
        </p:nvSpPr>
        <p:spPr>
          <a:xfrm>
            <a:off x="7143480" y="739368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08" name=""/>
          <p:cNvSpPr/>
          <p:nvPr/>
        </p:nvSpPr>
        <p:spPr>
          <a:xfrm>
            <a:off x="7143480" y="755424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B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09" name=""/>
          <p:cNvSpPr/>
          <p:nvPr/>
        </p:nvSpPr>
        <p:spPr>
          <a:xfrm>
            <a:off x="7429320" y="707220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10" name=""/>
          <p:cNvSpPr/>
          <p:nvPr/>
        </p:nvSpPr>
        <p:spPr>
          <a:xfrm>
            <a:off x="7429320" y="723276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11" name=""/>
          <p:cNvSpPr/>
          <p:nvPr/>
        </p:nvSpPr>
        <p:spPr>
          <a:xfrm>
            <a:off x="7715160" y="707220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12" name=""/>
          <p:cNvSpPr/>
          <p:nvPr/>
        </p:nvSpPr>
        <p:spPr>
          <a:xfrm>
            <a:off x="7715160" y="723276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13" name=""/>
          <p:cNvSpPr/>
          <p:nvPr/>
        </p:nvSpPr>
        <p:spPr>
          <a:xfrm>
            <a:off x="7429320" y="739368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14" name=""/>
          <p:cNvSpPr/>
          <p:nvPr/>
        </p:nvSpPr>
        <p:spPr>
          <a:xfrm>
            <a:off x="7429320" y="755424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15" name=""/>
          <p:cNvSpPr/>
          <p:nvPr/>
        </p:nvSpPr>
        <p:spPr>
          <a:xfrm>
            <a:off x="7715160" y="739368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E8B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16" name=""/>
          <p:cNvSpPr/>
          <p:nvPr/>
        </p:nvSpPr>
        <p:spPr>
          <a:xfrm>
            <a:off x="7715160" y="755424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17" name=""/>
          <p:cNvSpPr/>
          <p:nvPr/>
        </p:nvSpPr>
        <p:spPr>
          <a:xfrm>
            <a:off x="8000640" y="6429240"/>
            <a:ext cx="572040" cy="321840"/>
          </a:xfrm>
          <a:custGeom>
            <a:avLst/>
            <a:gdLst/>
            <a:ahLst/>
            <a:rect l="0" t="0" r="r" b="b"/>
            <a:pathLst>
              <a:path w="1589" h="894">
                <a:moveTo>
                  <a:pt x="0" y="0"/>
                </a:moveTo>
                <a:lnTo>
                  <a:pt x="1589" y="0"/>
                </a:lnTo>
                <a:lnTo>
                  <a:pt x="1589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18" name=""/>
          <p:cNvSpPr/>
          <p:nvPr/>
        </p:nvSpPr>
        <p:spPr>
          <a:xfrm>
            <a:off x="8000640" y="6750720"/>
            <a:ext cx="572040" cy="321840"/>
          </a:xfrm>
          <a:custGeom>
            <a:avLst/>
            <a:gdLst/>
            <a:ahLst/>
            <a:rect l="0" t="0" r="r" b="b"/>
            <a:pathLst>
              <a:path w="1589" h="894">
                <a:moveTo>
                  <a:pt x="0" y="0"/>
                </a:moveTo>
                <a:lnTo>
                  <a:pt x="1589" y="0"/>
                </a:lnTo>
                <a:lnTo>
                  <a:pt x="1589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19" name=""/>
          <p:cNvSpPr/>
          <p:nvPr/>
        </p:nvSpPr>
        <p:spPr>
          <a:xfrm>
            <a:off x="8572320" y="642924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20" name=""/>
          <p:cNvSpPr/>
          <p:nvPr/>
        </p:nvSpPr>
        <p:spPr>
          <a:xfrm>
            <a:off x="8572320" y="67507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21" name=""/>
          <p:cNvSpPr/>
          <p:nvPr/>
        </p:nvSpPr>
        <p:spPr>
          <a:xfrm>
            <a:off x="8572320" y="691128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22" name=""/>
          <p:cNvSpPr/>
          <p:nvPr/>
        </p:nvSpPr>
        <p:spPr>
          <a:xfrm>
            <a:off x="8858160" y="675072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23" name=""/>
          <p:cNvSpPr/>
          <p:nvPr/>
        </p:nvSpPr>
        <p:spPr>
          <a:xfrm>
            <a:off x="8858160" y="691128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24" name=""/>
          <p:cNvSpPr/>
          <p:nvPr/>
        </p:nvSpPr>
        <p:spPr>
          <a:xfrm>
            <a:off x="8000640" y="707220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25" name=""/>
          <p:cNvSpPr/>
          <p:nvPr/>
        </p:nvSpPr>
        <p:spPr>
          <a:xfrm>
            <a:off x="8000640" y="723276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26" name=""/>
          <p:cNvSpPr/>
          <p:nvPr/>
        </p:nvSpPr>
        <p:spPr>
          <a:xfrm>
            <a:off x="8286480" y="707220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27" name=""/>
          <p:cNvSpPr/>
          <p:nvPr/>
        </p:nvSpPr>
        <p:spPr>
          <a:xfrm>
            <a:off x="8286480" y="723276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B916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28" name=""/>
          <p:cNvSpPr/>
          <p:nvPr/>
        </p:nvSpPr>
        <p:spPr>
          <a:xfrm>
            <a:off x="8000640" y="739368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29" name=""/>
          <p:cNvSpPr/>
          <p:nvPr/>
        </p:nvSpPr>
        <p:spPr>
          <a:xfrm>
            <a:off x="8000640" y="755424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30" name=""/>
          <p:cNvSpPr/>
          <p:nvPr/>
        </p:nvSpPr>
        <p:spPr>
          <a:xfrm>
            <a:off x="8286480" y="739368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31" name=""/>
          <p:cNvSpPr/>
          <p:nvPr/>
        </p:nvSpPr>
        <p:spPr>
          <a:xfrm>
            <a:off x="8286480" y="755424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32" name=""/>
          <p:cNvSpPr/>
          <p:nvPr/>
        </p:nvSpPr>
        <p:spPr>
          <a:xfrm>
            <a:off x="8572320" y="707220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B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33" name=""/>
          <p:cNvSpPr/>
          <p:nvPr/>
        </p:nvSpPr>
        <p:spPr>
          <a:xfrm>
            <a:off x="8572320" y="723276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34" name=""/>
          <p:cNvSpPr/>
          <p:nvPr/>
        </p:nvSpPr>
        <p:spPr>
          <a:xfrm>
            <a:off x="8858160" y="707220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35" name=""/>
          <p:cNvSpPr/>
          <p:nvPr/>
        </p:nvSpPr>
        <p:spPr>
          <a:xfrm>
            <a:off x="8858160" y="723276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36" name=""/>
          <p:cNvSpPr/>
          <p:nvPr/>
        </p:nvSpPr>
        <p:spPr>
          <a:xfrm>
            <a:off x="8572320" y="739368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37" name=""/>
          <p:cNvSpPr/>
          <p:nvPr/>
        </p:nvSpPr>
        <p:spPr>
          <a:xfrm>
            <a:off x="4572000" y="771516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38" name=""/>
          <p:cNvSpPr/>
          <p:nvPr/>
        </p:nvSpPr>
        <p:spPr>
          <a:xfrm>
            <a:off x="4572000" y="803664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39" name=""/>
          <p:cNvSpPr/>
          <p:nvPr/>
        </p:nvSpPr>
        <p:spPr>
          <a:xfrm>
            <a:off x="4572000" y="819720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E8C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40" name=""/>
          <p:cNvSpPr/>
          <p:nvPr/>
        </p:nvSpPr>
        <p:spPr>
          <a:xfrm>
            <a:off x="4857480" y="803664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41" name=""/>
          <p:cNvSpPr/>
          <p:nvPr/>
        </p:nvSpPr>
        <p:spPr>
          <a:xfrm>
            <a:off x="4857480" y="819720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42" name=""/>
          <p:cNvSpPr/>
          <p:nvPr/>
        </p:nvSpPr>
        <p:spPr>
          <a:xfrm>
            <a:off x="5143320" y="771516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43" name=""/>
          <p:cNvSpPr/>
          <p:nvPr/>
        </p:nvSpPr>
        <p:spPr>
          <a:xfrm>
            <a:off x="5143320" y="787572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44" name=""/>
          <p:cNvSpPr/>
          <p:nvPr/>
        </p:nvSpPr>
        <p:spPr>
          <a:xfrm>
            <a:off x="5429160" y="771516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45" name=""/>
          <p:cNvSpPr/>
          <p:nvPr/>
        </p:nvSpPr>
        <p:spPr>
          <a:xfrm>
            <a:off x="5429160" y="787572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46" name=""/>
          <p:cNvSpPr/>
          <p:nvPr/>
        </p:nvSpPr>
        <p:spPr>
          <a:xfrm>
            <a:off x="5143320" y="803664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A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47" name=""/>
          <p:cNvSpPr/>
          <p:nvPr/>
        </p:nvSpPr>
        <p:spPr>
          <a:xfrm>
            <a:off x="5143320" y="819720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48" name=""/>
          <p:cNvSpPr/>
          <p:nvPr/>
        </p:nvSpPr>
        <p:spPr>
          <a:xfrm>
            <a:off x="5429160" y="803664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D8D6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49" name=""/>
          <p:cNvSpPr/>
          <p:nvPr/>
        </p:nvSpPr>
        <p:spPr>
          <a:xfrm>
            <a:off x="5429160" y="819720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50" name=""/>
          <p:cNvSpPr/>
          <p:nvPr/>
        </p:nvSpPr>
        <p:spPr>
          <a:xfrm>
            <a:off x="4572000" y="8358120"/>
            <a:ext cx="1143360" cy="643320"/>
          </a:xfrm>
          <a:custGeom>
            <a:avLst/>
            <a:gdLst/>
            <a:ahLst/>
            <a:rect l="0" t="0" r="r" b="b"/>
            <a:pathLst>
              <a:path w="3176" h="1787">
                <a:moveTo>
                  <a:pt x="0" y="0"/>
                </a:moveTo>
                <a:lnTo>
                  <a:pt x="3176" y="0"/>
                </a:lnTo>
                <a:lnTo>
                  <a:pt x="3176" y="1787"/>
                </a:lnTo>
                <a:lnTo>
                  <a:pt x="0" y="178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51" name=""/>
          <p:cNvSpPr/>
          <p:nvPr/>
        </p:nvSpPr>
        <p:spPr>
          <a:xfrm>
            <a:off x="5715000" y="771516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52" name=""/>
          <p:cNvSpPr/>
          <p:nvPr/>
        </p:nvSpPr>
        <p:spPr>
          <a:xfrm>
            <a:off x="5715000" y="787572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53" name=""/>
          <p:cNvSpPr/>
          <p:nvPr/>
        </p:nvSpPr>
        <p:spPr>
          <a:xfrm>
            <a:off x="6000480" y="771516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54" name=""/>
          <p:cNvSpPr/>
          <p:nvPr/>
        </p:nvSpPr>
        <p:spPr>
          <a:xfrm>
            <a:off x="6000480" y="787572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B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55" name=""/>
          <p:cNvSpPr/>
          <p:nvPr/>
        </p:nvSpPr>
        <p:spPr>
          <a:xfrm>
            <a:off x="5715000" y="803664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56" name=""/>
          <p:cNvSpPr/>
          <p:nvPr/>
        </p:nvSpPr>
        <p:spPr>
          <a:xfrm>
            <a:off x="5715000" y="819720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57" name=""/>
          <p:cNvSpPr/>
          <p:nvPr/>
        </p:nvSpPr>
        <p:spPr>
          <a:xfrm>
            <a:off x="6000480" y="803664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58" name=""/>
          <p:cNvSpPr/>
          <p:nvPr/>
        </p:nvSpPr>
        <p:spPr>
          <a:xfrm>
            <a:off x="6000480" y="819720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59" name=""/>
          <p:cNvSpPr/>
          <p:nvPr/>
        </p:nvSpPr>
        <p:spPr>
          <a:xfrm>
            <a:off x="6286320" y="771516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60" name=""/>
          <p:cNvSpPr/>
          <p:nvPr/>
        </p:nvSpPr>
        <p:spPr>
          <a:xfrm>
            <a:off x="6286320" y="787572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61" name=""/>
          <p:cNvSpPr/>
          <p:nvPr/>
        </p:nvSpPr>
        <p:spPr>
          <a:xfrm>
            <a:off x="6572160" y="771516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B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62" name=""/>
          <p:cNvSpPr/>
          <p:nvPr/>
        </p:nvSpPr>
        <p:spPr>
          <a:xfrm>
            <a:off x="6572160" y="787572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63" name=""/>
          <p:cNvSpPr/>
          <p:nvPr/>
        </p:nvSpPr>
        <p:spPr>
          <a:xfrm>
            <a:off x="6286320" y="803664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64" name=""/>
          <p:cNvSpPr/>
          <p:nvPr/>
        </p:nvSpPr>
        <p:spPr>
          <a:xfrm>
            <a:off x="5715000" y="8358120"/>
            <a:ext cx="1143000" cy="643320"/>
          </a:xfrm>
          <a:custGeom>
            <a:avLst/>
            <a:gdLst/>
            <a:ahLst/>
            <a:rect l="0" t="0" r="r" b="b"/>
            <a:pathLst>
              <a:path w="3175" h="1787">
                <a:moveTo>
                  <a:pt x="0" y="0"/>
                </a:moveTo>
                <a:lnTo>
                  <a:pt x="3175" y="0"/>
                </a:lnTo>
                <a:lnTo>
                  <a:pt x="3175" y="1787"/>
                </a:lnTo>
                <a:lnTo>
                  <a:pt x="0" y="178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65" name=""/>
          <p:cNvSpPr/>
          <p:nvPr/>
        </p:nvSpPr>
        <p:spPr>
          <a:xfrm>
            <a:off x="4572000" y="9001080"/>
            <a:ext cx="2286000" cy="1285920"/>
          </a:xfrm>
          <a:custGeom>
            <a:avLst/>
            <a:gdLst/>
            <a:ahLst/>
            <a:rect l="0" t="0" r="r" b="b"/>
            <a:pathLst>
              <a:path w="6350" h="3572">
                <a:moveTo>
                  <a:pt x="0" y="0"/>
                </a:moveTo>
                <a:lnTo>
                  <a:pt x="6350" y="0"/>
                </a:lnTo>
                <a:lnTo>
                  <a:pt x="6350" y="3572"/>
                </a:lnTo>
                <a:lnTo>
                  <a:pt x="0" y="357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66" name=""/>
          <p:cNvSpPr/>
          <p:nvPr/>
        </p:nvSpPr>
        <p:spPr>
          <a:xfrm>
            <a:off x="6857640" y="771516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67" name=""/>
          <p:cNvSpPr/>
          <p:nvPr/>
        </p:nvSpPr>
        <p:spPr>
          <a:xfrm>
            <a:off x="6857640" y="787572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68" name=""/>
          <p:cNvSpPr/>
          <p:nvPr/>
        </p:nvSpPr>
        <p:spPr>
          <a:xfrm>
            <a:off x="7143480" y="771516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69" name=""/>
          <p:cNvSpPr/>
          <p:nvPr/>
        </p:nvSpPr>
        <p:spPr>
          <a:xfrm>
            <a:off x="7143480" y="787572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70" name=""/>
          <p:cNvSpPr/>
          <p:nvPr/>
        </p:nvSpPr>
        <p:spPr>
          <a:xfrm>
            <a:off x="6857640" y="8036640"/>
            <a:ext cx="572040" cy="321840"/>
          </a:xfrm>
          <a:custGeom>
            <a:avLst/>
            <a:gdLst/>
            <a:ahLst/>
            <a:rect l="0" t="0" r="r" b="b"/>
            <a:pathLst>
              <a:path w="1589" h="894">
                <a:moveTo>
                  <a:pt x="0" y="0"/>
                </a:moveTo>
                <a:lnTo>
                  <a:pt x="1589" y="0"/>
                </a:lnTo>
                <a:lnTo>
                  <a:pt x="1589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71" name=""/>
          <p:cNvSpPr/>
          <p:nvPr/>
        </p:nvSpPr>
        <p:spPr>
          <a:xfrm>
            <a:off x="7429320" y="771516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72" name=""/>
          <p:cNvSpPr/>
          <p:nvPr/>
        </p:nvSpPr>
        <p:spPr>
          <a:xfrm>
            <a:off x="7429320" y="803664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73" name=""/>
          <p:cNvSpPr/>
          <p:nvPr/>
        </p:nvSpPr>
        <p:spPr>
          <a:xfrm>
            <a:off x="6857640" y="8358120"/>
            <a:ext cx="1143360" cy="643320"/>
          </a:xfrm>
          <a:custGeom>
            <a:avLst/>
            <a:gdLst/>
            <a:ahLst/>
            <a:rect l="0" t="0" r="r" b="b"/>
            <a:pathLst>
              <a:path w="3176" h="1787">
                <a:moveTo>
                  <a:pt x="0" y="0"/>
                </a:moveTo>
                <a:lnTo>
                  <a:pt x="3176" y="0"/>
                </a:lnTo>
                <a:lnTo>
                  <a:pt x="3176" y="1787"/>
                </a:lnTo>
                <a:lnTo>
                  <a:pt x="0" y="178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74" name=""/>
          <p:cNvSpPr/>
          <p:nvPr/>
        </p:nvSpPr>
        <p:spPr>
          <a:xfrm>
            <a:off x="8000640" y="7715160"/>
            <a:ext cx="1143360" cy="643320"/>
          </a:xfrm>
          <a:custGeom>
            <a:avLst/>
            <a:gdLst/>
            <a:ahLst/>
            <a:rect l="0" t="0" r="r" b="b"/>
            <a:pathLst>
              <a:path w="3176" h="1787">
                <a:moveTo>
                  <a:pt x="0" y="0"/>
                </a:moveTo>
                <a:lnTo>
                  <a:pt x="3176" y="0"/>
                </a:lnTo>
                <a:lnTo>
                  <a:pt x="3176" y="1787"/>
                </a:lnTo>
                <a:lnTo>
                  <a:pt x="0" y="178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75" name=""/>
          <p:cNvSpPr/>
          <p:nvPr/>
        </p:nvSpPr>
        <p:spPr>
          <a:xfrm>
            <a:off x="8000640" y="8358120"/>
            <a:ext cx="1143360" cy="643320"/>
          </a:xfrm>
          <a:custGeom>
            <a:avLst/>
            <a:gdLst/>
            <a:ahLst/>
            <a:rect l="0" t="0" r="r" b="b"/>
            <a:pathLst>
              <a:path w="3176" h="1787">
                <a:moveTo>
                  <a:pt x="0" y="0"/>
                </a:moveTo>
                <a:lnTo>
                  <a:pt x="3176" y="0"/>
                </a:lnTo>
                <a:lnTo>
                  <a:pt x="3176" y="1787"/>
                </a:lnTo>
                <a:lnTo>
                  <a:pt x="0" y="178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76" name=""/>
          <p:cNvSpPr/>
          <p:nvPr/>
        </p:nvSpPr>
        <p:spPr>
          <a:xfrm>
            <a:off x="6857640" y="9001080"/>
            <a:ext cx="2286360" cy="1285920"/>
          </a:xfrm>
          <a:custGeom>
            <a:avLst/>
            <a:gdLst/>
            <a:ahLst/>
            <a:rect l="0" t="0" r="r" b="b"/>
            <a:pathLst>
              <a:path w="6351" h="3572">
                <a:moveTo>
                  <a:pt x="0" y="0"/>
                </a:moveTo>
                <a:lnTo>
                  <a:pt x="6351" y="0"/>
                </a:lnTo>
                <a:lnTo>
                  <a:pt x="6351" y="3572"/>
                </a:lnTo>
                <a:lnTo>
                  <a:pt x="0" y="357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377" name=""/>
          <p:cNvSpPr/>
          <p:nvPr/>
        </p:nvSpPr>
        <p:spPr>
          <a:xfrm>
            <a:off x="9143640" y="0"/>
            <a:ext cx="4572360" cy="2571840"/>
          </a:xfrm>
          <a:custGeom>
            <a:avLst/>
            <a:gdLst/>
            <a:ahLst/>
            <a:rect l="0" t="0" r="r" b="b"/>
            <a:pathLst>
              <a:path w="12701" h="7144">
                <a:moveTo>
                  <a:pt x="0" y="0"/>
                </a:moveTo>
                <a:lnTo>
                  <a:pt x="12701" y="0"/>
                </a:lnTo>
                <a:lnTo>
                  <a:pt x="12701" y="7144"/>
                </a:lnTo>
                <a:lnTo>
                  <a:pt x="0" y="7144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78" name=""/>
          <p:cNvSpPr/>
          <p:nvPr/>
        </p:nvSpPr>
        <p:spPr>
          <a:xfrm>
            <a:off x="9143640" y="2571480"/>
            <a:ext cx="2286720" cy="1286280"/>
          </a:xfrm>
          <a:custGeom>
            <a:avLst/>
            <a:gdLst/>
            <a:ahLst/>
            <a:rect l="0" t="0" r="r" b="b"/>
            <a:pathLst>
              <a:path w="6352" h="3573">
                <a:moveTo>
                  <a:pt x="0" y="0"/>
                </a:moveTo>
                <a:lnTo>
                  <a:pt x="6352" y="0"/>
                </a:lnTo>
                <a:lnTo>
                  <a:pt x="6352" y="3573"/>
                </a:lnTo>
                <a:lnTo>
                  <a:pt x="0" y="3573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79" name=""/>
          <p:cNvSpPr/>
          <p:nvPr/>
        </p:nvSpPr>
        <p:spPr>
          <a:xfrm>
            <a:off x="9143640" y="3857400"/>
            <a:ext cx="2286720" cy="1286280"/>
          </a:xfrm>
          <a:custGeom>
            <a:avLst/>
            <a:gdLst/>
            <a:ahLst/>
            <a:rect l="0" t="0" r="r" b="b"/>
            <a:pathLst>
              <a:path w="6352" h="3573">
                <a:moveTo>
                  <a:pt x="0" y="0"/>
                </a:moveTo>
                <a:lnTo>
                  <a:pt x="6352" y="0"/>
                </a:lnTo>
                <a:lnTo>
                  <a:pt x="6352" y="3573"/>
                </a:lnTo>
                <a:lnTo>
                  <a:pt x="0" y="3573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80" name=""/>
          <p:cNvSpPr/>
          <p:nvPr/>
        </p:nvSpPr>
        <p:spPr>
          <a:xfrm>
            <a:off x="11430000" y="2571480"/>
            <a:ext cx="2286000" cy="1286280"/>
          </a:xfrm>
          <a:custGeom>
            <a:avLst/>
            <a:gdLst/>
            <a:ahLst/>
            <a:rect l="0" t="0" r="r" b="b"/>
            <a:pathLst>
              <a:path w="6350" h="3573">
                <a:moveTo>
                  <a:pt x="0" y="0"/>
                </a:moveTo>
                <a:lnTo>
                  <a:pt x="6350" y="0"/>
                </a:lnTo>
                <a:lnTo>
                  <a:pt x="6350" y="3573"/>
                </a:lnTo>
                <a:lnTo>
                  <a:pt x="0" y="3573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81" name=""/>
          <p:cNvSpPr/>
          <p:nvPr/>
        </p:nvSpPr>
        <p:spPr>
          <a:xfrm>
            <a:off x="11430000" y="3857400"/>
            <a:ext cx="1143360" cy="643320"/>
          </a:xfrm>
          <a:custGeom>
            <a:avLst/>
            <a:gdLst/>
            <a:ahLst/>
            <a:rect l="0" t="0" r="r" b="b"/>
            <a:pathLst>
              <a:path w="3176" h="1787">
                <a:moveTo>
                  <a:pt x="0" y="0"/>
                </a:moveTo>
                <a:lnTo>
                  <a:pt x="3176" y="0"/>
                </a:lnTo>
                <a:lnTo>
                  <a:pt x="3176" y="1787"/>
                </a:lnTo>
                <a:lnTo>
                  <a:pt x="0" y="178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82" name=""/>
          <p:cNvSpPr/>
          <p:nvPr/>
        </p:nvSpPr>
        <p:spPr>
          <a:xfrm>
            <a:off x="11430000" y="450036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83" name=""/>
          <p:cNvSpPr/>
          <p:nvPr/>
        </p:nvSpPr>
        <p:spPr>
          <a:xfrm>
            <a:off x="11430000" y="482184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84" name=""/>
          <p:cNvSpPr/>
          <p:nvPr/>
        </p:nvSpPr>
        <p:spPr>
          <a:xfrm>
            <a:off x="12001320" y="4500360"/>
            <a:ext cx="572040" cy="321840"/>
          </a:xfrm>
          <a:custGeom>
            <a:avLst/>
            <a:gdLst/>
            <a:ahLst/>
            <a:rect l="0" t="0" r="r" b="b"/>
            <a:pathLst>
              <a:path w="1589" h="894">
                <a:moveTo>
                  <a:pt x="0" y="0"/>
                </a:moveTo>
                <a:lnTo>
                  <a:pt x="1589" y="0"/>
                </a:lnTo>
                <a:lnTo>
                  <a:pt x="1589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85" name=""/>
          <p:cNvSpPr/>
          <p:nvPr/>
        </p:nvSpPr>
        <p:spPr>
          <a:xfrm>
            <a:off x="12001320" y="482184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86" name=""/>
          <p:cNvSpPr/>
          <p:nvPr/>
        </p:nvSpPr>
        <p:spPr>
          <a:xfrm>
            <a:off x="12001320" y="498276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87" name=""/>
          <p:cNvSpPr/>
          <p:nvPr/>
        </p:nvSpPr>
        <p:spPr>
          <a:xfrm>
            <a:off x="12287160" y="482184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88" name=""/>
          <p:cNvSpPr/>
          <p:nvPr/>
        </p:nvSpPr>
        <p:spPr>
          <a:xfrm>
            <a:off x="12287160" y="498276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89" name=""/>
          <p:cNvSpPr/>
          <p:nvPr/>
        </p:nvSpPr>
        <p:spPr>
          <a:xfrm>
            <a:off x="12573000" y="385740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90" name=""/>
          <p:cNvSpPr/>
          <p:nvPr/>
        </p:nvSpPr>
        <p:spPr>
          <a:xfrm>
            <a:off x="12573000" y="417888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91" name=""/>
          <p:cNvSpPr/>
          <p:nvPr/>
        </p:nvSpPr>
        <p:spPr>
          <a:xfrm>
            <a:off x="12573000" y="433980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92" name=""/>
          <p:cNvSpPr/>
          <p:nvPr/>
        </p:nvSpPr>
        <p:spPr>
          <a:xfrm>
            <a:off x="12858480" y="417888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93" name=""/>
          <p:cNvSpPr/>
          <p:nvPr/>
        </p:nvSpPr>
        <p:spPr>
          <a:xfrm>
            <a:off x="12858480" y="433980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94" name=""/>
          <p:cNvSpPr/>
          <p:nvPr/>
        </p:nvSpPr>
        <p:spPr>
          <a:xfrm>
            <a:off x="13144320" y="385740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95" name=""/>
          <p:cNvSpPr/>
          <p:nvPr/>
        </p:nvSpPr>
        <p:spPr>
          <a:xfrm>
            <a:off x="13144320" y="40183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96" name=""/>
          <p:cNvSpPr/>
          <p:nvPr/>
        </p:nvSpPr>
        <p:spPr>
          <a:xfrm>
            <a:off x="13430160" y="385740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97" name=""/>
          <p:cNvSpPr/>
          <p:nvPr/>
        </p:nvSpPr>
        <p:spPr>
          <a:xfrm>
            <a:off x="13430160" y="401832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B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98" name=""/>
          <p:cNvSpPr/>
          <p:nvPr/>
        </p:nvSpPr>
        <p:spPr>
          <a:xfrm>
            <a:off x="13144320" y="417888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399" name=""/>
          <p:cNvSpPr/>
          <p:nvPr/>
        </p:nvSpPr>
        <p:spPr>
          <a:xfrm>
            <a:off x="13144320" y="433980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E8B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00" name=""/>
          <p:cNvSpPr/>
          <p:nvPr/>
        </p:nvSpPr>
        <p:spPr>
          <a:xfrm>
            <a:off x="13430160" y="417888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01" name=""/>
          <p:cNvSpPr/>
          <p:nvPr/>
        </p:nvSpPr>
        <p:spPr>
          <a:xfrm>
            <a:off x="13430160" y="433980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02" name=""/>
          <p:cNvSpPr/>
          <p:nvPr/>
        </p:nvSpPr>
        <p:spPr>
          <a:xfrm>
            <a:off x="12573000" y="450036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03" name=""/>
          <p:cNvSpPr/>
          <p:nvPr/>
        </p:nvSpPr>
        <p:spPr>
          <a:xfrm>
            <a:off x="12573000" y="466128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04" name=""/>
          <p:cNvSpPr/>
          <p:nvPr/>
        </p:nvSpPr>
        <p:spPr>
          <a:xfrm>
            <a:off x="12858480" y="450036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05" name=""/>
          <p:cNvSpPr/>
          <p:nvPr/>
        </p:nvSpPr>
        <p:spPr>
          <a:xfrm>
            <a:off x="12858480" y="466128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B916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06" name=""/>
          <p:cNvSpPr/>
          <p:nvPr/>
        </p:nvSpPr>
        <p:spPr>
          <a:xfrm>
            <a:off x="12573000" y="482184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B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07" name=""/>
          <p:cNvSpPr/>
          <p:nvPr/>
        </p:nvSpPr>
        <p:spPr>
          <a:xfrm>
            <a:off x="12573000" y="498276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08" name=""/>
          <p:cNvSpPr/>
          <p:nvPr/>
        </p:nvSpPr>
        <p:spPr>
          <a:xfrm>
            <a:off x="12858480" y="482184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09" name=""/>
          <p:cNvSpPr/>
          <p:nvPr/>
        </p:nvSpPr>
        <p:spPr>
          <a:xfrm>
            <a:off x="12858480" y="498276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10" name=""/>
          <p:cNvSpPr/>
          <p:nvPr/>
        </p:nvSpPr>
        <p:spPr>
          <a:xfrm>
            <a:off x="13144320" y="450036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11" name=""/>
          <p:cNvSpPr/>
          <p:nvPr/>
        </p:nvSpPr>
        <p:spPr>
          <a:xfrm>
            <a:off x="13144320" y="466128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12" name=""/>
          <p:cNvSpPr/>
          <p:nvPr/>
        </p:nvSpPr>
        <p:spPr>
          <a:xfrm>
            <a:off x="13430160" y="450036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13" name=""/>
          <p:cNvSpPr/>
          <p:nvPr/>
        </p:nvSpPr>
        <p:spPr>
          <a:xfrm>
            <a:off x="13430160" y="466128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14" name=""/>
          <p:cNvSpPr/>
          <p:nvPr/>
        </p:nvSpPr>
        <p:spPr>
          <a:xfrm>
            <a:off x="13144320" y="482184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15" name=""/>
          <p:cNvSpPr/>
          <p:nvPr/>
        </p:nvSpPr>
        <p:spPr>
          <a:xfrm>
            <a:off x="13715640" y="0"/>
            <a:ext cx="1143360" cy="642960"/>
          </a:xfrm>
          <a:custGeom>
            <a:avLst/>
            <a:gdLst/>
            <a:ahLst/>
            <a:rect l="0" t="0" r="r" b="b"/>
            <a:pathLst>
              <a:path w="3176" h="1786">
                <a:moveTo>
                  <a:pt x="0" y="0"/>
                </a:moveTo>
                <a:lnTo>
                  <a:pt x="3176" y="0"/>
                </a:lnTo>
                <a:lnTo>
                  <a:pt x="3176" y="1786"/>
                </a:lnTo>
                <a:lnTo>
                  <a:pt x="0" y="1786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16" name=""/>
          <p:cNvSpPr/>
          <p:nvPr/>
        </p:nvSpPr>
        <p:spPr>
          <a:xfrm>
            <a:off x="13715640" y="642600"/>
            <a:ext cx="1143360" cy="643320"/>
          </a:xfrm>
          <a:custGeom>
            <a:avLst/>
            <a:gdLst/>
            <a:ahLst/>
            <a:rect l="0" t="0" r="r" b="b"/>
            <a:pathLst>
              <a:path w="3176" h="1787">
                <a:moveTo>
                  <a:pt x="0" y="0"/>
                </a:moveTo>
                <a:lnTo>
                  <a:pt x="3176" y="0"/>
                </a:lnTo>
                <a:lnTo>
                  <a:pt x="3176" y="1787"/>
                </a:lnTo>
                <a:lnTo>
                  <a:pt x="0" y="178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17" name=""/>
          <p:cNvSpPr/>
          <p:nvPr/>
        </p:nvSpPr>
        <p:spPr>
          <a:xfrm>
            <a:off x="14858640" y="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18" name=""/>
          <p:cNvSpPr/>
          <p:nvPr/>
        </p:nvSpPr>
        <p:spPr>
          <a:xfrm>
            <a:off x="14858640" y="16056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19" name=""/>
          <p:cNvSpPr/>
          <p:nvPr/>
        </p:nvSpPr>
        <p:spPr>
          <a:xfrm>
            <a:off x="15144480" y="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20" name=""/>
          <p:cNvSpPr/>
          <p:nvPr/>
        </p:nvSpPr>
        <p:spPr>
          <a:xfrm>
            <a:off x="15144480" y="16056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21" name=""/>
          <p:cNvSpPr/>
          <p:nvPr/>
        </p:nvSpPr>
        <p:spPr>
          <a:xfrm>
            <a:off x="14858640" y="32112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22" name=""/>
          <p:cNvSpPr/>
          <p:nvPr/>
        </p:nvSpPr>
        <p:spPr>
          <a:xfrm>
            <a:off x="14858640" y="48204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23" name=""/>
          <p:cNvSpPr/>
          <p:nvPr/>
        </p:nvSpPr>
        <p:spPr>
          <a:xfrm>
            <a:off x="15144480" y="32112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24" name=""/>
          <p:cNvSpPr/>
          <p:nvPr/>
        </p:nvSpPr>
        <p:spPr>
          <a:xfrm>
            <a:off x="15144480" y="48204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25" name=""/>
          <p:cNvSpPr/>
          <p:nvPr/>
        </p:nvSpPr>
        <p:spPr>
          <a:xfrm>
            <a:off x="15430320" y="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26" name=""/>
          <p:cNvSpPr/>
          <p:nvPr/>
        </p:nvSpPr>
        <p:spPr>
          <a:xfrm>
            <a:off x="15430320" y="16056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27" name=""/>
          <p:cNvSpPr/>
          <p:nvPr/>
        </p:nvSpPr>
        <p:spPr>
          <a:xfrm>
            <a:off x="15716160" y="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28" name=""/>
          <p:cNvSpPr/>
          <p:nvPr/>
        </p:nvSpPr>
        <p:spPr>
          <a:xfrm>
            <a:off x="15716160" y="16056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29" name=""/>
          <p:cNvSpPr/>
          <p:nvPr/>
        </p:nvSpPr>
        <p:spPr>
          <a:xfrm>
            <a:off x="15430320" y="32112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30" name=""/>
          <p:cNvSpPr/>
          <p:nvPr/>
        </p:nvSpPr>
        <p:spPr>
          <a:xfrm>
            <a:off x="15430320" y="48204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31" name=""/>
          <p:cNvSpPr/>
          <p:nvPr/>
        </p:nvSpPr>
        <p:spPr>
          <a:xfrm>
            <a:off x="15716160" y="32112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32" name=""/>
          <p:cNvSpPr/>
          <p:nvPr/>
        </p:nvSpPr>
        <p:spPr>
          <a:xfrm>
            <a:off x="15716160" y="48204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33" name=""/>
          <p:cNvSpPr/>
          <p:nvPr/>
        </p:nvSpPr>
        <p:spPr>
          <a:xfrm>
            <a:off x="14858640" y="64260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34" name=""/>
          <p:cNvSpPr/>
          <p:nvPr/>
        </p:nvSpPr>
        <p:spPr>
          <a:xfrm>
            <a:off x="14858640" y="8035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35" name=""/>
          <p:cNvSpPr/>
          <p:nvPr/>
        </p:nvSpPr>
        <p:spPr>
          <a:xfrm>
            <a:off x="15144480" y="64260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36" name=""/>
          <p:cNvSpPr/>
          <p:nvPr/>
        </p:nvSpPr>
        <p:spPr>
          <a:xfrm>
            <a:off x="15144480" y="8035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A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37" name=""/>
          <p:cNvSpPr/>
          <p:nvPr/>
        </p:nvSpPr>
        <p:spPr>
          <a:xfrm>
            <a:off x="14858640" y="96408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38" name=""/>
          <p:cNvSpPr/>
          <p:nvPr/>
        </p:nvSpPr>
        <p:spPr>
          <a:xfrm>
            <a:off x="14858640" y="112500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39" name=""/>
          <p:cNvSpPr/>
          <p:nvPr/>
        </p:nvSpPr>
        <p:spPr>
          <a:xfrm>
            <a:off x="15144480" y="96408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B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40" name=""/>
          <p:cNvSpPr/>
          <p:nvPr/>
        </p:nvSpPr>
        <p:spPr>
          <a:xfrm>
            <a:off x="15144480" y="112500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E8B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41" name=""/>
          <p:cNvSpPr/>
          <p:nvPr/>
        </p:nvSpPr>
        <p:spPr>
          <a:xfrm>
            <a:off x="15430320" y="64260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42" name=""/>
          <p:cNvSpPr/>
          <p:nvPr/>
        </p:nvSpPr>
        <p:spPr>
          <a:xfrm>
            <a:off x="15430320" y="8035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43" name=""/>
          <p:cNvSpPr/>
          <p:nvPr/>
        </p:nvSpPr>
        <p:spPr>
          <a:xfrm>
            <a:off x="15716160" y="64260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44" name=""/>
          <p:cNvSpPr/>
          <p:nvPr/>
        </p:nvSpPr>
        <p:spPr>
          <a:xfrm>
            <a:off x="15716160" y="80352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45" name=""/>
          <p:cNvSpPr/>
          <p:nvPr/>
        </p:nvSpPr>
        <p:spPr>
          <a:xfrm>
            <a:off x="15430320" y="96408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46" name=""/>
          <p:cNvSpPr/>
          <p:nvPr/>
        </p:nvSpPr>
        <p:spPr>
          <a:xfrm>
            <a:off x="13715640" y="1285560"/>
            <a:ext cx="1143360" cy="643320"/>
          </a:xfrm>
          <a:custGeom>
            <a:avLst/>
            <a:gdLst/>
            <a:ahLst/>
            <a:rect l="0" t="0" r="r" b="b"/>
            <a:pathLst>
              <a:path w="3176" h="1787">
                <a:moveTo>
                  <a:pt x="0" y="0"/>
                </a:moveTo>
                <a:lnTo>
                  <a:pt x="3176" y="0"/>
                </a:lnTo>
                <a:lnTo>
                  <a:pt x="3176" y="1787"/>
                </a:lnTo>
                <a:lnTo>
                  <a:pt x="0" y="178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47" name=""/>
          <p:cNvSpPr/>
          <p:nvPr/>
        </p:nvSpPr>
        <p:spPr>
          <a:xfrm>
            <a:off x="13715640" y="1928520"/>
            <a:ext cx="572040" cy="321840"/>
          </a:xfrm>
          <a:custGeom>
            <a:avLst/>
            <a:gdLst/>
            <a:ahLst/>
            <a:rect l="0" t="0" r="r" b="b"/>
            <a:pathLst>
              <a:path w="1589" h="894">
                <a:moveTo>
                  <a:pt x="0" y="0"/>
                </a:moveTo>
                <a:lnTo>
                  <a:pt x="1589" y="0"/>
                </a:lnTo>
                <a:lnTo>
                  <a:pt x="1589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48" name=""/>
          <p:cNvSpPr/>
          <p:nvPr/>
        </p:nvSpPr>
        <p:spPr>
          <a:xfrm>
            <a:off x="13715640" y="2250000"/>
            <a:ext cx="572040" cy="321840"/>
          </a:xfrm>
          <a:custGeom>
            <a:avLst/>
            <a:gdLst/>
            <a:ahLst/>
            <a:rect l="0" t="0" r="r" b="b"/>
            <a:pathLst>
              <a:path w="1589" h="894">
                <a:moveTo>
                  <a:pt x="0" y="0"/>
                </a:moveTo>
                <a:lnTo>
                  <a:pt x="1589" y="0"/>
                </a:lnTo>
                <a:lnTo>
                  <a:pt x="1589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49" name=""/>
          <p:cNvSpPr/>
          <p:nvPr/>
        </p:nvSpPr>
        <p:spPr>
          <a:xfrm>
            <a:off x="14287320" y="192852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50" name=""/>
          <p:cNvSpPr/>
          <p:nvPr/>
        </p:nvSpPr>
        <p:spPr>
          <a:xfrm>
            <a:off x="14287320" y="208944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51" name=""/>
          <p:cNvSpPr/>
          <p:nvPr/>
        </p:nvSpPr>
        <p:spPr>
          <a:xfrm>
            <a:off x="14573160" y="192852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52" name=""/>
          <p:cNvSpPr/>
          <p:nvPr/>
        </p:nvSpPr>
        <p:spPr>
          <a:xfrm>
            <a:off x="14573160" y="208944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53" name=""/>
          <p:cNvSpPr/>
          <p:nvPr/>
        </p:nvSpPr>
        <p:spPr>
          <a:xfrm>
            <a:off x="14287320" y="225000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54" name=""/>
          <p:cNvSpPr/>
          <p:nvPr/>
        </p:nvSpPr>
        <p:spPr>
          <a:xfrm>
            <a:off x="14287320" y="24109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55" name=""/>
          <p:cNvSpPr/>
          <p:nvPr/>
        </p:nvSpPr>
        <p:spPr>
          <a:xfrm>
            <a:off x="14573160" y="225000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56" name=""/>
          <p:cNvSpPr/>
          <p:nvPr/>
        </p:nvSpPr>
        <p:spPr>
          <a:xfrm>
            <a:off x="14573160" y="241092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A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57" name=""/>
          <p:cNvSpPr/>
          <p:nvPr/>
        </p:nvSpPr>
        <p:spPr>
          <a:xfrm>
            <a:off x="14858640" y="128556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58" name=""/>
          <p:cNvSpPr/>
          <p:nvPr/>
        </p:nvSpPr>
        <p:spPr>
          <a:xfrm>
            <a:off x="14858640" y="144648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59" name=""/>
          <p:cNvSpPr/>
          <p:nvPr/>
        </p:nvSpPr>
        <p:spPr>
          <a:xfrm>
            <a:off x="15144480" y="128556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D8E6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60" name=""/>
          <p:cNvSpPr/>
          <p:nvPr/>
        </p:nvSpPr>
        <p:spPr>
          <a:xfrm>
            <a:off x="15144480" y="144648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61" name=""/>
          <p:cNvSpPr/>
          <p:nvPr/>
        </p:nvSpPr>
        <p:spPr>
          <a:xfrm>
            <a:off x="14858640" y="160704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62" name=""/>
          <p:cNvSpPr/>
          <p:nvPr/>
        </p:nvSpPr>
        <p:spPr>
          <a:xfrm>
            <a:off x="14858640" y="176796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A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63" name=""/>
          <p:cNvSpPr/>
          <p:nvPr/>
        </p:nvSpPr>
        <p:spPr>
          <a:xfrm>
            <a:off x="15144480" y="160704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64" name=""/>
          <p:cNvSpPr/>
          <p:nvPr/>
        </p:nvSpPr>
        <p:spPr>
          <a:xfrm>
            <a:off x="15144480" y="176796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65" name=""/>
          <p:cNvSpPr/>
          <p:nvPr/>
        </p:nvSpPr>
        <p:spPr>
          <a:xfrm>
            <a:off x="15430320" y="128556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66" name=""/>
          <p:cNvSpPr/>
          <p:nvPr/>
        </p:nvSpPr>
        <p:spPr>
          <a:xfrm>
            <a:off x="15430320" y="160704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67" name=""/>
          <p:cNvSpPr/>
          <p:nvPr/>
        </p:nvSpPr>
        <p:spPr>
          <a:xfrm>
            <a:off x="14858640" y="192852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B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68" name=""/>
          <p:cNvSpPr/>
          <p:nvPr/>
        </p:nvSpPr>
        <p:spPr>
          <a:xfrm>
            <a:off x="14858640" y="208944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C8F6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69" name=""/>
          <p:cNvSpPr/>
          <p:nvPr/>
        </p:nvSpPr>
        <p:spPr>
          <a:xfrm>
            <a:off x="15144480" y="192852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70" name=""/>
          <p:cNvSpPr/>
          <p:nvPr/>
        </p:nvSpPr>
        <p:spPr>
          <a:xfrm>
            <a:off x="15144480" y="208944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71" name=""/>
          <p:cNvSpPr/>
          <p:nvPr/>
        </p:nvSpPr>
        <p:spPr>
          <a:xfrm>
            <a:off x="14858640" y="225000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72" name=""/>
          <p:cNvSpPr/>
          <p:nvPr/>
        </p:nvSpPr>
        <p:spPr>
          <a:xfrm>
            <a:off x="14858640" y="24109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73" name=""/>
          <p:cNvSpPr/>
          <p:nvPr/>
        </p:nvSpPr>
        <p:spPr>
          <a:xfrm>
            <a:off x="15144480" y="225000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74" name=""/>
          <p:cNvSpPr/>
          <p:nvPr/>
        </p:nvSpPr>
        <p:spPr>
          <a:xfrm>
            <a:off x="15144480" y="24109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75" name=""/>
          <p:cNvSpPr/>
          <p:nvPr/>
        </p:nvSpPr>
        <p:spPr>
          <a:xfrm>
            <a:off x="15430320" y="192852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76" name=""/>
          <p:cNvSpPr/>
          <p:nvPr/>
        </p:nvSpPr>
        <p:spPr>
          <a:xfrm>
            <a:off x="15430320" y="225000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77" name=""/>
          <p:cNvSpPr/>
          <p:nvPr/>
        </p:nvSpPr>
        <p:spPr>
          <a:xfrm>
            <a:off x="16001640" y="0"/>
            <a:ext cx="2286360" cy="1285920"/>
          </a:xfrm>
          <a:custGeom>
            <a:avLst/>
            <a:gdLst/>
            <a:ahLst/>
            <a:rect l="0" t="0" r="r" b="b"/>
            <a:pathLst>
              <a:path w="6351" h="3572">
                <a:moveTo>
                  <a:pt x="0" y="0"/>
                </a:moveTo>
                <a:lnTo>
                  <a:pt x="6351" y="0"/>
                </a:lnTo>
                <a:lnTo>
                  <a:pt x="6351" y="3572"/>
                </a:lnTo>
                <a:lnTo>
                  <a:pt x="0" y="357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78" name=""/>
          <p:cNvSpPr/>
          <p:nvPr/>
        </p:nvSpPr>
        <p:spPr>
          <a:xfrm>
            <a:off x="16001640" y="1285560"/>
            <a:ext cx="2286360" cy="1286280"/>
          </a:xfrm>
          <a:custGeom>
            <a:avLst/>
            <a:gdLst/>
            <a:ahLst/>
            <a:rect l="0" t="0" r="r" b="b"/>
            <a:pathLst>
              <a:path w="6351" h="3573">
                <a:moveTo>
                  <a:pt x="0" y="0"/>
                </a:moveTo>
                <a:lnTo>
                  <a:pt x="6351" y="0"/>
                </a:lnTo>
                <a:lnTo>
                  <a:pt x="6351" y="3573"/>
                </a:lnTo>
                <a:lnTo>
                  <a:pt x="0" y="357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79" name=""/>
          <p:cNvSpPr/>
          <p:nvPr/>
        </p:nvSpPr>
        <p:spPr>
          <a:xfrm>
            <a:off x="13715640" y="2571480"/>
            <a:ext cx="572040" cy="321840"/>
          </a:xfrm>
          <a:custGeom>
            <a:avLst/>
            <a:gdLst/>
            <a:ahLst/>
            <a:rect l="0" t="0" r="r" b="b"/>
            <a:pathLst>
              <a:path w="1589" h="894">
                <a:moveTo>
                  <a:pt x="0" y="0"/>
                </a:moveTo>
                <a:lnTo>
                  <a:pt x="1589" y="0"/>
                </a:lnTo>
                <a:lnTo>
                  <a:pt x="1589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80" name=""/>
          <p:cNvSpPr/>
          <p:nvPr/>
        </p:nvSpPr>
        <p:spPr>
          <a:xfrm>
            <a:off x="13715640" y="289296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81" name=""/>
          <p:cNvSpPr/>
          <p:nvPr/>
        </p:nvSpPr>
        <p:spPr>
          <a:xfrm>
            <a:off x="13715640" y="305388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82" name=""/>
          <p:cNvSpPr/>
          <p:nvPr/>
        </p:nvSpPr>
        <p:spPr>
          <a:xfrm>
            <a:off x="14001480" y="289296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83" name=""/>
          <p:cNvSpPr/>
          <p:nvPr/>
        </p:nvSpPr>
        <p:spPr>
          <a:xfrm>
            <a:off x="14001480" y="305388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84" name=""/>
          <p:cNvSpPr/>
          <p:nvPr/>
        </p:nvSpPr>
        <p:spPr>
          <a:xfrm>
            <a:off x="14287320" y="257148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85" name=""/>
          <p:cNvSpPr/>
          <p:nvPr/>
        </p:nvSpPr>
        <p:spPr>
          <a:xfrm>
            <a:off x="14287320" y="273240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86" name=""/>
          <p:cNvSpPr/>
          <p:nvPr/>
        </p:nvSpPr>
        <p:spPr>
          <a:xfrm>
            <a:off x="14573160" y="257148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E8C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87" name=""/>
          <p:cNvSpPr/>
          <p:nvPr/>
        </p:nvSpPr>
        <p:spPr>
          <a:xfrm>
            <a:off x="14573160" y="273240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88" name=""/>
          <p:cNvSpPr/>
          <p:nvPr/>
        </p:nvSpPr>
        <p:spPr>
          <a:xfrm>
            <a:off x="14287320" y="289296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A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89" name=""/>
          <p:cNvSpPr/>
          <p:nvPr/>
        </p:nvSpPr>
        <p:spPr>
          <a:xfrm>
            <a:off x="14287320" y="305388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D8D6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90" name=""/>
          <p:cNvSpPr/>
          <p:nvPr/>
        </p:nvSpPr>
        <p:spPr>
          <a:xfrm>
            <a:off x="14573160" y="289296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91" name=""/>
          <p:cNvSpPr/>
          <p:nvPr/>
        </p:nvSpPr>
        <p:spPr>
          <a:xfrm>
            <a:off x="14573160" y="305388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92" name=""/>
          <p:cNvSpPr/>
          <p:nvPr/>
        </p:nvSpPr>
        <p:spPr>
          <a:xfrm>
            <a:off x="13715640" y="321444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93" name=""/>
          <p:cNvSpPr/>
          <p:nvPr/>
        </p:nvSpPr>
        <p:spPr>
          <a:xfrm>
            <a:off x="13715640" y="337536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94" name=""/>
          <p:cNvSpPr/>
          <p:nvPr/>
        </p:nvSpPr>
        <p:spPr>
          <a:xfrm>
            <a:off x="14001480" y="321444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95" name=""/>
          <p:cNvSpPr/>
          <p:nvPr/>
        </p:nvSpPr>
        <p:spPr>
          <a:xfrm>
            <a:off x="14001480" y="337536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B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96" name=""/>
          <p:cNvSpPr/>
          <p:nvPr/>
        </p:nvSpPr>
        <p:spPr>
          <a:xfrm>
            <a:off x="13715640" y="353592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97" name=""/>
          <p:cNvSpPr/>
          <p:nvPr/>
        </p:nvSpPr>
        <p:spPr>
          <a:xfrm>
            <a:off x="13715640" y="369684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B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498" name=""/>
          <p:cNvSpPr/>
          <p:nvPr/>
        </p:nvSpPr>
        <p:spPr>
          <a:xfrm>
            <a:off x="14001480" y="353592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499" name=""/>
          <p:cNvSpPr/>
          <p:nvPr/>
        </p:nvSpPr>
        <p:spPr>
          <a:xfrm>
            <a:off x="14001480" y="369684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00" name=""/>
          <p:cNvSpPr/>
          <p:nvPr/>
        </p:nvSpPr>
        <p:spPr>
          <a:xfrm>
            <a:off x="14287320" y="321444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01" name=""/>
          <p:cNvSpPr/>
          <p:nvPr/>
        </p:nvSpPr>
        <p:spPr>
          <a:xfrm>
            <a:off x="14287320" y="337536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02" name=""/>
          <p:cNvSpPr/>
          <p:nvPr/>
        </p:nvSpPr>
        <p:spPr>
          <a:xfrm>
            <a:off x="14573160" y="321444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03" name=""/>
          <p:cNvSpPr/>
          <p:nvPr/>
        </p:nvSpPr>
        <p:spPr>
          <a:xfrm>
            <a:off x="14573160" y="337536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04" name=""/>
          <p:cNvSpPr/>
          <p:nvPr/>
        </p:nvSpPr>
        <p:spPr>
          <a:xfrm>
            <a:off x="14287320" y="353592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05" name=""/>
          <p:cNvSpPr/>
          <p:nvPr/>
        </p:nvSpPr>
        <p:spPr>
          <a:xfrm>
            <a:off x="14858640" y="2571480"/>
            <a:ext cx="1143360" cy="643320"/>
          </a:xfrm>
          <a:custGeom>
            <a:avLst/>
            <a:gdLst/>
            <a:ahLst/>
            <a:rect l="0" t="0" r="r" b="b"/>
            <a:pathLst>
              <a:path w="3176" h="1787">
                <a:moveTo>
                  <a:pt x="0" y="0"/>
                </a:moveTo>
                <a:lnTo>
                  <a:pt x="3176" y="0"/>
                </a:lnTo>
                <a:lnTo>
                  <a:pt x="3176" y="1787"/>
                </a:lnTo>
                <a:lnTo>
                  <a:pt x="0" y="178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06" name=""/>
          <p:cNvSpPr/>
          <p:nvPr/>
        </p:nvSpPr>
        <p:spPr>
          <a:xfrm>
            <a:off x="14858640" y="3214440"/>
            <a:ext cx="1143360" cy="643320"/>
          </a:xfrm>
          <a:custGeom>
            <a:avLst/>
            <a:gdLst/>
            <a:ahLst/>
            <a:rect l="0" t="0" r="r" b="b"/>
            <a:pathLst>
              <a:path w="3176" h="1787">
                <a:moveTo>
                  <a:pt x="0" y="0"/>
                </a:moveTo>
                <a:lnTo>
                  <a:pt x="3176" y="0"/>
                </a:lnTo>
                <a:lnTo>
                  <a:pt x="3176" y="1787"/>
                </a:lnTo>
                <a:lnTo>
                  <a:pt x="0" y="178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07" name=""/>
          <p:cNvSpPr/>
          <p:nvPr/>
        </p:nvSpPr>
        <p:spPr>
          <a:xfrm>
            <a:off x="13715640" y="385740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08" name=""/>
          <p:cNvSpPr/>
          <p:nvPr/>
        </p:nvSpPr>
        <p:spPr>
          <a:xfrm>
            <a:off x="13715640" y="40183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09" name=""/>
          <p:cNvSpPr/>
          <p:nvPr/>
        </p:nvSpPr>
        <p:spPr>
          <a:xfrm>
            <a:off x="14001480" y="385740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10" name=""/>
          <p:cNvSpPr/>
          <p:nvPr/>
        </p:nvSpPr>
        <p:spPr>
          <a:xfrm>
            <a:off x="14001480" y="40183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11" name=""/>
          <p:cNvSpPr/>
          <p:nvPr/>
        </p:nvSpPr>
        <p:spPr>
          <a:xfrm>
            <a:off x="13715640" y="4178880"/>
            <a:ext cx="572040" cy="321840"/>
          </a:xfrm>
          <a:custGeom>
            <a:avLst/>
            <a:gdLst/>
            <a:ahLst/>
            <a:rect l="0" t="0" r="r" b="b"/>
            <a:pathLst>
              <a:path w="1589" h="894">
                <a:moveTo>
                  <a:pt x="0" y="0"/>
                </a:moveTo>
                <a:lnTo>
                  <a:pt x="1589" y="0"/>
                </a:lnTo>
                <a:lnTo>
                  <a:pt x="1589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12" name=""/>
          <p:cNvSpPr/>
          <p:nvPr/>
        </p:nvSpPr>
        <p:spPr>
          <a:xfrm>
            <a:off x="14287320" y="385740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13" name=""/>
          <p:cNvSpPr/>
          <p:nvPr/>
        </p:nvSpPr>
        <p:spPr>
          <a:xfrm>
            <a:off x="14287320" y="417888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14" name=""/>
          <p:cNvSpPr/>
          <p:nvPr/>
        </p:nvSpPr>
        <p:spPr>
          <a:xfrm>
            <a:off x="13715640" y="4500360"/>
            <a:ext cx="1143360" cy="643320"/>
          </a:xfrm>
          <a:custGeom>
            <a:avLst/>
            <a:gdLst/>
            <a:ahLst/>
            <a:rect l="0" t="0" r="r" b="b"/>
            <a:pathLst>
              <a:path w="3176" h="1787">
                <a:moveTo>
                  <a:pt x="0" y="0"/>
                </a:moveTo>
                <a:lnTo>
                  <a:pt x="3176" y="0"/>
                </a:lnTo>
                <a:lnTo>
                  <a:pt x="3176" y="1787"/>
                </a:lnTo>
                <a:lnTo>
                  <a:pt x="0" y="178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15" name=""/>
          <p:cNvSpPr/>
          <p:nvPr/>
        </p:nvSpPr>
        <p:spPr>
          <a:xfrm>
            <a:off x="14858640" y="3857400"/>
            <a:ext cx="1143360" cy="643320"/>
          </a:xfrm>
          <a:custGeom>
            <a:avLst/>
            <a:gdLst/>
            <a:ahLst/>
            <a:rect l="0" t="0" r="r" b="b"/>
            <a:pathLst>
              <a:path w="3176" h="1787">
                <a:moveTo>
                  <a:pt x="0" y="0"/>
                </a:moveTo>
                <a:lnTo>
                  <a:pt x="3176" y="0"/>
                </a:lnTo>
                <a:lnTo>
                  <a:pt x="3176" y="1787"/>
                </a:lnTo>
                <a:lnTo>
                  <a:pt x="0" y="178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16" name=""/>
          <p:cNvSpPr/>
          <p:nvPr/>
        </p:nvSpPr>
        <p:spPr>
          <a:xfrm>
            <a:off x="14858640" y="4500360"/>
            <a:ext cx="1143360" cy="643320"/>
          </a:xfrm>
          <a:custGeom>
            <a:avLst/>
            <a:gdLst/>
            <a:ahLst/>
            <a:rect l="0" t="0" r="r" b="b"/>
            <a:pathLst>
              <a:path w="3176" h="1787">
                <a:moveTo>
                  <a:pt x="0" y="0"/>
                </a:moveTo>
                <a:lnTo>
                  <a:pt x="3176" y="0"/>
                </a:lnTo>
                <a:lnTo>
                  <a:pt x="3176" y="1787"/>
                </a:lnTo>
                <a:lnTo>
                  <a:pt x="0" y="178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17" name=""/>
          <p:cNvSpPr/>
          <p:nvPr/>
        </p:nvSpPr>
        <p:spPr>
          <a:xfrm>
            <a:off x="16001640" y="2571480"/>
            <a:ext cx="2286360" cy="1286280"/>
          </a:xfrm>
          <a:custGeom>
            <a:avLst/>
            <a:gdLst/>
            <a:ahLst/>
            <a:rect l="0" t="0" r="r" b="b"/>
            <a:pathLst>
              <a:path w="6351" h="3573">
                <a:moveTo>
                  <a:pt x="0" y="0"/>
                </a:moveTo>
                <a:lnTo>
                  <a:pt x="6351" y="0"/>
                </a:lnTo>
                <a:lnTo>
                  <a:pt x="6351" y="3573"/>
                </a:lnTo>
                <a:lnTo>
                  <a:pt x="0" y="357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18" name=""/>
          <p:cNvSpPr/>
          <p:nvPr/>
        </p:nvSpPr>
        <p:spPr>
          <a:xfrm>
            <a:off x="16001640" y="3857400"/>
            <a:ext cx="2286360" cy="1286280"/>
          </a:xfrm>
          <a:custGeom>
            <a:avLst/>
            <a:gdLst/>
            <a:ahLst/>
            <a:rect l="0" t="0" r="r" b="b"/>
            <a:pathLst>
              <a:path w="6351" h="3573">
                <a:moveTo>
                  <a:pt x="0" y="0"/>
                </a:moveTo>
                <a:lnTo>
                  <a:pt x="6351" y="0"/>
                </a:lnTo>
                <a:lnTo>
                  <a:pt x="6351" y="3573"/>
                </a:lnTo>
                <a:lnTo>
                  <a:pt x="0" y="357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19" name=""/>
          <p:cNvSpPr/>
          <p:nvPr/>
        </p:nvSpPr>
        <p:spPr>
          <a:xfrm>
            <a:off x="9143640" y="5143320"/>
            <a:ext cx="1143720" cy="643320"/>
          </a:xfrm>
          <a:custGeom>
            <a:avLst/>
            <a:gdLst/>
            <a:ahLst/>
            <a:rect l="0" t="0" r="r" b="b"/>
            <a:pathLst>
              <a:path w="3177" h="1787">
                <a:moveTo>
                  <a:pt x="0" y="0"/>
                </a:moveTo>
                <a:lnTo>
                  <a:pt x="3177" y="0"/>
                </a:lnTo>
                <a:lnTo>
                  <a:pt x="3177" y="1787"/>
                </a:lnTo>
                <a:lnTo>
                  <a:pt x="0" y="178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20" name=""/>
          <p:cNvSpPr/>
          <p:nvPr/>
        </p:nvSpPr>
        <p:spPr>
          <a:xfrm>
            <a:off x="9143640" y="5786280"/>
            <a:ext cx="572040" cy="321840"/>
          </a:xfrm>
          <a:custGeom>
            <a:avLst/>
            <a:gdLst/>
            <a:ahLst/>
            <a:rect l="0" t="0" r="r" b="b"/>
            <a:pathLst>
              <a:path w="1589" h="894">
                <a:moveTo>
                  <a:pt x="0" y="0"/>
                </a:moveTo>
                <a:lnTo>
                  <a:pt x="1589" y="0"/>
                </a:lnTo>
                <a:lnTo>
                  <a:pt x="1589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21" name=""/>
          <p:cNvSpPr/>
          <p:nvPr/>
        </p:nvSpPr>
        <p:spPr>
          <a:xfrm>
            <a:off x="9143640" y="6107760"/>
            <a:ext cx="572040" cy="321840"/>
          </a:xfrm>
          <a:custGeom>
            <a:avLst/>
            <a:gdLst/>
            <a:ahLst/>
            <a:rect l="0" t="0" r="r" b="b"/>
            <a:pathLst>
              <a:path w="1589" h="894">
                <a:moveTo>
                  <a:pt x="0" y="0"/>
                </a:moveTo>
                <a:lnTo>
                  <a:pt x="1589" y="0"/>
                </a:lnTo>
                <a:lnTo>
                  <a:pt x="1589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22" name=""/>
          <p:cNvSpPr/>
          <p:nvPr/>
        </p:nvSpPr>
        <p:spPr>
          <a:xfrm>
            <a:off x="9715320" y="5786280"/>
            <a:ext cx="572040" cy="321840"/>
          </a:xfrm>
          <a:custGeom>
            <a:avLst/>
            <a:gdLst/>
            <a:ahLst/>
            <a:rect l="0" t="0" r="r" b="b"/>
            <a:pathLst>
              <a:path w="1589" h="894">
                <a:moveTo>
                  <a:pt x="0" y="0"/>
                </a:moveTo>
                <a:lnTo>
                  <a:pt x="1589" y="0"/>
                </a:lnTo>
                <a:lnTo>
                  <a:pt x="1589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23" name=""/>
          <p:cNvSpPr/>
          <p:nvPr/>
        </p:nvSpPr>
        <p:spPr>
          <a:xfrm>
            <a:off x="9715320" y="610776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24" name=""/>
          <p:cNvSpPr/>
          <p:nvPr/>
        </p:nvSpPr>
        <p:spPr>
          <a:xfrm>
            <a:off x="9715320" y="626832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25" name=""/>
          <p:cNvSpPr/>
          <p:nvPr/>
        </p:nvSpPr>
        <p:spPr>
          <a:xfrm>
            <a:off x="10001160" y="610776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26" name=""/>
          <p:cNvSpPr/>
          <p:nvPr/>
        </p:nvSpPr>
        <p:spPr>
          <a:xfrm>
            <a:off x="10001160" y="626832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27" name=""/>
          <p:cNvSpPr/>
          <p:nvPr/>
        </p:nvSpPr>
        <p:spPr>
          <a:xfrm>
            <a:off x="10287000" y="514332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28" name=""/>
          <p:cNvSpPr/>
          <p:nvPr/>
        </p:nvSpPr>
        <p:spPr>
          <a:xfrm>
            <a:off x="10287000" y="546480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29" name=""/>
          <p:cNvSpPr/>
          <p:nvPr/>
        </p:nvSpPr>
        <p:spPr>
          <a:xfrm>
            <a:off x="10858320" y="5143320"/>
            <a:ext cx="572040" cy="321840"/>
          </a:xfrm>
          <a:custGeom>
            <a:avLst/>
            <a:gdLst/>
            <a:ahLst/>
            <a:rect l="0" t="0" r="r" b="b"/>
            <a:pathLst>
              <a:path w="1589" h="894">
                <a:moveTo>
                  <a:pt x="0" y="0"/>
                </a:moveTo>
                <a:lnTo>
                  <a:pt x="1589" y="0"/>
                </a:lnTo>
                <a:lnTo>
                  <a:pt x="1589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30" name=""/>
          <p:cNvSpPr/>
          <p:nvPr/>
        </p:nvSpPr>
        <p:spPr>
          <a:xfrm>
            <a:off x="10858320" y="546480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31" name=""/>
          <p:cNvSpPr/>
          <p:nvPr/>
        </p:nvSpPr>
        <p:spPr>
          <a:xfrm>
            <a:off x="10858320" y="562536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32" name=""/>
          <p:cNvSpPr/>
          <p:nvPr/>
        </p:nvSpPr>
        <p:spPr>
          <a:xfrm>
            <a:off x="11144160" y="546480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33" name=""/>
          <p:cNvSpPr/>
          <p:nvPr/>
        </p:nvSpPr>
        <p:spPr>
          <a:xfrm>
            <a:off x="11144160" y="562536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34" name=""/>
          <p:cNvSpPr/>
          <p:nvPr/>
        </p:nvSpPr>
        <p:spPr>
          <a:xfrm>
            <a:off x="10287000" y="578628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35" name=""/>
          <p:cNvSpPr/>
          <p:nvPr/>
        </p:nvSpPr>
        <p:spPr>
          <a:xfrm>
            <a:off x="10287000" y="610776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36" name=""/>
          <p:cNvSpPr/>
          <p:nvPr/>
        </p:nvSpPr>
        <p:spPr>
          <a:xfrm>
            <a:off x="10287000" y="626832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A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37" name=""/>
          <p:cNvSpPr/>
          <p:nvPr/>
        </p:nvSpPr>
        <p:spPr>
          <a:xfrm>
            <a:off x="10572480" y="610776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A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38" name=""/>
          <p:cNvSpPr/>
          <p:nvPr/>
        </p:nvSpPr>
        <p:spPr>
          <a:xfrm>
            <a:off x="10572480" y="626832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39" name=""/>
          <p:cNvSpPr/>
          <p:nvPr/>
        </p:nvSpPr>
        <p:spPr>
          <a:xfrm>
            <a:off x="10858320" y="578628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40" name=""/>
          <p:cNvSpPr/>
          <p:nvPr/>
        </p:nvSpPr>
        <p:spPr>
          <a:xfrm>
            <a:off x="10858320" y="594684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A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41" name=""/>
          <p:cNvSpPr/>
          <p:nvPr/>
        </p:nvSpPr>
        <p:spPr>
          <a:xfrm>
            <a:off x="11144160" y="578628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A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42" name=""/>
          <p:cNvSpPr/>
          <p:nvPr/>
        </p:nvSpPr>
        <p:spPr>
          <a:xfrm>
            <a:off x="11144160" y="594684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43" name=""/>
          <p:cNvSpPr/>
          <p:nvPr/>
        </p:nvSpPr>
        <p:spPr>
          <a:xfrm>
            <a:off x="10858320" y="610776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44" name=""/>
          <p:cNvSpPr/>
          <p:nvPr/>
        </p:nvSpPr>
        <p:spPr>
          <a:xfrm>
            <a:off x="10858320" y="626832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45" name=""/>
          <p:cNvSpPr/>
          <p:nvPr/>
        </p:nvSpPr>
        <p:spPr>
          <a:xfrm>
            <a:off x="11144160" y="610776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46" name=""/>
          <p:cNvSpPr/>
          <p:nvPr/>
        </p:nvSpPr>
        <p:spPr>
          <a:xfrm>
            <a:off x="11144160" y="626832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47" name=""/>
          <p:cNvSpPr/>
          <p:nvPr/>
        </p:nvSpPr>
        <p:spPr>
          <a:xfrm>
            <a:off x="9143640" y="642924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48" name=""/>
          <p:cNvSpPr/>
          <p:nvPr/>
        </p:nvSpPr>
        <p:spPr>
          <a:xfrm>
            <a:off x="9143640" y="658980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49" name=""/>
          <p:cNvSpPr/>
          <p:nvPr/>
        </p:nvSpPr>
        <p:spPr>
          <a:xfrm>
            <a:off x="9429480" y="642924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50" name=""/>
          <p:cNvSpPr/>
          <p:nvPr/>
        </p:nvSpPr>
        <p:spPr>
          <a:xfrm>
            <a:off x="9429480" y="658980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51" name=""/>
          <p:cNvSpPr/>
          <p:nvPr/>
        </p:nvSpPr>
        <p:spPr>
          <a:xfrm>
            <a:off x="9143640" y="67507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52" name=""/>
          <p:cNvSpPr/>
          <p:nvPr/>
        </p:nvSpPr>
        <p:spPr>
          <a:xfrm>
            <a:off x="9143640" y="691128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94F6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53" name=""/>
          <p:cNvSpPr/>
          <p:nvPr/>
        </p:nvSpPr>
        <p:spPr>
          <a:xfrm>
            <a:off x="9429480" y="67507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E8C6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54" name=""/>
          <p:cNvSpPr/>
          <p:nvPr/>
        </p:nvSpPr>
        <p:spPr>
          <a:xfrm>
            <a:off x="9429480" y="691128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55" name=""/>
          <p:cNvSpPr/>
          <p:nvPr/>
        </p:nvSpPr>
        <p:spPr>
          <a:xfrm>
            <a:off x="9715320" y="642924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56" name=""/>
          <p:cNvSpPr/>
          <p:nvPr/>
        </p:nvSpPr>
        <p:spPr>
          <a:xfrm>
            <a:off x="9715320" y="658980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B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57" name=""/>
          <p:cNvSpPr/>
          <p:nvPr/>
        </p:nvSpPr>
        <p:spPr>
          <a:xfrm>
            <a:off x="10001160" y="642924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A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58" name=""/>
          <p:cNvSpPr/>
          <p:nvPr/>
        </p:nvSpPr>
        <p:spPr>
          <a:xfrm>
            <a:off x="10001160" y="658980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59" name=""/>
          <p:cNvSpPr/>
          <p:nvPr/>
        </p:nvSpPr>
        <p:spPr>
          <a:xfrm>
            <a:off x="9715320" y="67507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60" name=""/>
          <p:cNvSpPr/>
          <p:nvPr/>
        </p:nvSpPr>
        <p:spPr>
          <a:xfrm>
            <a:off x="9715320" y="691128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61" name=""/>
          <p:cNvSpPr/>
          <p:nvPr/>
        </p:nvSpPr>
        <p:spPr>
          <a:xfrm>
            <a:off x="10001160" y="67507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62" name=""/>
          <p:cNvSpPr/>
          <p:nvPr/>
        </p:nvSpPr>
        <p:spPr>
          <a:xfrm>
            <a:off x="10001160" y="691128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63" name=""/>
          <p:cNvSpPr/>
          <p:nvPr/>
        </p:nvSpPr>
        <p:spPr>
          <a:xfrm>
            <a:off x="9143640" y="7072200"/>
            <a:ext cx="1143720" cy="643320"/>
          </a:xfrm>
          <a:custGeom>
            <a:avLst/>
            <a:gdLst/>
            <a:ahLst/>
            <a:rect l="0" t="0" r="r" b="b"/>
            <a:pathLst>
              <a:path w="3177" h="1787">
                <a:moveTo>
                  <a:pt x="0" y="0"/>
                </a:moveTo>
                <a:lnTo>
                  <a:pt x="3177" y="0"/>
                </a:lnTo>
                <a:lnTo>
                  <a:pt x="3177" y="1787"/>
                </a:lnTo>
                <a:lnTo>
                  <a:pt x="0" y="178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64" name=""/>
          <p:cNvSpPr/>
          <p:nvPr/>
        </p:nvSpPr>
        <p:spPr>
          <a:xfrm>
            <a:off x="10287000" y="642924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65" name=""/>
          <p:cNvSpPr/>
          <p:nvPr/>
        </p:nvSpPr>
        <p:spPr>
          <a:xfrm>
            <a:off x="10287000" y="658980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66" name=""/>
          <p:cNvSpPr/>
          <p:nvPr/>
        </p:nvSpPr>
        <p:spPr>
          <a:xfrm>
            <a:off x="10572480" y="642924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67" name=""/>
          <p:cNvSpPr/>
          <p:nvPr/>
        </p:nvSpPr>
        <p:spPr>
          <a:xfrm>
            <a:off x="10572480" y="658980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68" name=""/>
          <p:cNvSpPr/>
          <p:nvPr/>
        </p:nvSpPr>
        <p:spPr>
          <a:xfrm>
            <a:off x="10287000" y="675072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69" name=""/>
          <p:cNvSpPr/>
          <p:nvPr/>
        </p:nvSpPr>
        <p:spPr>
          <a:xfrm>
            <a:off x="10858320" y="6429240"/>
            <a:ext cx="572040" cy="321840"/>
          </a:xfrm>
          <a:custGeom>
            <a:avLst/>
            <a:gdLst/>
            <a:ahLst/>
            <a:rect l="0" t="0" r="r" b="b"/>
            <a:pathLst>
              <a:path w="1589" h="894">
                <a:moveTo>
                  <a:pt x="0" y="0"/>
                </a:moveTo>
                <a:lnTo>
                  <a:pt x="1589" y="0"/>
                </a:lnTo>
                <a:lnTo>
                  <a:pt x="1589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70" name=""/>
          <p:cNvSpPr/>
          <p:nvPr/>
        </p:nvSpPr>
        <p:spPr>
          <a:xfrm>
            <a:off x="10858320" y="6750720"/>
            <a:ext cx="572040" cy="321840"/>
          </a:xfrm>
          <a:custGeom>
            <a:avLst/>
            <a:gdLst/>
            <a:ahLst/>
            <a:rect l="0" t="0" r="r" b="b"/>
            <a:pathLst>
              <a:path w="1589" h="894">
                <a:moveTo>
                  <a:pt x="0" y="0"/>
                </a:moveTo>
                <a:lnTo>
                  <a:pt x="1589" y="0"/>
                </a:lnTo>
                <a:lnTo>
                  <a:pt x="1589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71" name=""/>
          <p:cNvSpPr/>
          <p:nvPr/>
        </p:nvSpPr>
        <p:spPr>
          <a:xfrm>
            <a:off x="10287000" y="7072200"/>
            <a:ext cx="1143360" cy="643320"/>
          </a:xfrm>
          <a:custGeom>
            <a:avLst/>
            <a:gdLst/>
            <a:ahLst/>
            <a:rect l="0" t="0" r="r" b="b"/>
            <a:pathLst>
              <a:path w="3176" h="1787">
                <a:moveTo>
                  <a:pt x="0" y="0"/>
                </a:moveTo>
                <a:lnTo>
                  <a:pt x="3176" y="0"/>
                </a:lnTo>
                <a:lnTo>
                  <a:pt x="3176" y="1787"/>
                </a:lnTo>
                <a:lnTo>
                  <a:pt x="0" y="178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72" name=""/>
          <p:cNvSpPr/>
          <p:nvPr/>
        </p:nvSpPr>
        <p:spPr>
          <a:xfrm>
            <a:off x="11430000" y="514332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73" name=""/>
          <p:cNvSpPr/>
          <p:nvPr/>
        </p:nvSpPr>
        <p:spPr>
          <a:xfrm>
            <a:off x="11430000" y="530388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74" name=""/>
          <p:cNvSpPr/>
          <p:nvPr/>
        </p:nvSpPr>
        <p:spPr>
          <a:xfrm>
            <a:off x="11715480" y="51433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9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75" name=""/>
          <p:cNvSpPr/>
          <p:nvPr/>
        </p:nvSpPr>
        <p:spPr>
          <a:xfrm>
            <a:off x="11715480" y="530388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E0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76" name=""/>
          <p:cNvSpPr/>
          <p:nvPr/>
        </p:nvSpPr>
        <p:spPr>
          <a:xfrm>
            <a:off x="11430000" y="546480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E0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77" name=""/>
          <p:cNvSpPr/>
          <p:nvPr/>
        </p:nvSpPr>
        <p:spPr>
          <a:xfrm>
            <a:off x="11430000" y="562536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F8A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78" name=""/>
          <p:cNvSpPr/>
          <p:nvPr/>
        </p:nvSpPr>
        <p:spPr>
          <a:xfrm>
            <a:off x="11715480" y="546480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B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79" name=""/>
          <p:cNvSpPr/>
          <p:nvPr/>
        </p:nvSpPr>
        <p:spPr>
          <a:xfrm>
            <a:off x="11715480" y="562536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80" name=""/>
          <p:cNvSpPr/>
          <p:nvPr/>
        </p:nvSpPr>
        <p:spPr>
          <a:xfrm>
            <a:off x="12001320" y="51433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DF8A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81" name=""/>
          <p:cNvSpPr/>
          <p:nvPr/>
        </p:nvSpPr>
        <p:spPr>
          <a:xfrm>
            <a:off x="12001320" y="530388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DE8C6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82" name=""/>
          <p:cNvSpPr/>
          <p:nvPr/>
        </p:nvSpPr>
        <p:spPr>
          <a:xfrm>
            <a:off x="12287160" y="514332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94F6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583" name=""/>
          <p:cNvSpPr/>
          <p:nvPr/>
        </p:nvSpPr>
        <p:spPr>
          <a:xfrm>
            <a:off x="12287160" y="530388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84" name=""/>
          <p:cNvSpPr/>
          <p:nvPr/>
        </p:nvSpPr>
        <p:spPr>
          <a:xfrm>
            <a:off x="12001320" y="546480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85" name=""/>
          <p:cNvSpPr/>
          <p:nvPr/>
        </p:nvSpPr>
        <p:spPr>
          <a:xfrm>
            <a:off x="12001320" y="562536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86" name=""/>
          <p:cNvSpPr/>
          <p:nvPr/>
        </p:nvSpPr>
        <p:spPr>
          <a:xfrm>
            <a:off x="12287160" y="546480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87" name=""/>
          <p:cNvSpPr/>
          <p:nvPr/>
        </p:nvSpPr>
        <p:spPr>
          <a:xfrm>
            <a:off x="12287160" y="562536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88" name=""/>
          <p:cNvSpPr/>
          <p:nvPr/>
        </p:nvSpPr>
        <p:spPr>
          <a:xfrm>
            <a:off x="11430000" y="5786280"/>
            <a:ext cx="285840" cy="160920"/>
          </a:xfrm>
          <a:custGeom>
            <a:avLst/>
            <a:gdLst/>
            <a:ahLst/>
            <a:rect l="0" t="0" r="r" b="b"/>
            <a:pathLst>
              <a:path w="794" h="447">
                <a:moveTo>
                  <a:pt x="0" y="0"/>
                </a:moveTo>
                <a:lnTo>
                  <a:pt x="794" y="0"/>
                </a:lnTo>
                <a:lnTo>
                  <a:pt x="794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89" name=""/>
          <p:cNvSpPr/>
          <p:nvPr/>
        </p:nvSpPr>
        <p:spPr>
          <a:xfrm>
            <a:off x="11430000" y="5946840"/>
            <a:ext cx="285840" cy="161280"/>
          </a:xfrm>
          <a:custGeom>
            <a:avLst/>
            <a:gdLst/>
            <a:ahLst/>
            <a:rect l="0" t="0" r="r" b="b"/>
            <a:pathLst>
              <a:path w="794" h="448">
                <a:moveTo>
                  <a:pt x="0" y="0"/>
                </a:moveTo>
                <a:lnTo>
                  <a:pt x="794" y="0"/>
                </a:lnTo>
                <a:lnTo>
                  <a:pt x="794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90" name=""/>
          <p:cNvSpPr/>
          <p:nvPr/>
        </p:nvSpPr>
        <p:spPr>
          <a:xfrm>
            <a:off x="11715480" y="5786280"/>
            <a:ext cx="286200" cy="160920"/>
          </a:xfrm>
          <a:custGeom>
            <a:avLst/>
            <a:gdLst/>
            <a:ahLst/>
            <a:rect l="0" t="0" r="r" b="b"/>
            <a:pathLst>
              <a:path w="795" h="447">
                <a:moveTo>
                  <a:pt x="0" y="0"/>
                </a:moveTo>
                <a:lnTo>
                  <a:pt x="795" y="0"/>
                </a:lnTo>
                <a:lnTo>
                  <a:pt x="795" y="447"/>
                </a:lnTo>
                <a:lnTo>
                  <a:pt x="0" y="4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91" name=""/>
          <p:cNvSpPr/>
          <p:nvPr/>
        </p:nvSpPr>
        <p:spPr>
          <a:xfrm>
            <a:off x="11715480" y="5946840"/>
            <a:ext cx="286200" cy="161280"/>
          </a:xfrm>
          <a:custGeom>
            <a:avLst/>
            <a:gdLst/>
            <a:ahLst/>
            <a:rect l="0" t="0" r="r" b="b"/>
            <a:pathLst>
              <a:path w="795" h="448">
                <a:moveTo>
                  <a:pt x="0" y="0"/>
                </a:moveTo>
                <a:lnTo>
                  <a:pt x="795" y="0"/>
                </a:lnTo>
                <a:lnTo>
                  <a:pt x="795" y="448"/>
                </a:lnTo>
                <a:lnTo>
                  <a:pt x="0" y="4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92" name=""/>
          <p:cNvSpPr/>
          <p:nvPr/>
        </p:nvSpPr>
        <p:spPr>
          <a:xfrm>
            <a:off x="11430000" y="6107760"/>
            <a:ext cx="571680" cy="321840"/>
          </a:xfrm>
          <a:custGeom>
            <a:avLst/>
            <a:gdLst/>
            <a:ahLst/>
            <a:rect l="0" t="0" r="r" b="b"/>
            <a:pathLst>
              <a:path w="1588" h="894">
                <a:moveTo>
                  <a:pt x="0" y="0"/>
                </a:moveTo>
                <a:lnTo>
                  <a:pt x="1588" y="0"/>
                </a:lnTo>
                <a:lnTo>
                  <a:pt x="1588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93" name=""/>
          <p:cNvSpPr/>
          <p:nvPr/>
        </p:nvSpPr>
        <p:spPr>
          <a:xfrm>
            <a:off x="12001320" y="5786280"/>
            <a:ext cx="572040" cy="321840"/>
          </a:xfrm>
          <a:custGeom>
            <a:avLst/>
            <a:gdLst/>
            <a:ahLst/>
            <a:rect l="0" t="0" r="r" b="b"/>
            <a:pathLst>
              <a:path w="1589" h="894">
                <a:moveTo>
                  <a:pt x="0" y="0"/>
                </a:moveTo>
                <a:lnTo>
                  <a:pt x="1589" y="0"/>
                </a:lnTo>
                <a:lnTo>
                  <a:pt x="1589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94" name=""/>
          <p:cNvSpPr/>
          <p:nvPr/>
        </p:nvSpPr>
        <p:spPr>
          <a:xfrm>
            <a:off x="12001320" y="6107760"/>
            <a:ext cx="572040" cy="321840"/>
          </a:xfrm>
          <a:custGeom>
            <a:avLst/>
            <a:gdLst/>
            <a:ahLst/>
            <a:rect l="0" t="0" r="r" b="b"/>
            <a:pathLst>
              <a:path w="1589" h="894">
                <a:moveTo>
                  <a:pt x="0" y="0"/>
                </a:moveTo>
                <a:lnTo>
                  <a:pt x="1589" y="0"/>
                </a:lnTo>
                <a:lnTo>
                  <a:pt x="1589" y="894"/>
                </a:lnTo>
                <a:lnTo>
                  <a:pt x="0" y="8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95" name=""/>
          <p:cNvSpPr/>
          <p:nvPr/>
        </p:nvSpPr>
        <p:spPr>
          <a:xfrm>
            <a:off x="12573000" y="5143320"/>
            <a:ext cx="1143000" cy="643320"/>
          </a:xfrm>
          <a:custGeom>
            <a:avLst/>
            <a:gdLst/>
            <a:ahLst/>
            <a:rect l="0" t="0" r="r" b="b"/>
            <a:pathLst>
              <a:path w="3175" h="1787">
                <a:moveTo>
                  <a:pt x="0" y="0"/>
                </a:moveTo>
                <a:lnTo>
                  <a:pt x="3175" y="0"/>
                </a:lnTo>
                <a:lnTo>
                  <a:pt x="3175" y="1787"/>
                </a:lnTo>
                <a:lnTo>
                  <a:pt x="0" y="178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96" name=""/>
          <p:cNvSpPr/>
          <p:nvPr/>
        </p:nvSpPr>
        <p:spPr>
          <a:xfrm>
            <a:off x="12573000" y="5786280"/>
            <a:ext cx="1143000" cy="643320"/>
          </a:xfrm>
          <a:custGeom>
            <a:avLst/>
            <a:gdLst/>
            <a:ahLst/>
            <a:rect l="0" t="0" r="r" b="b"/>
            <a:pathLst>
              <a:path w="3175" h="1787">
                <a:moveTo>
                  <a:pt x="0" y="0"/>
                </a:moveTo>
                <a:lnTo>
                  <a:pt x="3175" y="0"/>
                </a:lnTo>
                <a:lnTo>
                  <a:pt x="3175" y="1787"/>
                </a:lnTo>
                <a:lnTo>
                  <a:pt x="0" y="178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97" name=""/>
          <p:cNvSpPr/>
          <p:nvPr/>
        </p:nvSpPr>
        <p:spPr>
          <a:xfrm>
            <a:off x="11430000" y="6429240"/>
            <a:ext cx="2286000" cy="1286280"/>
          </a:xfrm>
          <a:custGeom>
            <a:avLst/>
            <a:gdLst/>
            <a:ahLst/>
            <a:rect l="0" t="0" r="r" b="b"/>
            <a:pathLst>
              <a:path w="6350" h="3573">
                <a:moveTo>
                  <a:pt x="0" y="0"/>
                </a:moveTo>
                <a:lnTo>
                  <a:pt x="6350" y="0"/>
                </a:lnTo>
                <a:lnTo>
                  <a:pt x="6350" y="3573"/>
                </a:lnTo>
                <a:lnTo>
                  <a:pt x="0" y="357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98" name=""/>
          <p:cNvSpPr/>
          <p:nvPr/>
        </p:nvSpPr>
        <p:spPr>
          <a:xfrm>
            <a:off x="9143640" y="7715160"/>
            <a:ext cx="4572360" cy="2571840"/>
          </a:xfrm>
          <a:custGeom>
            <a:avLst/>
            <a:gdLst/>
            <a:ahLst/>
            <a:rect l="0" t="0" r="r" b="b"/>
            <a:pathLst>
              <a:path w="12701" h="7144">
                <a:moveTo>
                  <a:pt x="0" y="0"/>
                </a:moveTo>
                <a:lnTo>
                  <a:pt x="12701" y="0"/>
                </a:lnTo>
                <a:lnTo>
                  <a:pt x="12701" y="7144"/>
                </a:lnTo>
                <a:lnTo>
                  <a:pt x="0" y="714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599" name=""/>
          <p:cNvSpPr/>
          <p:nvPr/>
        </p:nvSpPr>
        <p:spPr>
          <a:xfrm>
            <a:off x="13715640" y="5143320"/>
            <a:ext cx="4572360" cy="2572200"/>
          </a:xfrm>
          <a:custGeom>
            <a:avLst/>
            <a:gdLst/>
            <a:ahLst/>
            <a:rect l="0" t="0" r="r" b="b"/>
            <a:pathLst>
              <a:path w="12701" h="7145">
                <a:moveTo>
                  <a:pt x="0" y="0"/>
                </a:moveTo>
                <a:lnTo>
                  <a:pt x="12701" y="0"/>
                </a:lnTo>
                <a:lnTo>
                  <a:pt x="12701" y="7145"/>
                </a:lnTo>
                <a:lnTo>
                  <a:pt x="0" y="714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600" name=""/>
          <p:cNvSpPr/>
          <p:nvPr/>
        </p:nvSpPr>
        <p:spPr>
          <a:xfrm>
            <a:off x="13715640" y="7715160"/>
            <a:ext cx="4572360" cy="2571840"/>
          </a:xfrm>
          <a:custGeom>
            <a:avLst/>
            <a:gdLst/>
            <a:ahLst/>
            <a:rect l="0" t="0" r="r" b="b"/>
            <a:pathLst>
              <a:path w="12701" h="7144">
                <a:moveTo>
                  <a:pt x="0" y="0"/>
                </a:moveTo>
                <a:lnTo>
                  <a:pt x="12701" y="0"/>
                </a:lnTo>
                <a:lnTo>
                  <a:pt x="12701" y="7144"/>
                </a:lnTo>
                <a:lnTo>
                  <a:pt x="0" y="714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6959880" y="3445200"/>
            <a:ext cx="5631480" cy="15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400" b="1" u="none" strike="noStrike">
                <a:solidFill>
                  <a:srgbClr val="FFFFFF"/>
                </a:solidFill>
                <a:effectLst/>
                <a:uFillTx/>
                <a:latin typeface="PretendardVariable-Semi"/>
                <a:ea typeface="PretendardVariable-Semi"/>
              </a:rPr>
              <a:t>Session 1</a:t>
            </a:r>
            <a:endParaRPr lang="en-US" sz="8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4767480" y="4540320"/>
            <a:ext cx="10897560" cy="15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400" b="1" u="none" strike="noStrike">
                <a:solidFill>
                  <a:srgbClr val="FFFFFF"/>
                </a:solidFill>
                <a:effectLst/>
                <a:uFillTx/>
                <a:latin typeface="PretendardVariable-Semi"/>
                <a:ea typeface="PretendardVariable-Semi"/>
              </a:rPr>
              <a:t>GPTaku Plugin </a:t>
            </a:r>
            <a:r>
              <a:rPr lang="ko-KR" sz="8400" b="1" u="none" strike="noStrike">
                <a:solidFill>
                  <a:srgbClr val="FFFFFF"/>
                </a:solidFill>
                <a:effectLst/>
                <a:uFillTx/>
                <a:latin typeface="PretendardVariable-Semi"/>
                <a:ea typeface="PretendardVariable-Semi"/>
              </a:rPr>
              <a:t>소개</a:t>
            </a:r>
            <a:endParaRPr lang="en-US" sz="8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5847120" y="6038640"/>
            <a:ext cx="4747320" cy="56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3300" b="0" u="none" strike="noStrike">
                <a:solidFill>
                  <a:srgbClr val="FFFFFF"/>
                </a:solidFill>
                <a:effectLst/>
                <a:uFillTx/>
                <a:latin typeface="PretendardVariable"/>
                <a:ea typeface="PretendardVariable"/>
              </a:rPr>
              <a:t>클코대장의 치트키 상자</a:t>
            </a: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PretendardVariable"/>
                <a:ea typeface="PretendardVariable"/>
              </a:rPr>
              <a:t>, </a:t>
            </a:r>
            <a:r>
              <a:rPr lang="ko-KR" sz="3300" b="0" u="none" strike="noStrike">
                <a:solidFill>
                  <a:srgbClr val="FFFFFF"/>
                </a:solidFill>
                <a:effectLst/>
                <a:uFillTx/>
                <a:latin typeface="PretendardVariable"/>
                <a:ea typeface="PretendardVariable"/>
              </a:rPr>
              <a:t>지금 열어드려요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05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06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07" name=""/>
          <p:cNvSpPr/>
          <p:nvPr/>
        </p:nvSpPr>
        <p:spPr>
          <a:xfrm>
            <a:off x="5752800" y="495000"/>
            <a:ext cx="2600640" cy="676800"/>
          </a:xfrm>
          <a:custGeom>
            <a:avLst/>
            <a:gdLst/>
            <a:ahLst/>
            <a:rect l="0" t="0" r="r" b="b"/>
            <a:pathLst>
              <a:path w="7224" h="1880">
                <a:moveTo>
                  <a:pt x="0" y="1615"/>
                </a:moveTo>
                <a:lnTo>
                  <a:pt x="0" y="265"/>
                </a:lnTo>
                <a:cubicBezTo>
                  <a:pt x="0" y="248"/>
                  <a:pt x="2" y="230"/>
                  <a:pt x="5" y="213"/>
                </a:cubicBezTo>
                <a:cubicBezTo>
                  <a:pt x="9" y="196"/>
                  <a:pt x="14" y="180"/>
                  <a:pt x="20" y="164"/>
                </a:cubicBezTo>
                <a:cubicBezTo>
                  <a:pt x="27" y="148"/>
                  <a:pt x="35" y="132"/>
                  <a:pt x="45" y="118"/>
                </a:cubicBezTo>
                <a:cubicBezTo>
                  <a:pt x="55" y="103"/>
                  <a:pt x="66" y="90"/>
                  <a:pt x="78" y="78"/>
                </a:cubicBezTo>
                <a:cubicBezTo>
                  <a:pt x="90" y="66"/>
                  <a:pt x="103" y="55"/>
                  <a:pt x="118" y="45"/>
                </a:cubicBezTo>
                <a:cubicBezTo>
                  <a:pt x="132" y="35"/>
                  <a:pt x="148" y="27"/>
                  <a:pt x="164" y="20"/>
                </a:cubicBezTo>
                <a:cubicBezTo>
                  <a:pt x="180" y="14"/>
                  <a:pt x="196" y="9"/>
                  <a:pt x="213" y="5"/>
                </a:cubicBezTo>
                <a:cubicBezTo>
                  <a:pt x="230" y="2"/>
                  <a:pt x="248" y="0"/>
                  <a:pt x="265" y="0"/>
                </a:cubicBezTo>
                <a:lnTo>
                  <a:pt x="6960" y="0"/>
                </a:lnTo>
                <a:cubicBezTo>
                  <a:pt x="6977" y="0"/>
                  <a:pt x="6994" y="2"/>
                  <a:pt x="7011" y="5"/>
                </a:cubicBezTo>
                <a:cubicBezTo>
                  <a:pt x="7029" y="9"/>
                  <a:pt x="7045" y="14"/>
                  <a:pt x="7061" y="20"/>
                </a:cubicBezTo>
                <a:cubicBezTo>
                  <a:pt x="7077" y="27"/>
                  <a:pt x="7092" y="35"/>
                  <a:pt x="7107" y="45"/>
                </a:cubicBezTo>
                <a:cubicBezTo>
                  <a:pt x="7121" y="55"/>
                  <a:pt x="7135" y="66"/>
                  <a:pt x="7147" y="78"/>
                </a:cubicBezTo>
                <a:cubicBezTo>
                  <a:pt x="7159" y="90"/>
                  <a:pt x="7170" y="103"/>
                  <a:pt x="7180" y="118"/>
                </a:cubicBezTo>
                <a:cubicBezTo>
                  <a:pt x="7190" y="132"/>
                  <a:pt x="7198" y="148"/>
                  <a:pt x="7204" y="164"/>
                </a:cubicBezTo>
                <a:cubicBezTo>
                  <a:pt x="7211" y="180"/>
                  <a:pt x="7216" y="196"/>
                  <a:pt x="7219" y="213"/>
                </a:cubicBezTo>
                <a:cubicBezTo>
                  <a:pt x="7223" y="230"/>
                  <a:pt x="7224" y="248"/>
                  <a:pt x="7224" y="265"/>
                </a:cubicBezTo>
                <a:lnTo>
                  <a:pt x="7224" y="1615"/>
                </a:lnTo>
                <a:cubicBezTo>
                  <a:pt x="7224" y="1633"/>
                  <a:pt x="7223" y="1650"/>
                  <a:pt x="7219" y="1667"/>
                </a:cubicBezTo>
                <a:cubicBezTo>
                  <a:pt x="7216" y="1684"/>
                  <a:pt x="7211" y="1700"/>
                  <a:pt x="7204" y="1717"/>
                </a:cubicBezTo>
                <a:cubicBezTo>
                  <a:pt x="7198" y="1733"/>
                  <a:pt x="7190" y="1748"/>
                  <a:pt x="7180" y="1762"/>
                </a:cubicBezTo>
                <a:cubicBezTo>
                  <a:pt x="7170" y="1777"/>
                  <a:pt x="7159" y="1790"/>
                  <a:pt x="7147" y="1802"/>
                </a:cubicBezTo>
                <a:cubicBezTo>
                  <a:pt x="7135" y="1815"/>
                  <a:pt x="7121" y="1826"/>
                  <a:pt x="7107" y="1835"/>
                </a:cubicBezTo>
                <a:cubicBezTo>
                  <a:pt x="7092" y="1845"/>
                  <a:pt x="7077" y="1853"/>
                  <a:pt x="7061" y="1860"/>
                </a:cubicBezTo>
                <a:cubicBezTo>
                  <a:pt x="7045" y="1866"/>
                  <a:pt x="7029" y="1871"/>
                  <a:pt x="7011" y="1875"/>
                </a:cubicBezTo>
                <a:cubicBezTo>
                  <a:pt x="6994" y="1878"/>
                  <a:pt x="6977" y="1880"/>
                  <a:pt x="6960" y="1880"/>
                </a:cubicBezTo>
                <a:lnTo>
                  <a:pt x="265" y="1880"/>
                </a:lnTo>
                <a:cubicBezTo>
                  <a:pt x="248" y="1880"/>
                  <a:pt x="230" y="1878"/>
                  <a:pt x="213" y="1875"/>
                </a:cubicBezTo>
                <a:cubicBezTo>
                  <a:pt x="196" y="1871"/>
                  <a:pt x="180" y="1866"/>
                  <a:pt x="164" y="1860"/>
                </a:cubicBezTo>
                <a:cubicBezTo>
                  <a:pt x="148" y="1853"/>
                  <a:pt x="132" y="1845"/>
                  <a:pt x="118" y="1835"/>
                </a:cubicBezTo>
                <a:cubicBezTo>
                  <a:pt x="103" y="1826"/>
                  <a:pt x="90" y="1815"/>
                  <a:pt x="78" y="1802"/>
                </a:cubicBezTo>
                <a:cubicBezTo>
                  <a:pt x="66" y="1790"/>
                  <a:pt x="55" y="1777"/>
                  <a:pt x="45" y="1762"/>
                </a:cubicBezTo>
                <a:cubicBezTo>
                  <a:pt x="35" y="1748"/>
                  <a:pt x="27" y="1733"/>
                  <a:pt x="20" y="1717"/>
                </a:cubicBezTo>
                <a:cubicBezTo>
                  <a:pt x="14" y="1700"/>
                  <a:pt x="9" y="1684"/>
                  <a:pt x="5" y="1667"/>
                </a:cubicBezTo>
                <a:cubicBezTo>
                  <a:pt x="2" y="1650"/>
                  <a:pt x="0" y="1633"/>
                  <a:pt x="0" y="1615"/>
                </a:cubicBezTo>
                <a:close/>
              </a:path>
            </a:pathLst>
          </a:custGeom>
          <a:solidFill>
            <a:srgbClr val="FFF4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08" name=""/>
          <p:cNvSpPr/>
          <p:nvPr/>
        </p:nvSpPr>
        <p:spPr>
          <a:xfrm>
            <a:off x="1333440" y="1652400"/>
            <a:ext cx="5015160" cy="6982200"/>
          </a:xfrm>
          <a:custGeom>
            <a:avLst/>
            <a:gdLst/>
            <a:ahLst/>
            <a:rect l="0" t="0" r="r" b="b"/>
            <a:pathLst>
              <a:path w="13931" h="19395">
                <a:moveTo>
                  <a:pt x="0" y="18879"/>
                </a:moveTo>
                <a:lnTo>
                  <a:pt x="0" y="516"/>
                </a:lnTo>
                <a:cubicBezTo>
                  <a:pt x="0" y="482"/>
                  <a:pt x="2" y="449"/>
                  <a:pt x="8" y="415"/>
                </a:cubicBezTo>
                <a:cubicBezTo>
                  <a:pt x="13" y="382"/>
                  <a:pt x="21" y="350"/>
                  <a:pt x="32" y="319"/>
                </a:cubicBezTo>
                <a:cubicBezTo>
                  <a:pt x="43" y="287"/>
                  <a:pt x="56" y="257"/>
                  <a:pt x="71" y="229"/>
                </a:cubicBezTo>
                <a:cubicBezTo>
                  <a:pt x="86" y="201"/>
                  <a:pt x="104" y="175"/>
                  <a:pt x="124" y="151"/>
                </a:cubicBezTo>
                <a:cubicBezTo>
                  <a:pt x="143" y="127"/>
                  <a:pt x="165" y="106"/>
                  <a:pt x="188" y="87"/>
                </a:cubicBezTo>
                <a:cubicBezTo>
                  <a:pt x="211" y="68"/>
                  <a:pt x="235" y="52"/>
                  <a:pt x="261" y="39"/>
                </a:cubicBezTo>
                <a:cubicBezTo>
                  <a:pt x="287" y="26"/>
                  <a:pt x="313" y="17"/>
                  <a:pt x="340" y="10"/>
                </a:cubicBezTo>
                <a:cubicBezTo>
                  <a:pt x="368" y="3"/>
                  <a:pt x="395" y="0"/>
                  <a:pt x="423" y="0"/>
                </a:cubicBezTo>
                <a:lnTo>
                  <a:pt x="13415" y="0"/>
                </a:lnTo>
                <a:cubicBezTo>
                  <a:pt x="13449" y="0"/>
                  <a:pt x="13482" y="3"/>
                  <a:pt x="13516" y="10"/>
                </a:cubicBezTo>
                <a:cubicBezTo>
                  <a:pt x="13549" y="17"/>
                  <a:pt x="13581" y="26"/>
                  <a:pt x="13612" y="39"/>
                </a:cubicBezTo>
                <a:cubicBezTo>
                  <a:pt x="13644" y="52"/>
                  <a:pt x="13674" y="68"/>
                  <a:pt x="13702" y="87"/>
                </a:cubicBezTo>
                <a:cubicBezTo>
                  <a:pt x="13730" y="106"/>
                  <a:pt x="13756" y="127"/>
                  <a:pt x="13780" y="151"/>
                </a:cubicBezTo>
                <a:cubicBezTo>
                  <a:pt x="13804" y="175"/>
                  <a:pt x="13825" y="201"/>
                  <a:pt x="13844" y="229"/>
                </a:cubicBezTo>
                <a:cubicBezTo>
                  <a:pt x="13863" y="257"/>
                  <a:pt x="13879" y="287"/>
                  <a:pt x="13892" y="319"/>
                </a:cubicBezTo>
                <a:cubicBezTo>
                  <a:pt x="13905" y="350"/>
                  <a:pt x="13914" y="382"/>
                  <a:pt x="13921" y="415"/>
                </a:cubicBezTo>
                <a:cubicBezTo>
                  <a:pt x="13928" y="449"/>
                  <a:pt x="13931" y="482"/>
                  <a:pt x="13931" y="516"/>
                </a:cubicBezTo>
                <a:lnTo>
                  <a:pt x="13931" y="18879"/>
                </a:lnTo>
                <a:cubicBezTo>
                  <a:pt x="13931" y="18913"/>
                  <a:pt x="13928" y="18946"/>
                  <a:pt x="13921" y="18980"/>
                </a:cubicBezTo>
                <a:cubicBezTo>
                  <a:pt x="13914" y="19013"/>
                  <a:pt x="13905" y="19045"/>
                  <a:pt x="13892" y="19076"/>
                </a:cubicBezTo>
                <a:cubicBezTo>
                  <a:pt x="13879" y="19108"/>
                  <a:pt x="13863" y="19138"/>
                  <a:pt x="13844" y="19166"/>
                </a:cubicBezTo>
                <a:cubicBezTo>
                  <a:pt x="13825" y="19194"/>
                  <a:pt x="13804" y="19220"/>
                  <a:pt x="13780" y="19244"/>
                </a:cubicBezTo>
                <a:cubicBezTo>
                  <a:pt x="13756" y="19268"/>
                  <a:pt x="13730" y="19289"/>
                  <a:pt x="13702" y="19308"/>
                </a:cubicBezTo>
                <a:cubicBezTo>
                  <a:pt x="13674" y="19327"/>
                  <a:pt x="13644" y="19343"/>
                  <a:pt x="13612" y="19356"/>
                </a:cubicBezTo>
                <a:cubicBezTo>
                  <a:pt x="13581" y="19369"/>
                  <a:pt x="13549" y="19378"/>
                  <a:pt x="13516" y="19385"/>
                </a:cubicBezTo>
                <a:cubicBezTo>
                  <a:pt x="13482" y="19392"/>
                  <a:pt x="13449" y="19395"/>
                  <a:pt x="13415" y="19395"/>
                </a:cubicBezTo>
                <a:lnTo>
                  <a:pt x="423" y="19395"/>
                </a:lnTo>
                <a:cubicBezTo>
                  <a:pt x="395" y="19395"/>
                  <a:pt x="368" y="19392"/>
                  <a:pt x="340" y="19385"/>
                </a:cubicBezTo>
                <a:cubicBezTo>
                  <a:pt x="313" y="19378"/>
                  <a:pt x="287" y="19369"/>
                  <a:pt x="261" y="19356"/>
                </a:cubicBezTo>
                <a:cubicBezTo>
                  <a:pt x="235" y="19343"/>
                  <a:pt x="211" y="19327"/>
                  <a:pt x="188" y="19308"/>
                </a:cubicBezTo>
                <a:cubicBezTo>
                  <a:pt x="165" y="19289"/>
                  <a:pt x="143" y="19268"/>
                  <a:pt x="124" y="19244"/>
                </a:cubicBezTo>
                <a:cubicBezTo>
                  <a:pt x="104" y="19220"/>
                  <a:pt x="86" y="19194"/>
                  <a:pt x="71" y="19166"/>
                </a:cubicBezTo>
                <a:cubicBezTo>
                  <a:pt x="56" y="19138"/>
                  <a:pt x="43" y="19108"/>
                  <a:pt x="32" y="19076"/>
                </a:cubicBezTo>
                <a:cubicBezTo>
                  <a:pt x="21" y="19045"/>
                  <a:pt x="13" y="19013"/>
                  <a:pt x="8" y="18980"/>
                </a:cubicBezTo>
                <a:cubicBezTo>
                  <a:pt x="2" y="18946"/>
                  <a:pt x="0" y="18913"/>
                  <a:pt x="0" y="188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09" name=""/>
          <p:cNvSpPr/>
          <p:nvPr/>
        </p:nvSpPr>
        <p:spPr>
          <a:xfrm>
            <a:off x="1448640" y="1657080"/>
            <a:ext cx="4842720" cy="91080"/>
          </a:xfrm>
          <a:custGeom>
            <a:avLst/>
            <a:gdLst/>
            <a:ahLst/>
            <a:rect l="0" t="0" r="r" b="b"/>
            <a:pathLst>
              <a:path w="13452" h="253">
                <a:moveTo>
                  <a:pt x="13349" y="253"/>
                </a:moveTo>
                <a:lnTo>
                  <a:pt x="1794" y="253"/>
                </a:lnTo>
                <a:lnTo>
                  <a:pt x="0" y="27"/>
                </a:lnTo>
                <a:cubicBezTo>
                  <a:pt x="33" y="9"/>
                  <a:pt x="68" y="0"/>
                  <a:pt x="103" y="0"/>
                </a:cubicBezTo>
                <a:lnTo>
                  <a:pt x="13095" y="0"/>
                </a:lnTo>
                <a:cubicBezTo>
                  <a:pt x="13162" y="0"/>
                  <a:pt x="13226" y="13"/>
                  <a:pt x="13287" y="39"/>
                </a:cubicBezTo>
                <a:cubicBezTo>
                  <a:pt x="13349" y="65"/>
                  <a:pt x="13403" y="101"/>
                  <a:pt x="13451" y="148"/>
                </a:cubicBezTo>
                <a:cubicBezTo>
                  <a:pt x="13451" y="149"/>
                  <a:pt x="13451" y="149"/>
                  <a:pt x="13452" y="150"/>
                </a:cubicBezTo>
                <a:lnTo>
                  <a:pt x="13349" y="253"/>
                </a:lnTo>
                <a:close/>
              </a:path>
            </a:pathLst>
          </a:custGeom>
          <a:solidFill>
            <a:srgbClr val="E3E2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10" name=""/>
          <p:cNvSpPr/>
          <p:nvPr/>
        </p:nvSpPr>
        <p:spPr>
          <a:xfrm>
            <a:off x="1448640" y="8538840"/>
            <a:ext cx="4842720" cy="91440"/>
          </a:xfrm>
          <a:custGeom>
            <a:avLst/>
            <a:gdLst/>
            <a:ahLst/>
            <a:rect l="0" t="0" r="r" b="b"/>
            <a:pathLst>
              <a:path w="13452" h="254">
                <a:moveTo>
                  <a:pt x="1794" y="0"/>
                </a:moveTo>
                <a:lnTo>
                  <a:pt x="13349" y="0"/>
                </a:lnTo>
                <a:lnTo>
                  <a:pt x="13452" y="104"/>
                </a:lnTo>
                <a:cubicBezTo>
                  <a:pt x="13451" y="105"/>
                  <a:pt x="13451" y="105"/>
                  <a:pt x="13451" y="106"/>
                </a:cubicBezTo>
                <a:cubicBezTo>
                  <a:pt x="13403" y="153"/>
                  <a:pt x="13349" y="189"/>
                  <a:pt x="13287" y="214"/>
                </a:cubicBezTo>
                <a:cubicBezTo>
                  <a:pt x="13226" y="240"/>
                  <a:pt x="13162" y="254"/>
                  <a:pt x="13095" y="254"/>
                </a:cubicBezTo>
                <a:lnTo>
                  <a:pt x="103" y="254"/>
                </a:lnTo>
                <a:cubicBezTo>
                  <a:pt x="68" y="254"/>
                  <a:pt x="33" y="244"/>
                  <a:pt x="0" y="226"/>
                </a:cubicBezTo>
                <a:lnTo>
                  <a:pt x="1794" y="0"/>
                </a:lnTo>
                <a:close/>
              </a:path>
            </a:pathLst>
          </a:custGeom>
          <a:solidFill>
            <a:srgbClr val="E3E2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11" name=""/>
          <p:cNvSpPr/>
          <p:nvPr/>
        </p:nvSpPr>
        <p:spPr>
          <a:xfrm>
            <a:off x="6252840" y="1710000"/>
            <a:ext cx="91080" cy="6867000"/>
          </a:xfrm>
          <a:custGeom>
            <a:avLst/>
            <a:gdLst/>
            <a:ahLst/>
            <a:rect l="0" t="0" r="r" b="b"/>
            <a:pathLst>
              <a:path w="253" h="19075">
                <a:moveTo>
                  <a:pt x="0" y="18970"/>
                </a:moveTo>
                <a:lnTo>
                  <a:pt x="0" y="105"/>
                </a:lnTo>
                <a:lnTo>
                  <a:pt x="106" y="0"/>
                </a:lnTo>
                <a:cubicBezTo>
                  <a:pt x="153" y="48"/>
                  <a:pt x="189" y="102"/>
                  <a:pt x="214" y="164"/>
                </a:cubicBezTo>
                <a:cubicBezTo>
                  <a:pt x="240" y="225"/>
                  <a:pt x="253" y="289"/>
                  <a:pt x="253" y="356"/>
                </a:cubicBezTo>
                <a:lnTo>
                  <a:pt x="253" y="18719"/>
                </a:lnTo>
                <a:cubicBezTo>
                  <a:pt x="253" y="18786"/>
                  <a:pt x="240" y="18850"/>
                  <a:pt x="214" y="18911"/>
                </a:cubicBezTo>
                <a:cubicBezTo>
                  <a:pt x="189" y="18973"/>
                  <a:pt x="153" y="19027"/>
                  <a:pt x="106" y="19075"/>
                </a:cubicBezTo>
                <a:lnTo>
                  <a:pt x="0" y="18970"/>
                </a:lnTo>
                <a:close/>
              </a:path>
            </a:pathLst>
          </a:custGeom>
          <a:solidFill>
            <a:srgbClr val="E3E2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12" name=""/>
          <p:cNvSpPr/>
          <p:nvPr/>
        </p:nvSpPr>
        <p:spPr>
          <a:xfrm>
            <a:off x="1371240" y="1666800"/>
            <a:ext cx="106560" cy="6953400"/>
          </a:xfrm>
          <a:custGeom>
            <a:avLst/>
            <a:gdLst/>
            <a:ahLst/>
            <a:rect l="0" t="0" r="r" b="b"/>
            <a:pathLst>
              <a:path w="296" h="19315">
                <a:moveTo>
                  <a:pt x="296" y="10"/>
                </a:moveTo>
                <a:lnTo>
                  <a:pt x="296" y="19305"/>
                </a:lnTo>
                <a:lnTo>
                  <a:pt x="217" y="19315"/>
                </a:lnTo>
                <a:cubicBezTo>
                  <a:pt x="210" y="19311"/>
                  <a:pt x="204" y="19308"/>
                  <a:pt x="197" y="19303"/>
                </a:cubicBezTo>
                <a:cubicBezTo>
                  <a:pt x="158" y="19278"/>
                  <a:pt x="123" y="19242"/>
                  <a:pt x="93" y="19195"/>
                </a:cubicBezTo>
                <a:cubicBezTo>
                  <a:pt x="64" y="19147"/>
                  <a:pt x="41" y="19093"/>
                  <a:pt x="25" y="19031"/>
                </a:cubicBezTo>
                <a:cubicBezTo>
                  <a:pt x="9" y="18970"/>
                  <a:pt x="0" y="18906"/>
                  <a:pt x="0" y="18839"/>
                </a:cubicBezTo>
                <a:lnTo>
                  <a:pt x="0" y="476"/>
                </a:lnTo>
                <a:cubicBezTo>
                  <a:pt x="0" y="409"/>
                  <a:pt x="9" y="345"/>
                  <a:pt x="25" y="284"/>
                </a:cubicBezTo>
                <a:cubicBezTo>
                  <a:pt x="41" y="222"/>
                  <a:pt x="64" y="168"/>
                  <a:pt x="93" y="120"/>
                </a:cubicBezTo>
                <a:cubicBezTo>
                  <a:pt x="123" y="73"/>
                  <a:pt x="158" y="37"/>
                  <a:pt x="197" y="12"/>
                </a:cubicBezTo>
                <a:cubicBezTo>
                  <a:pt x="204" y="7"/>
                  <a:pt x="210" y="4"/>
                  <a:pt x="217" y="0"/>
                </a:cubicBezTo>
                <a:lnTo>
                  <a:pt x="296" y="10"/>
                </a:lnTo>
                <a:close/>
              </a:path>
            </a:pathLst>
          </a:custGeom>
          <a:solidFill>
            <a:srgbClr val="F5A62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1295280" y="432000"/>
            <a:ext cx="8196120" cy="751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2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Claude Code </a:t>
            </a:r>
            <a:r>
              <a:rPr lang="ko-KR" sz="42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쓸 때</a:t>
            </a:r>
            <a:r>
              <a:rPr lang="en-US" sz="42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,  </a:t>
            </a:r>
            <a:r>
              <a:rPr lang="ko-KR" sz="42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부딪히는 벽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3094560" y="3067200"/>
            <a:ext cx="1524600" cy="200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0" b="0" u="none" strike="noStrike">
                <a:solidFill>
                  <a:srgbClr val="000000"/>
                </a:solidFill>
                <a:effectLst/>
                <a:uFillTx/>
                <a:latin typeface="AppleColorEmoji"/>
                <a:ea typeface="AppleColorEmoji"/>
              </a:rPr>
              <a:t>🚧</a:t>
            </a:r>
            <a:endParaRPr lang="en-US" sz="12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3214080" y="4894920"/>
            <a:ext cx="1433160" cy="876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60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세팅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3489480" y="6113160"/>
            <a:ext cx="680400" cy="42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7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"</a:t>
            </a:r>
            <a:r>
              <a:rPr lang="ko-KR" sz="247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뭐부터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17" name=""/>
          <p:cNvSpPr/>
          <p:nvPr/>
        </p:nvSpPr>
        <p:spPr>
          <a:xfrm>
            <a:off x="6657840" y="1652400"/>
            <a:ext cx="5005800" cy="6982200"/>
          </a:xfrm>
          <a:custGeom>
            <a:avLst/>
            <a:gdLst/>
            <a:ahLst/>
            <a:rect l="0" t="0" r="r" b="b"/>
            <a:pathLst>
              <a:path w="13905" h="19395">
                <a:moveTo>
                  <a:pt x="0" y="18879"/>
                </a:moveTo>
                <a:lnTo>
                  <a:pt x="0" y="516"/>
                </a:lnTo>
                <a:cubicBezTo>
                  <a:pt x="0" y="482"/>
                  <a:pt x="3" y="449"/>
                  <a:pt x="8" y="415"/>
                </a:cubicBezTo>
                <a:cubicBezTo>
                  <a:pt x="13" y="382"/>
                  <a:pt x="21" y="350"/>
                  <a:pt x="32" y="319"/>
                </a:cubicBezTo>
                <a:cubicBezTo>
                  <a:pt x="43" y="287"/>
                  <a:pt x="56" y="257"/>
                  <a:pt x="71" y="229"/>
                </a:cubicBezTo>
                <a:cubicBezTo>
                  <a:pt x="87" y="201"/>
                  <a:pt x="104" y="175"/>
                  <a:pt x="124" y="151"/>
                </a:cubicBezTo>
                <a:cubicBezTo>
                  <a:pt x="144" y="127"/>
                  <a:pt x="165" y="106"/>
                  <a:pt x="188" y="87"/>
                </a:cubicBezTo>
                <a:cubicBezTo>
                  <a:pt x="211" y="68"/>
                  <a:pt x="236" y="52"/>
                  <a:pt x="261" y="39"/>
                </a:cubicBezTo>
                <a:cubicBezTo>
                  <a:pt x="287" y="26"/>
                  <a:pt x="313" y="17"/>
                  <a:pt x="341" y="10"/>
                </a:cubicBezTo>
                <a:cubicBezTo>
                  <a:pt x="368" y="3"/>
                  <a:pt x="395" y="0"/>
                  <a:pt x="423" y="0"/>
                </a:cubicBezTo>
                <a:lnTo>
                  <a:pt x="13389" y="0"/>
                </a:lnTo>
                <a:cubicBezTo>
                  <a:pt x="13423" y="0"/>
                  <a:pt x="13456" y="3"/>
                  <a:pt x="13489" y="10"/>
                </a:cubicBezTo>
                <a:cubicBezTo>
                  <a:pt x="13523" y="17"/>
                  <a:pt x="13555" y="26"/>
                  <a:pt x="13586" y="39"/>
                </a:cubicBezTo>
                <a:cubicBezTo>
                  <a:pt x="13618" y="52"/>
                  <a:pt x="13647" y="68"/>
                  <a:pt x="13675" y="87"/>
                </a:cubicBezTo>
                <a:cubicBezTo>
                  <a:pt x="13704" y="106"/>
                  <a:pt x="13730" y="127"/>
                  <a:pt x="13754" y="151"/>
                </a:cubicBezTo>
                <a:cubicBezTo>
                  <a:pt x="13778" y="175"/>
                  <a:pt x="13799" y="201"/>
                  <a:pt x="13818" y="229"/>
                </a:cubicBezTo>
                <a:cubicBezTo>
                  <a:pt x="13837" y="257"/>
                  <a:pt x="13852" y="287"/>
                  <a:pt x="13865" y="319"/>
                </a:cubicBezTo>
                <a:cubicBezTo>
                  <a:pt x="13878" y="350"/>
                  <a:pt x="13888" y="382"/>
                  <a:pt x="13895" y="415"/>
                </a:cubicBezTo>
                <a:cubicBezTo>
                  <a:pt x="13901" y="449"/>
                  <a:pt x="13905" y="482"/>
                  <a:pt x="13905" y="516"/>
                </a:cubicBezTo>
                <a:lnTo>
                  <a:pt x="13905" y="18879"/>
                </a:lnTo>
                <a:cubicBezTo>
                  <a:pt x="13905" y="18913"/>
                  <a:pt x="13901" y="18946"/>
                  <a:pt x="13895" y="18980"/>
                </a:cubicBezTo>
                <a:cubicBezTo>
                  <a:pt x="13888" y="19013"/>
                  <a:pt x="13878" y="19045"/>
                  <a:pt x="13865" y="19076"/>
                </a:cubicBezTo>
                <a:cubicBezTo>
                  <a:pt x="13852" y="19108"/>
                  <a:pt x="13837" y="19138"/>
                  <a:pt x="13818" y="19166"/>
                </a:cubicBezTo>
                <a:cubicBezTo>
                  <a:pt x="13799" y="19194"/>
                  <a:pt x="13778" y="19220"/>
                  <a:pt x="13754" y="19244"/>
                </a:cubicBezTo>
                <a:cubicBezTo>
                  <a:pt x="13730" y="19268"/>
                  <a:pt x="13704" y="19289"/>
                  <a:pt x="13675" y="19308"/>
                </a:cubicBezTo>
                <a:cubicBezTo>
                  <a:pt x="13647" y="19327"/>
                  <a:pt x="13618" y="19343"/>
                  <a:pt x="13586" y="19356"/>
                </a:cubicBezTo>
                <a:cubicBezTo>
                  <a:pt x="13555" y="19369"/>
                  <a:pt x="13523" y="19378"/>
                  <a:pt x="13489" y="19385"/>
                </a:cubicBezTo>
                <a:cubicBezTo>
                  <a:pt x="13456" y="19392"/>
                  <a:pt x="13423" y="19395"/>
                  <a:pt x="13389" y="19395"/>
                </a:cubicBezTo>
                <a:lnTo>
                  <a:pt x="423" y="19395"/>
                </a:lnTo>
                <a:cubicBezTo>
                  <a:pt x="395" y="19395"/>
                  <a:pt x="368" y="19392"/>
                  <a:pt x="341" y="19385"/>
                </a:cubicBezTo>
                <a:cubicBezTo>
                  <a:pt x="313" y="19378"/>
                  <a:pt x="287" y="19369"/>
                  <a:pt x="261" y="19356"/>
                </a:cubicBezTo>
                <a:cubicBezTo>
                  <a:pt x="236" y="19343"/>
                  <a:pt x="211" y="19327"/>
                  <a:pt x="188" y="19308"/>
                </a:cubicBezTo>
                <a:cubicBezTo>
                  <a:pt x="165" y="19289"/>
                  <a:pt x="144" y="19268"/>
                  <a:pt x="124" y="19244"/>
                </a:cubicBezTo>
                <a:cubicBezTo>
                  <a:pt x="104" y="19220"/>
                  <a:pt x="87" y="19194"/>
                  <a:pt x="71" y="19166"/>
                </a:cubicBezTo>
                <a:cubicBezTo>
                  <a:pt x="56" y="19138"/>
                  <a:pt x="43" y="19108"/>
                  <a:pt x="32" y="19076"/>
                </a:cubicBezTo>
                <a:cubicBezTo>
                  <a:pt x="21" y="19045"/>
                  <a:pt x="13" y="19013"/>
                  <a:pt x="8" y="18980"/>
                </a:cubicBezTo>
                <a:cubicBezTo>
                  <a:pt x="3" y="18946"/>
                  <a:pt x="0" y="18913"/>
                  <a:pt x="0" y="188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18" name=""/>
          <p:cNvSpPr/>
          <p:nvPr/>
        </p:nvSpPr>
        <p:spPr>
          <a:xfrm>
            <a:off x="6773040" y="1657080"/>
            <a:ext cx="4833360" cy="91080"/>
          </a:xfrm>
          <a:custGeom>
            <a:avLst/>
            <a:gdLst/>
            <a:ahLst/>
            <a:rect l="0" t="0" r="r" b="b"/>
            <a:pathLst>
              <a:path w="13426" h="253">
                <a:moveTo>
                  <a:pt x="13323" y="253"/>
                </a:moveTo>
                <a:lnTo>
                  <a:pt x="1795" y="253"/>
                </a:lnTo>
                <a:lnTo>
                  <a:pt x="0" y="27"/>
                </a:lnTo>
                <a:cubicBezTo>
                  <a:pt x="33" y="9"/>
                  <a:pt x="68" y="0"/>
                  <a:pt x="103" y="0"/>
                </a:cubicBezTo>
                <a:lnTo>
                  <a:pt x="13069" y="0"/>
                </a:lnTo>
                <a:cubicBezTo>
                  <a:pt x="13135" y="0"/>
                  <a:pt x="13200" y="13"/>
                  <a:pt x="13261" y="39"/>
                </a:cubicBezTo>
                <a:cubicBezTo>
                  <a:pt x="13323" y="65"/>
                  <a:pt x="13377" y="101"/>
                  <a:pt x="13424" y="148"/>
                </a:cubicBezTo>
                <a:cubicBezTo>
                  <a:pt x="13425" y="149"/>
                  <a:pt x="13425" y="149"/>
                  <a:pt x="13426" y="150"/>
                </a:cubicBezTo>
                <a:lnTo>
                  <a:pt x="13323" y="253"/>
                </a:lnTo>
                <a:close/>
              </a:path>
            </a:pathLst>
          </a:custGeom>
          <a:solidFill>
            <a:srgbClr val="E3E2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19" name=""/>
          <p:cNvSpPr/>
          <p:nvPr/>
        </p:nvSpPr>
        <p:spPr>
          <a:xfrm>
            <a:off x="6773040" y="8538840"/>
            <a:ext cx="4833360" cy="91440"/>
          </a:xfrm>
          <a:custGeom>
            <a:avLst/>
            <a:gdLst/>
            <a:ahLst/>
            <a:rect l="0" t="0" r="r" b="b"/>
            <a:pathLst>
              <a:path w="13426" h="254">
                <a:moveTo>
                  <a:pt x="1795" y="0"/>
                </a:moveTo>
                <a:lnTo>
                  <a:pt x="13323" y="0"/>
                </a:lnTo>
                <a:lnTo>
                  <a:pt x="13426" y="104"/>
                </a:lnTo>
                <a:cubicBezTo>
                  <a:pt x="13425" y="105"/>
                  <a:pt x="13425" y="105"/>
                  <a:pt x="13424" y="106"/>
                </a:cubicBezTo>
                <a:cubicBezTo>
                  <a:pt x="13377" y="153"/>
                  <a:pt x="13323" y="189"/>
                  <a:pt x="13261" y="214"/>
                </a:cubicBezTo>
                <a:cubicBezTo>
                  <a:pt x="13200" y="240"/>
                  <a:pt x="13135" y="254"/>
                  <a:pt x="13069" y="254"/>
                </a:cubicBezTo>
                <a:lnTo>
                  <a:pt x="103" y="254"/>
                </a:lnTo>
                <a:cubicBezTo>
                  <a:pt x="68" y="254"/>
                  <a:pt x="33" y="244"/>
                  <a:pt x="0" y="226"/>
                </a:cubicBezTo>
                <a:lnTo>
                  <a:pt x="1795" y="0"/>
                </a:lnTo>
                <a:close/>
              </a:path>
            </a:pathLst>
          </a:custGeom>
          <a:solidFill>
            <a:srgbClr val="E3E2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20" name=""/>
          <p:cNvSpPr/>
          <p:nvPr/>
        </p:nvSpPr>
        <p:spPr>
          <a:xfrm>
            <a:off x="11567880" y="1710000"/>
            <a:ext cx="90720" cy="6867000"/>
          </a:xfrm>
          <a:custGeom>
            <a:avLst/>
            <a:gdLst/>
            <a:ahLst/>
            <a:rect l="0" t="0" r="r" b="b"/>
            <a:pathLst>
              <a:path w="252" h="19075">
                <a:moveTo>
                  <a:pt x="0" y="18970"/>
                </a:moveTo>
                <a:lnTo>
                  <a:pt x="0" y="105"/>
                </a:lnTo>
                <a:lnTo>
                  <a:pt x="104" y="0"/>
                </a:lnTo>
                <a:cubicBezTo>
                  <a:pt x="152" y="48"/>
                  <a:pt x="189" y="102"/>
                  <a:pt x="214" y="164"/>
                </a:cubicBezTo>
                <a:cubicBezTo>
                  <a:pt x="240" y="225"/>
                  <a:pt x="252" y="289"/>
                  <a:pt x="252" y="356"/>
                </a:cubicBezTo>
                <a:lnTo>
                  <a:pt x="252" y="18719"/>
                </a:lnTo>
                <a:cubicBezTo>
                  <a:pt x="252" y="18786"/>
                  <a:pt x="240" y="18850"/>
                  <a:pt x="214" y="18911"/>
                </a:cubicBezTo>
                <a:cubicBezTo>
                  <a:pt x="189" y="18973"/>
                  <a:pt x="152" y="19027"/>
                  <a:pt x="104" y="19075"/>
                </a:cubicBezTo>
                <a:lnTo>
                  <a:pt x="0" y="18970"/>
                </a:lnTo>
                <a:close/>
              </a:path>
            </a:pathLst>
          </a:custGeom>
          <a:solidFill>
            <a:srgbClr val="E3E2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21" name=""/>
          <p:cNvSpPr/>
          <p:nvPr/>
        </p:nvSpPr>
        <p:spPr>
          <a:xfrm>
            <a:off x="6696000" y="1666800"/>
            <a:ext cx="106200" cy="6953400"/>
          </a:xfrm>
          <a:custGeom>
            <a:avLst/>
            <a:gdLst/>
            <a:ahLst/>
            <a:rect l="0" t="0" r="r" b="b"/>
            <a:pathLst>
              <a:path w="295" h="19315">
                <a:moveTo>
                  <a:pt x="295" y="10"/>
                </a:moveTo>
                <a:lnTo>
                  <a:pt x="295" y="19305"/>
                </a:lnTo>
                <a:lnTo>
                  <a:pt x="216" y="19315"/>
                </a:lnTo>
                <a:cubicBezTo>
                  <a:pt x="209" y="19311"/>
                  <a:pt x="203" y="19308"/>
                  <a:pt x="197" y="19303"/>
                </a:cubicBezTo>
                <a:cubicBezTo>
                  <a:pt x="158" y="19278"/>
                  <a:pt x="123" y="19242"/>
                  <a:pt x="94" y="19195"/>
                </a:cubicBezTo>
                <a:cubicBezTo>
                  <a:pt x="63" y="19147"/>
                  <a:pt x="40" y="19093"/>
                  <a:pt x="24" y="19031"/>
                </a:cubicBezTo>
                <a:cubicBezTo>
                  <a:pt x="8" y="18970"/>
                  <a:pt x="0" y="18906"/>
                  <a:pt x="0" y="18839"/>
                </a:cubicBezTo>
                <a:lnTo>
                  <a:pt x="0" y="476"/>
                </a:lnTo>
                <a:cubicBezTo>
                  <a:pt x="0" y="409"/>
                  <a:pt x="8" y="345"/>
                  <a:pt x="24" y="284"/>
                </a:cubicBezTo>
                <a:cubicBezTo>
                  <a:pt x="40" y="222"/>
                  <a:pt x="63" y="168"/>
                  <a:pt x="94" y="120"/>
                </a:cubicBezTo>
                <a:cubicBezTo>
                  <a:pt x="123" y="73"/>
                  <a:pt x="158" y="37"/>
                  <a:pt x="197" y="12"/>
                </a:cubicBezTo>
                <a:cubicBezTo>
                  <a:pt x="203" y="7"/>
                  <a:pt x="209" y="4"/>
                  <a:pt x="216" y="0"/>
                </a:cubicBezTo>
                <a:lnTo>
                  <a:pt x="295" y="10"/>
                </a:lnTo>
                <a:close/>
              </a:path>
            </a:pathLst>
          </a:custGeom>
          <a:solidFill>
            <a:srgbClr val="F5A62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3250080" y="6551280"/>
            <a:ext cx="1203480" cy="42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247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쳐야 하지</a:t>
            </a:r>
            <a:r>
              <a:rPr lang="en-US" sz="247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?"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8416080" y="3067200"/>
            <a:ext cx="1524600" cy="200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0" b="0" u="none" strike="noStrike">
                <a:solidFill>
                  <a:srgbClr val="000000"/>
                </a:solidFill>
                <a:effectLst/>
                <a:uFillTx/>
                <a:latin typeface="AppleColorEmoji"/>
                <a:ea typeface="AppleColorEmoji"/>
              </a:rPr>
              <a:t>🚧</a:t>
            </a:r>
            <a:endParaRPr lang="en-US" sz="12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8535600" y="4894920"/>
            <a:ext cx="1433160" cy="876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60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용어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8175240" y="6113160"/>
            <a:ext cx="1959120" cy="42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7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"</a:t>
            </a:r>
            <a:r>
              <a:rPr lang="ko-KR" sz="247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에이전트</a:t>
            </a:r>
            <a:r>
              <a:rPr lang="en-US" sz="247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? MCP?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26" name=""/>
          <p:cNvSpPr/>
          <p:nvPr/>
        </p:nvSpPr>
        <p:spPr>
          <a:xfrm>
            <a:off x="11972880" y="1652400"/>
            <a:ext cx="5015160" cy="6982200"/>
          </a:xfrm>
          <a:custGeom>
            <a:avLst/>
            <a:gdLst/>
            <a:ahLst/>
            <a:rect l="0" t="0" r="r" b="b"/>
            <a:pathLst>
              <a:path w="13931" h="19395">
                <a:moveTo>
                  <a:pt x="0" y="18879"/>
                </a:moveTo>
                <a:lnTo>
                  <a:pt x="0" y="516"/>
                </a:lnTo>
                <a:cubicBezTo>
                  <a:pt x="0" y="482"/>
                  <a:pt x="2" y="449"/>
                  <a:pt x="8" y="415"/>
                </a:cubicBezTo>
                <a:cubicBezTo>
                  <a:pt x="13" y="382"/>
                  <a:pt x="21" y="350"/>
                  <a:pt x="32" y="319"/>
                </a:cubicBezTo>
                <a:cubicBezTo>
                  <a:pt x="42" y="287"/>
                  <a:pt x="56" y="257"/>
                  <a:pt x="71" y="229"/>
                </a:cubicBezTo>
                <a:cubicBezTo>
                  <a:pt x="86" y="201"/>
                  <a:pt x="104" y="175"/>
                  <a:pt x="124" y="151"/>
                </a:cubicBezTo>
                <a:cubicBezTo>
                  <a:pt x="143" y="127"/>
                  <a:pt x="165" y="106"/>
                  <a:pt x="188" y="87"/>
                </a:cubicBezTo>
                <a:cubicBezTo>
                  <a:pt x="211" y="68"/>
                  <a:pt x="235" y="52"/>
                  <a:pt x="261" y="39"/>
                </a:cubicBezTo>
                <a:cubicBezTo>
                  <a:pt x="287" y="26"/>
                  <a:pt x="313" y="17"/>
                  <a:pt x="340" y="10"/>
                </a:cubicBezTo>
                <a:cubicBezTo>
                  <a:pt x="368" y="3"/>
                  <a:pt x="395" y="0"/>
                  <a:pt x="423" y="0"/>
                </a:cubicBezTo>
                <a:lnTo>
                  <a:pt x="13415" y="0"/>
                </a:lnTo>
                <a:cubicBezTo>
                  <a:pt x="13449" y="0"/>
                  <a:pt x="13482" y="3"/>
                  <a:pt x="13516" y="10"/>
                </a:cubicBezTo>
                <a:cubicBezTo>
                  <a:pt x="13549" y="17"/>
                  <a:pt x="13581" y="26"/>
                  <a:pt x="13612" y="39"/>
                </a:cubicBezTo>
                <a:cubicBezTo>
                  <a:pt x="13644" y="52"/>
                  <a:pt x="13673" y="68"/>
                  <a:pt x="13702" y="87"/>
                </a:cubicBezTo>
                <a:cubicBezTo>
                  <a:pt x="13730" y="106"/>
                  <a:pt x="13756" y="127"/>
                  <a:pt x="13780" y="151"/>
                </a:cubicBezTo>
                <a:cubicBezTo>
                  <a:pt x="13804" y="175"/>
                  <a:pt x="13825" y="201"/>
                  <a:pt x="13844" y="229"/>
                </a:cubicBezTo>
                <a:cubicBezTo>
                  <a:pt x="13863" y="257"/>
                  <a:pt x="13879" y="287"/>
                  <a:pt x="13892" y="319"/>
                </a:cubicBezTo>
                <a:cubicBezTo>
                  <a:pt x="13905" y="350"/>
                  <a:pt x="13914" y="382"/>
                  <a:pt x="13921" y="415"/>
                </a:cubicBezTo>
                <a:cubicBezTo>
                  <a:pt x="13928" y="449"/>
                  <a:pt x="13931" y="482"/>
                  <a:pt x="13931" y="516"/>
                </a:cubicBezTo>
                <a:lnTo>
                  <a:pt x="13931" y="18879"/>
                </a:lnTo>
                <a:cubicBezTo>
                  <a:pt x="13931" y="18913"/>
                  <a:pt x="13928" y="18946"/>
                  <a:pt x="13921" y="18980"/>
                </a:cubicBezTo>
                <a:cubicBezTo>
                  <a:pt x="13914" y="19013"/>
                  <a:pt x="13905" y="19045"/>
                  <a:pt x="13892" y="19076"/>
                </a:cubicBezTo>
                <a:cubicBezTo>
                  <a:pt x="13879" y="19108"/>
                  <a:pt x="13863" y="19138"/>
                  <a:pt x="13844" y="19166"/>
                </a:cubicBezTo>
                <a:cubicBezTo>
                  <a:pt x="13825" y="19194"/>
                  <a:pt x="13804" y="19220"/>
                  <a:pt x="13780" y="19244"/>
                </a:cubicBezTo>
                <a:cubicBezTo>
                  <a:pt x="13756" y="19268"/>
                  <a:pt x="13730" y="19289"/>
                  <a:pt x="13702" y="19308"/>
                </a:cubicBezTo>
                <a:cubicBezTo>
                  <a:pt x="13673" y="19327"/>
                  <a:pt x="13644" y="19343"/>
                  <a:pt x="13612" y="19356"/>
                </a:cubicBezTo>
                <a:cubicBezTo>
                  <a:pt x="13581" y="19369"/>
                  <a:pt x="13549" y="19378"/>
                  <a:pt x="13516" y="19385"/>
                </a:cubicBezTo>
                <a:cubicBezTo>
                  <a:pt x="13482" y="19392"/>
                  <a:pt x="13449" y="19395"/>
                  <a:pt x="13415" y="19395"/>
                </a:cubicBezTo>
                <a:lnTo>
                  <a:pt x="423" y="19395"/>
                </a:lnTo>
                <a:cubicBezTo>
                  <a:pt x="395" y="19395"/>
                  <a:pt x="368" y="19392"/>
                  <a:pt x="340" y="19385"/>
                </a:cubicBezTo>
                <a:cubicBezTo>
                  <a:pt x="313" y="19378"/>
                  <a:pt x="287" y="19369"/>
                  <a:pt x="261" y="19356"/>
                </a:cubicBezTo>
                <a:cubicBezTo>
                  <a:pt x="235" y="19343"/>
                  <a:pt x="211" y="19327"/>
                  <a:pt x="188" y="19308"/>
                </a:cubicBezTo>
                <a:cubicBezTo>
                  <a:pt x="165" y="19289"/>
                  <a:pt x="143" y="19268"/>
                  <a:pt x="124" y="19244"/>
                </a:cubicBezTo>
                <a:cubicBezTo>
                  <a:pt x="104" y="19220"/>
                  <a:pt x="86" y="19194"/>
                  <a:pt x="71" y="19166"/>
                </a:cubicBezTo>
                <a:cubicBezTo>
                  <a:pt x="56" y="19138"/>
                  <a:pt x="42" y="19108"/>
                  <a:pt x="32" y="19076"/>
                </a:cubicBezTo>
                <a:cubicBezTo>
                  <a:pt x="21" y="19045"/>
                  <a:pt x="13" y="19013"/>
                  <a:pt x="8" y="18980"/>
                </a:cubicBezTo>
                <a:cubicBezTo>
                  <a:pt x="2" y="18946"/>
                  <a:pt x="0" y="18913"/>
                  <a:pt x="0" y="188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27" name=""/>
          <p:cNvSpPr/>
          <p:nvPr/>
        </p:nvSpPr>
        <p:spPr>
          <a:xfrm>
            <a:off x="12088080" y="1657080"/>
            <a:ext cx="4842720" cy="91080"/>
          </a:xfrm>
          <a:custGeom>
            <a:avLst/>
            <a:gdLst/>
            <a:ahLst/>
            <a:rect l="0" t="0" r="r" b="b"/>
            <a:pathLst>
              <a:path w="13452" h="253">
                <a:moveTo>
                  <a:pt x="13349" y="253"/>
                </a:moveTo>
                <a:lnTo>
                  <a:pt x="1795" y="253"/>
                </a:lnTo>
                <a:lnTo>
                  <a:pt x="0" y="27"/>
                </a:lnTo>
                <a:cubicBezTo>
                  <a:pt x="33" y="9"/>
                  <a:pt x="68" y="0"/>
                  <a:pt x="104" y="0"/>
                </a:cubicBezTo>
                <a:lnTo>
                  <a:pt x="13095" y="0"/>
                </a:lnTo>
                <a:cubicBezTo>
                  <a:pt x="13162" y="0"/>
                  <a:pt x="13226" y="13"/>
                  <a:pt x="13287" y="39"/>
                </a:cubicBezTo>
                <a:cubicBezTo>
                  <a:pt x="13349" y="65"/>
                  <a:pt x="13403" y="101"/>
                  <a:pt x="13450" y="148"/>
                </a:cubicBezTo>
                <a:cubicBezTo>
                  <a:pt x="13451" y="149"/>
                  <a:pt x="13451" y="149"/>
                  <a:pt x="13452" y="150"/>
                </a:cubicBezTo>
                <a:lnTo>
                  <a:pt x="13349" y="253"/>
                </a:lnTo>
                <a:close/>
              </a:path>
            </a:pathLst>
          </a:custGeom>
          <a:solidFill>
            <a:srgbClr val="E3E2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28" name=""/>
          <p:cNvSpPr/>
          <p:nvPr/>
        </p:nvSpPr>
        <p:spPr>
          <a:xfrm>
            <a:off x="12088080" y="8538840"/>
            <a:ext cx="4842720" cy="91440"/>
          </a:xfrm>
          <a:custGeom>
            <a:avLst/>
            <a:gdLst/>
            <a:ahLst/>
            <a:rect l="0" t="0" r="r" b="b"/>
            <a:pathLst>
              <a:path w="13452" h="254">
                <a:moveTo>
                  <a:pt x="1795" y="0"/>
                </a:moveTo>
                <a:lnTo>
                  <a:pt x="13349" y="0"/>
                </a:lnTo>
                <a:lnTo>
                  <a:pt x="13452" y="104"/>
                </a:lnTo>
                <a:cubicBezTo>
                  <a:pt x="13451" y="105"/>
                  <a:pt x="13451" y="105"/>
                  <a:pt x="13450" y="106"/>
                </a:cubicBezTo>
                <a:cubicBezTo>
                  <a:pt x="13403" y="153"/>
                  <a:pt x="13349" y="189"/>
                  <a:pt x="13287" y="214"/>
                </a:cubicBezTo>
                <a:cubicBezTo>
                  <a:pt x="13226" y="240"/>
                  <a:pt x="13162" y="254"/>
                  <a:pt x="13095" y="254"/>
                </a:cubicBezTo>
                <a:lnTo>
                  <a:pt x="104" y="254"/>
                </a:lnTo>
                <a:cubicBezTo>
                  <a:pt x="68" y="254"/>
                  <a:pt x="33" y="244"/>
                  <a:pt x="0" y="226"/>
                </a:cubicBezTo>
                <a:lnTo>
                  <a:pt x="1795" y="0"/>
                </a:lnTo>
                <a:close/>
              </a:path>
            </a:pathLst>
          </a:custGeom>
          <a:solidFill>
            <a:srgbClr val="E3E2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29" name=""/>
          <p:cNvSpPr/>
          <p:nvPr/>
        </p:nvSpPr>
        <p:spPr>
          <a:xfrm>
            <a:off x="16892280" y="1710000"/>
            <a:ext cx="91080" cy="6867000"/>
          </a:xfrm>
          <a:custGeom>
            <a:avLst/>
            <a:gdLst/>
            <a:ahLst/>
            <a:rect l="0" t="0" r="r" b="b"/>
            <a:pathLst>
              <a:path w="253" h="19075">
                <a:moveTo>
                  <a:pt x="0" y="18970"/>
                </a:moveTo>
                <a:lnTo>
                  <a:pt x="0" y="105"/>
                </a:lnTo>
                <a:lnTo>
                  <a:pt x="104" y="0"/>
                </a:lnTo>
                <a:cubicBezTo>
                  <a:pt x="153" y="48"/>
                  <a:pt x="189" y="102"/>
                  <a:pt x="214" y="164"/>
                </a:cubicBezTo>
                <a:cubicBezTo>
                  <a:pt x="240" y="225"/>
                  <a:pt x="253" y="289"/>
                  <a:pt x="253" y="356"/>
                </a:cubicBezTo>
                <a:lnTo>
                  <a:pt x="253" y="18719"/>
                </a:lnTo>
                <a:cubicBezTo>
                  <a:pt x="253" y="18786"/>
                  <a:pt x="240" y="18850"/>
                  <a:pt x="214" y="18911"/>
                </a:cubicBezTo>
                <a:cubicBezTo>
                  <a:pt x="189" y="18973"/>
                  <a:pt x="153" y="19027"/>
                  <a:pt x="104" y="19075"/>
                </a:cubicBezTo>
                <a:lnTo>
                  <a:pt x="0" y="18970"/>
                </a:lnTo>
                <a:close/>
              </a:path>
            </a:pathLst>
          </a:custGeom>
          <a:solidFill>
            <a:srgbClr val="E3E2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30" name=""/>
          <p:cNvSpPr/>
          <p:nvPr/>
        </p:nvSpPr>
        <p:spPr>
          <a:xfrm>
            <a:off x="12010680" y="1666800"/>
            <a:ext cx="106560" cy="6953400"/>
          </a:xfrm>
          <a:custGeom>
            <a:avLst/>
            <a:gdLst/>
            <a:ahLst/>
            <a:rect l="0" t="0" r="r" b="b"/>
            <a:pathLst>
              <a:path w="296" h="19315">
                <a:moveTo>
                  <a:pt x="296" y="10"/>
                </a:moveTo>
                <a:lnTo>
                  <a:pt x="296" y="19305"/>
                </a:lnTo>
                <a:lnTo>
                  <a:pt x="216" y="19315"/>
                </a:lnTo>
                <a:cubicBezTo>
                  <a:pt x="210" y="19311"/>
                  <a:pt x="204" y="19308"/>
                  <a:pt x="197" y="19303"/>
                </a:cubicBezTo>
                <a:cubicBezTo>
                  <a:pt x="159" y="19278"/>
                  <a:pt x="124" y="19242"/>
                  <a:pt x="94" y="19195"/>
                </a:cubicBezTo>
                <a:cubicBezTo>
                  <a:pt x="65" y="19147"/>
                  <a:pt x="42" y="19093"/>
                  <a:pt x="26" y="19031"/>
                </a:cubicBezTo>
                <a:cubicBezTo>
                  <a:pt x="10" y="18970"/>
                  <a:pt x="0" y="18906"/>
                  <a:pt x="0" y="18839"/>
                </a:cubicBezTo>
                <a:lnTo>
                  <a:pt x="0" y="476"/>
                </a:lnTo>
                <a:cubicBezTo>
                  <a:pt x="0" y="409"/>
                  <a:pt x="10" y="345"/>
                  <a:pt x="26" y="284"/>
                </a:cubicBezTo>
                <a:cubicBezTo>
                  <a:pt x="42" y="222"/>
                  <a:pt x="65" y="168"/>
                  <a:pt x="94" y="120"/>
                </a:cubicBezTo>
                <a:cubicBezTo>
                  <a:pt x="124" y="73"/>
                  <a:pt x="159" y="37"/>
                  <a:pt x="197" y="12"/>
                </a:cubicBezTo>
                <a:cubicBezTo>
                  <a:pt x="204" y="7"/>
                  <a:pt x="210" y="4"/>
                  <a:pt x="216" y="0"/>
                </a:cubicBezTo>
                <a:lnTo>
                  <a:pt x="296" y="10"/>
                </a:lnTo>
                <a:close/>
              </a:path>
            </a:pathLst>
          </a:custGeom>
          <a:solidFill>
            <a:srgbClr val="F5A62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8107920" y="6551280"/>
            <a:ext cx="1773000" cy="42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247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훅</a:t>
            </a:r>
            <a:r>
              <a:rPr lang="en-US" sz="247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? </a:t>
            </a:r>
            <a:r>
              <a:rPr lang="ko-KR" sz="247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서브에이전트</a:t>
            </a:r>
            <a:r>
              <a:rPr lang="en-US" sz="247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?"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13737240" y="3067200"/>
            <a:ext cx="1524600" cy="200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0" b="0" u="none" strike="noStrike">
                <a:solidFill>
                  <a:srgbClr val="000000"/>
                </a:solidFill>
                <a:effectLst/>
                <a:uFillTx/>
                <a:latin typeface="AppleColorEmoji"/>
                <a:ea typeface="AppleColorEmoji"/>
              </a:rPr>
              <a:t>🚧</a:t>
            </a:r>
            <a:endParaRPr lang="en-US" sz="12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13535640" y="4894920"/>
            <a:ext cx="2149560" cy="876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60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레시피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13199760" y="6113160"/>
            <a:ext cx="2086200" cy="42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7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"</a:t>
            </a:r>
            <a:r>
              <a:rPr lang="ko-KR" sz="247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만들고 싶은 건 있는데</a:t>
            </a:r>
            <a:r>
              <a:rPr lang="en-US" sz="247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,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13119120" y="6551280"/>
            <a:ext cx="2315520" cy="42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247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어떻게 만들지 모르겠어</a:t>
            </a:r>
            <a:r>
              <a:rPr lang="en-US" sz="247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."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7583040" y="9373320"/>
            <a:ext cx="2297880" cy="35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21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저도 이 순서대로</a:t>
            </a:r>
            <a:r>
              <a:rPr lang="en-US" sz="21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, </a:t>
            </a:r>
            <a:r>
              <a:rPr lang="ko-KR" sz="21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다 겪었어요</a:t>
            </a:r>
            <a:r>
              <a:rPr lang="en-US" sz="21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38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39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7942320" y="2364480"/>
            <a:ext cx="2563200" cy="51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0" u="none" strike="noStrike">
                <a:solidFill>
                  <a:srgbClr val="B0B0B0"/>
                </a:solidFill>
                <a:effectLst/>
                <a:uFillTx/>
                <a:latin typeface="PretendardVariable"/>
                <a:ea typeface="PretendardVariable"/>
              </a:rPr>
              <a:t>GPTaku Plugin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5583240" y="3149640"/>
            <a:ext cx="8223480" cy="177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9900" b="1" u="none" strike="noStrike">
                <a:solidFill>
                  <a:srgbClr val="F7F7F7"/>
                </a:solidFill>
                <a:effectLst/>
                <a:uFillTx/>
                <a:latin typeface="PretendardVariable-Semi"/>
                <a:ea typeface="PretendardVariable-Semi"/>
              </a:rPr>
              <a:t>방금 본 벽 </a:t>
            </a:r>
            <a:r>
              <a:rPr lang="en-US" sz="9900" b="1" u="none" strike="noStrike">
                <a:solidFill>
                  <a:srgbClr val="F7F7F7"/>
                </a:solidFill>
                <a:effectLst/>
                <a:uFillTx/>
                <a:latin typeface="PretendardVariable-Semi"/>
                <a:ea typeface="PretendardVariable-Semi"/>
              </a:rPr>
              <a:t>3</a:t>
            </a:r>
            <a:r>
              <a:rPr lang="ko-KR" sz="9900" b="1" u="none" strike="noStrike">
                <a:solidFill>
                  <a:srgbClr val="F7F7F7"/>
                </a:solidFill>
                <a:effectLst/>
                <a:uFillTx/>
                <a:latin typeface="PretendardVariable-Semi"/>
                <a:ea typeface="PretendardVariable-Semi"/>
              </a:rPr>
              <a:t>개</a:t>
            </a:r>
            <a:r>
              <a:rPr lang="en-US" sz="9900" b="1" u="none" strike="noStrike">
                <a:solidFill>
                  <a:srgbClr val="F7F7F7"/>
                </a:solidFill>
                <a:effectLst/>
                <a:uFillTx/>
                <a:latin typeface="PretendardVariable-Semi"/>
                <a:ea typeface="PretendardVariable-Semi"/>
              </a:rPr>
              <a:t>,</a:t>
            </a:r>
            <a:endParaRPr lang="en-US" sz="9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3601080" y="4483080"/>
            <a:ext cx="12589920" cy="177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99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플러그인이 뚫어드려요</a:t>
            </a:r>
            <a:r>
              <a:rPr lang="en-US" sz="99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.</a:t>
            </a:r>
            <a:endParaRPr lang="en-US" sz="9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7998480" y="6607440"/>
            <a:ext cx="1907640" cy="52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3600" b="0" u="none" strike="noStrike">
                <a:solidFill>
                  <a:srgbClr val="D97757"/>
                </a:solidFill>
                <a:effectLst/>
                <a:uFillTx/>
                <a:latin typeface="PretendardVariable"/>
                <a:ea typeface="PretendardVariable"/>
              </a:rPr>
              <a:t>설치 한 줄 →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6784200" y="7293240"/>
            <a:ext cx="3565800" cy="52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3600" b="0" u="none" strike="noStrike">
                <a:solidFill>
                  <a:srgbClr val="D97757"/>
                </a:solidFill>
                <a:effectLst/>
                <a:uFillTx/>
                <a:latin typeface="PretendardVariable"/>
                <a:ea typeface="PretendardVariable"/>
              </a:rPr>
              <a:t>입문자 벽 바로 건너뜁니다</a:t>
            </a:r>
            <a:r>
              <a:rPr lang="en-US" sz="3600" b="0" u="none" strike="noStrike">
                <a:solidFill>
                  <a:srgbClr val="D97757"/>
                </a:solidFill>
                <a:effectLst/>
                <a:uFillTx/>
                <a:latin typeface="PretendardVariable"/>
                <a:ea typeface="PretendardVariable"/>
              </a:rPr>
              <a:t>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46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47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48" name=""/>
          <p:cNvSpPr/>
          <p:nvPr/>
        </p:nvSpPr>
        <p:spPr>
          <a:xfrm>
            <a:off x="7524720" y="2219040"/>
            <a:ext cx="3238560" cy="991080"/>
          </a:xfrm>
          <a:custGeom>
            <a:avLst/>
            <a:gdLst/>
            <a:ahLst/>
            <a:rect l="0" t="0" r="r" b="b"/>
            <a:pathLst>
              <a:path w="8996" h="2753">
                <a:moveTo>
                  <a:pt x="0" y="1377"/>
                </a:moveTo>
                <a:cubicBezTo>
                  <a:pt x="0" y="1332"/>
                  <a:pt x="2" y="1287"/>
                  <a:pt x="6" y="1242"/>
                </a:cubicBezTo>
                <a:cubicBezTo>
                  <a:pt x="11" y="1197"/>
                  <a:pt x="17" y="1153"/>
                  <a:pt x="26" y="1109"/>
                </a:cubicBezTo>
                <a:cubicBezTo>
                  <a:pt x="35" y="1065"/>
                  <a:pt x="46" y="1021"/>
                  <a:pt x="59" y="978"/>
                </a:cubicBezTo>
                <a:cubicBezTo>
                  <a:pt x="72" y="935"/>
                  <a:pt x="87" y="892"/>
                  <a:pt x="104" y="851"/>
                </a:cubicBezTo>
                <a:cubicBezTo>
                  <a:pt x="122" y="809"/>
                  <a:pt x="141" y="768"/>
                  <a:pt x="162" y="729"/>
                </a:cubicBezTo>
                <a:cubicBezTo>
                  <a:pt x="183" y="688"/>
                  <a:pt x="206" y="649"/>
                  <a:pt x="231" y="612"/>
                </a:cubicBezTo>
                <a:cubicBezTo>
                  <a:pt x="256" y="574"/>
                  <a:pt x="283" y="538"/>
                  <a:pt x="312" y="503"/>
                </a:cubicBezTo>
                <a:cubicBezTo>
                  <a:pt x="340" y="468"/>
                  <a:pt x="371" y="435"/>
                  <a:pt x="403" y="403"/>
                </a:cubicBezTo>
                <a:cubicBezTo>
                  <a:pt x="434" y="371"/>
                  <a:pt x="468" y="341"/>
                  <a:pt x="503" y="313"/>
                </a:cubicBezTo>
                <a:cubicBezTo>
                  <a:pt x="537" y="284"/>
                  <a:pt x="574" y="257"/>
                  <a:pt x="611" y="232"/>
                </a:cubicBezTo>
                <a:cubicBezTo>
                  <a:pt x="649" y="207"/>
                  <a:pt x="687" y="184"/>
                  <a:pt x="727" y="163"/>
                </a:cubicBezTo>
                <a:cubicBezTo>
                  <a:pt x="767" y="142"/>
                  <a:pt x="807" y="122"/>
                  <a:pt x="849" y="105"/>
                </a:cubicBezTo>
                <a:cubicBezTo>
                  <a:pt x="891" y="88"/>
                  <a:pt x="933" y="73"/>
                  <a:pt x="976" y="60"/>
                </a:cubicBezTo>
                <a:cubicBezTo>
                  <a:pt x="1019" y="46"/>
                  <a:pt x="1063" y="36"/>
                  <a:pt x="1107" y="27"/>
                </a:cubicBezTo>
                <a:cubicBezTo>
                  <a:pt x="1151" y="18"/>
                  <a:pt x="1196" y="11"/>
                  <a:pt x="1241" y="7"/>
                </a:cubicBezTo>
                <a:cubicBezTo>
                  <a:pt x="1285" y="3"/>
                  <a:pt x="1330" y="0"/>
                  <a:pt x="1375" y="0"/>
                </a:cubicBezTo>
                <a:lnTo>
                  <a:pt x="7621" y="0"/>
                </a:lnTo>
                <a:cubicBezTo>
                  <a:pt x="7666" y="0"/>
                  <a:pt x="7711" y="3"/>
                  <a:pt x="7755" y="7"/>
                </a:cubicBezTo>
                <a:cubicBezTo>
                  <a:pt x="7800" y="11"/>
                  <a:pt x="7845" y="18"/>
                  <a:pt x="7889" y="27"/>
                </a:cubicBezTo>
                <a:cubicBezTo>
                  <a:pt x="7933" y="36"/>
                  <a:pt x="7977" y="46"/>
                  <a:pt x="8020" y="60"/>
                </a:cubicBezTo>
                <a:cubicBezTo>
                  <a:pt x="8063" y="73"/>
                  <a:pt x="8105" y="88"/>
                  <a:pt x="8147" y="105"/>
                </a:cubicBezTo>
                <a:cubicBezTo>
                  <a:pt x="8189" y="122"/>
                  <a:pt x="8229" y="142"/>
                  <a:pt x="8269" y="163"/>
                </a:cubicBezTo>
                <a:cubicBezTo>
                  <a:pt x="8309" y="184"/>
                  <a:pt x="8347" y="207"/>
                  <a:pt x="8385" y="232"/>
                </a:cubicBezTo>
                <a:cubicBezTo>
                  <a:pt x="8422" y="257"/>
                  <a:pt x="8459" y="284"/>
                  <a:pt x="8493" y="313"/>
                </a:cubicBezTo>
                <a:cubicBezTo>
                  <a:pt x="8528" y="341"/>
                  <a:pt x="8562" y="371"/>
                  <a:pt x="8593" y="403"/>
                </a:cubicBezTo>
                <a:cubicBezTo>
                  <a:pt x="8625" y="435"/>
                  <a:pt x="8656" y="468"/>
                  <a:pt x="8684" y="503"/>
                </a:cubicBezTo>
                <a:cubicBezTo>
                  <a:pt x="8713" y="538"/>
                  <a:pt x="8740" y="574"/>
                  <a:pt x="8765" y="612"/>
                </a:cubicBezTo>
                <a:cubicBezTo>
                  <a:pt x="8790" y="649"/>
                  <a:pt x="8813" y="688"/>
                  <a:pt x="8834" y="729"/>
                </a:cubicBezTo>
                <a:cubicBezTo>
                  <a:pt x="8855" y="768"/>
                  <a:pt x="8874" y="809"/>
                  <a:pt x="8892" y="851"/>
                </a:cubicBezTo>
                <a:cubicBezTo>
                  <a:pt x="8909" y="892"/>
                  <a:pt x="8924" y="935"/>
                  <a:pt x="8937" y="978"/>
                </a:cubicBezTo>
                <a:cubicBezTo>
                  <a:pt x="8950" y="1021"/>
                  <a:pt x="8961" y="1065"/>
                  <a:pt x="8970" y="1109"/>
                </a:cubicBezTo>
                <a:cubicBezTo>
                  <a:pt x="8979" y="1153"/>
                  <a:pt x="8985" y="1197"/>
                  <a:pt x="8990" y="1242"/>
                </a:cubicBezTo>
                <a:cubicBezTo>
                  <a:pt x="8994" y="1287"/>
                  <a:pt x="8996" y="1332"/>
                  <a:pt x="8996" y="1377"/>
                </a:cubicBezTo>
                <a:cubicBezTo>
                  <a:pt x="8996" y="1422"/>
                  <a:pt x="8994" y="1467"/>
                  <a:pt x="8990" y="1512"/>
                </a:cubicBezTo>
                <a:cubicBezTo>
                  <a:pt x="8985" y="1557"/>
                  <a:pt x="8979" y="1601"/>
                  <a:pt x="8970" y="1646"/>
                </a:cubicBezTo>
                <a:cubicBezTo>
                  <a:pt x="8961" y="1690"/>
                  <a:pt x="8950" y="1733"/>
                  <a:pt x="8937" y="1777"/>
                </a:cubicBezTo>
                <a:cubicBezTo>
                  <a:pt x="8924" y="1820"/>
                  <a:pt x="8909" y="1862"/>
                  <a:pt x="8892" y="1904"/>
                </a:cubicBezTo>
                <a:cubicBezTo>
                  <a:pt x="8874" y="1945"/>
                  <a:pt x="8855" y="1986"/>
                  <a:pt x="8834" y="2026"/>
                </a:cubicBezTo>
                <a:cubicBezTo>
                  <a:pt x="8813" y="2065"/>
                  <a:pt x="8790" y="2104"/>
                  <a:pt x="8765" y="2141"/>
                </a:cubicBezTo>
                <a:cubicBezTo>
                  <a:pt x="8740" y="2179"/>
                  <a:pt x="8713" y="2215"/>
                  <a:pt x="8684" y="2250"/>
                </a:cubicBezTo>
                <a:cubicBezTo>
                  <a:pt x="8656" y="2285"/>
                  <a:pt x="8625" y="2318"/>
                  <a:pt x="8593" y="2350"/>
                </a:cubicBezTo>
                <a:cubicBezTo>
                  <a:pt x="8562" y="2382"/>
                  <a:pt x="8528" y="2412"/>
                  <a:pt x="8493" y="2441"/>
                </a:cubicBezTo>
                <a:cubicBezTo>
                  <a:pt x="8459" y="2469"/>
                  <a:pt x="8422" y="2496"/>
                  <a:pt x="8385" y="2521"/>
                </a:cubicBezTo>
                <a:cubicBezTo>
                  <a:pt x="8347" y="2546"/>
                  <a:pt x="8309" y="2569"/>
                  <a:pt x="8269" y="2591"/>
                </a:cubicBezTo>
                <a:cubicBezTo>
                  <a:pt x="8229" y="2612"/>
                  <a:pt x="8189" y="2631"/>
                  <a:pt x="8147" y="2648"/>
                </a:cubicBezTo>
                <a:cubicBezTo>
                  <a:pt x="8105" y="2665"/>
                  <a:pt x="8063" y="2681"/>
                  <a:pt x="8020" y="2694"/>
                </a:cubicBezTo>
                <a:cubicBezTo>
                  <a:pt x="7977" y="2707"/>
                  <a:pt x="7933" y="2718"/>
                  <a:pt x="7889" y="2727"/>
                </a:cubicBezTo>
                <a:cubicBezTo>
                  <a:pt x="7845" y="2735"/>
                  <a:pt x="7800" y="2742"/>
                  <a:pt x="7755" y="2746"/>
                </a:cubicBezTo>
                <a:cubicBezTo>
                  <a:pt x="7711" y="2751"/>
                  <a:pt x="7666" y="2753"/>
                  <a:pt x="7621" y="2753"/>
                </a:cubicBezTo>
                <a:lnTo>
                  <a:pt x="1375" y="2753"/>
                </a:lnTo>
                <a:cubicBezTo>
                  <a:pt x="1330" y="2753"/>
                  <a:pt x="1285" y="2751"/>
                  <a:pt x="1241" y="2746"/>
                </a:cubicBezTo>
                <a:cubicBezTo>
                  <a:pt x="1196" y="2742"/>
                  <a:pt x="1151" y="2735"/>
                  <a:pt x="1107" y="2727"/>
                </a:cubicBezTo>
                <a:cubicBezTo>
                  <a:pt x="1063" y="2718"/>
                  <a:pt x="1019" y="2707"/>
                  <a:pt x="976" y="2694"/>
                </a:cubicBezTo>
                <a:cubicBezTo>
                  <a:pt x="933" y="2681"/>
                  <a:pt x="891" y="2665"/>
                  <a:pt x="849" y="2648"/>
                </a:cubicBezTo>
                <a:cubicBezTo>
                  <a:pt x="807" y="2631"/>
                  <a:pt x="767" y="2612"/>
                  <a:pt x="727" y="2591"/>
                </a:cubicBezTo>
                <a:cubicBezTo>
                  <a:pt x="687" y="2569"/>
                  <a:pt x="649" y="2546"/>
                  <a:pt x="611" y="2521"/>
                </a:cubicBezTo>
                <a:cubicBezTo>
                  <a:pt x="574" y="2496"/>
                  <a:pt x="537" y="2469"/>
                  <a:pt x="503" y="2441"/>
                </a:cubicBezTo>
                <a:cubicBezTo>
                  <a:pt x="468" y="2412"/>
                  <a:pt x="434" y="2382"/>
                  <a:pt x="403" y="2350"/>
                </a:cubicBezTo>
                <a:cubicBezTo>
                  <a:pt x="371" y="2318"/>
                  <a:pt x="340" y="2285"/>
                  <a:pt x="312" y="2250"/>
                </a:cubicBezTo>
                <a:cubicBezTo>
                  <a:pt x="283" y="2215"/>
                  <a:pt x="256" y="2179"/>
                  <a:pt x="231" y="2141"/>
                </a:cubicBezTo>
                <a:cubicBezTo>
                  <a:pt x="206" y="2104"/>
                  <a:pt x="183" y="2065"/>
                  <a:pt x="162" y="2026"/>
                </a:cubicBezTo>
                <a:cubicBezTo>
                  <a:pt x="141" y="1986"/>
                  <a:pt x="122" y="1945"/>
                  <a:pt x="104" y="1904"/>
                </a:cubicBezTo>
                <a:cubicBezTo>
                  <a:pt x="87" y="1862"/>
                  <a:pt x="72" y="1820"/>
                  <a:pt x="59" y="1777"/>
                </a:cubicBezTo>
                <a:cubicBezTo>
                  <a:pt x="46" y="1733"/>
                  <a:pt x="35" y="1690"/>
                  <a:pt x="26" y="1646"/>
                </a:cubicBezTo>
                <a:cubicBezTo>
                  <a:pt x="17" y="1601"/>
                  <a:pt x="11" y="1557"/>
                  <a:pt x="6" y="1512"/>
                </a:cubicBezTo>
                <a:cubicBezTo>
                  <a:pt x="2" y="1467"/>
                  <a:pt x="0" y="1422"/>
                  <a:pt x="0" y="1377"/>
                </a:cubicBezTo>
                <a:close/>
              </a:path>
            </a:pathLst>
          </a:custGeom>
          <a:solidFill>
            <a:srgbClr val="D977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649" name=""/>
          <p:cNvSpPr/>
          <p:nvPr/>
        </p:nvSpPr>
        <p:spPr>
          <a:xfrm>
            <a:off x="919080" y="3938400"/>
            <a:ext cx="4010400" cy="1152720"/>
          </a:xfrm>
          <a:custGeom>
            <a:avLst/>
            <a:gdLst/>
            <a:ahLst/>
            <a:rect l="0" t="0" r="r" b="b"/>
            <a:pathLst>
              <a:path w="11140" h="3202">
                <a:moveTo>
                  <a:pt x="0" y="2951"/>
                </a:moveTo>
                <a:lnTo>
                  <a:pt x="0" y="251"/>
                </a:lnTo>
                <a:cubicBezTo>
                  <a:pt x="0" y="235"/>
                  <a:pt x="1" y="219"/>
                  <a:pt x="5" y="202"/>
                </a:cubicBezTo>
                <a:cubicBezTo>
                  <a:pt x="8" y="186"/>
                  <a:pt x="13" y="170"/>
                  <a:pt x="19" y="155"/>
                </a:cubicBezTo>
                <a:cubicBezTo>
                  <a:pt x="25" y="140"/>
                  <a:pt x="33" y="125"/>
                  <a:pt x="42" y="112"/>
                </a:cubicBezTo>
                <a:cubicBezTo>
                  <a:pt x="51" y="98"/>
                  <a:pt x="62" y="85"/>
                  <a:pt x="73" y="74"/>
                </a:cubicBezTo>
                <a:cubicBezTo>
                  <a:pt x="85" y="62"/>
                  <a:pt x="98" y="52"/>
                  <a:pt x="111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2"/>
                  <a:pt x="235" y="0"/>
                  <a:pt x="251" y="0"/>
                </a:cubicBezTo>
                <a:lnTo>
                  <a:pt x="10888" y="0"/>
                </a:lnTo>
                <a:cubicBezTo>
                  <a:pt x="10905" y="0"/>
                  <a:pt x="10921" y="2"/>
                  <a:pt x="10937" y="5"/>
                </a:cubicBezTo>
                <a:cubicBezTo>
                  <a:pt x="10954" y="8"/>
                  <a:pt x="10969" y="13"/>
                  <a:pt x="10985" y="19"/>
                </a:cubicBezTo>
                <a:cubicBezTo>
                  <a:pt x="11000" y="25"/>
                  <a:pt x="11014" y="33"/>
                  <a:pt x="11028" y="42"/>
                </a:cubicBezTo>
                <a:cubicBezTo>
                  <a:pt x="11042" y="52"/>
                  <a:pt x="11054" y="62"/>
                  <a:pt x="11066" y="74"/>
                </a:cubicBezTo>
                <a:cubicBezTo>
                  <a:pt x="11078" y="85"/>
                  <a:pt x="11088" y="98"/>
                  <a:pt x="11097" y="112"/>
                </a:cubicBezTo>
                <a:cubicBezTo>
                  <a:pt x="11106" y="125"/>
                  <a:pt x="11114" y="140"/>
                  <a:pt x="11121" y="155"/>
                </a:cubicBezTo>
                <a:cubicBezTo>
                  <a:pt x="11127" y="170"/>
                  <a:pt x="11132" y="186"/>
                  <a:pt x="11135" y="202"/>
                </a:cubicBezTo>
                <a:cubicBezTo>
                  <a:pt x="11138" y="219"/>
                  <a:pt x="11140" y="235"/>
                  <a:pt x="11140" y="251"/>
                </a:cubicBezTo>
                <a:lnTo>
                  <a:pt x="11140" y="2951"/>
                </a:lnTo>
                <a:cubicBezTo>
                  <a:pt x="11140" y="2968"/>
                  <a:pt x="11138" y="2984"/>
                  <a:pt x="11135" y="3000"/>
                </a:cubicBezTo>
                <a:cubicBezTo>
                  <a:pt x="11132" y="3016"/>
                  <a:pt x="11127" y="3032"/>
                  <a:pt x="11121" y="3047"/>
                </a:cubicBezTo>
                <a:cubicBezTo>
                  <a:pt x="11114" y="3063"/>
                  <a:pt x="11106" y="3077"/>
                  <a:pt x="11097" y="3091"/>
                </a:cubicBezTo>
                <a:cubicBezTo>
                  <a:pt x="11088" y="3104"/>
                  <a:pt x="11078" y="3117"/>
                  <a:pt x="11066" y="3129"/>
                </a:cubicBezTo>
                <a:cubicBezTo>
                  <a:pt x="11054" y="3141"/>
                  <a:pt x="11042" y="3151"/>
                  <a:pt x="11028" y="3160"/>
                </a:cubicBezTo>
                <a:cubicBezTo>
                  <a:pt x="11014" y="3169"/>
                  <a:pt x="11000" y="3177"/>
                  <a:pt x="10985" y="3183"/>
                </a:cubicBezTo>
                <a:cubicBezTo>
                  <a:pt x="10969" y="3190"/>
                  <a:pt x="10954" y="3194"/>
                  <a:pt x="10937" y="3198"/>
                </a:cubicBezTo>
                <a:cubicBezTo>
                  <a:pt x="10921" y="3201"/>
                  <a:pt x="10905" y="3202"/>
                  <a:pt x="10888" y="3202"/>
                </a:cubicBezTo>
                <a:lnTo>
                  <a:pt x="251" y="3202"/>
                </a:lnTo>
                <a:cubicBezTo>
                  <a:pt x="235" y="3202"/>
                  <a:pt x="218" y="3201"/>
                  <a:pt x="202" y="3198"/>
                </a:cubicBezTo>
                <a:cubicBezTo>
                  <a:pt x="186" y="3194"/>
                  <a:pt x="170" y="3190"/>
                  <a:pt x="155" y="3183"/>
                </a:cubicBezTo>
                <a:cubicBezTo>
                  <a:pt x="140" y="3177"/>
                  <a:pt x="125" y="3169"/>
                  <a:pt x="111" y="3160"/>
                </a:cubicBezTo>
                <a:cubicBezTo>
                  <a:pt x="98" y="3151"/>
                  <a:pt x="85" y="3141"/>
                  <a:pt x="73" y="3129"/>
                </a:cubicBezTo>
                <a:cubicBezTo>
                  <a:pt x="62" y="3117"/>
                  <a:pt x="51" y="3104"/>
                  <a:pt x="42" y="3091"/>
                </a:cubicBezTo>
                <a:cubicBezTo>
                  <a:pt x="33" y="3077"/>
                  <a:pt x="25" y="3063"/>
                  <a:pt x="19" y="3047"/>
                </a:cubicBezTo>
                <a:cubicBezTo>
                  <a:pt x="13" y="3032"/>
                  <a:pt x="8" y="3016"/>
                  <a:pt x="5" y="3000"/>
                </a:cubicBezTo>
                <a:cubicBezTo>
                  <a:pt x="1" y="2984"/>
                  <a:pt x="0" y="2968"/>
                  <a:pt x="0" y="2951"/>
                </a:cubicBezTo>
                <a:close/>
              </a:path>
            </a:pathLst>
          </a:custGeom>
          <a:solidFill>
            <a:srgbClr val="FFF4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50" name=""/>
          <p:cNvSpPr/>
          <p:nvPr/>
        </p:nvSpPr>
        <p:spPr>
          <a:xfrm>
            <a:off x="919080" y="3938400"/>
            <a:ext cx="4010400" cy="1152720"/>
          </a:xfrm>
          <a:custGeom>
            <a:avLst/>
            <a:gdLst/>
            <a:ahLst/>
            <a:rect l="0" t="0" r="r" b="b"/>
            <a:pathLst>
              <a:path w="11140" h="3202">
                <a:moveTo>
                  <a:pt x="0" y="2951"/>
                </a:moveTo>
                <a:lnTo>
                  <a:pt x="0" y="251"/>
                </a:lnTo>
                <a:cubicBezTo>
                  <a:pt x="0" y="235"/>
                  <a:pt x="1" y="219"/>
                  <a:pt x="5" y="202"/>
                </a:cubicBezTo>
                <a:cubicBezTo>
                  <a:pt x="8" y="186"/>
                  <a:pt x="13" y="170"/>
                  <a:pt x="19" y="155"/>
                </a:cubicBezTo>
                <a:cubicBezTo>
                  <a:pt x="25" y="140"/>
                  <a:pt x="33" y="125"/>
                  <a:pt x="42" y="112"/>
                </a:cubicBezTo>
                <a:cubicBezTo>
                  <a:pt x="51" y="98"/>
                  <a:pt x="62" y="85"/>
                  <a:pt x="73" y="74"/>
                </a:cubicBezTo>
                <a:cubicBezTo>
                  <a:pt x="85" y="62"/>
                  <a:pt x="98" y="52"/>
                  <a:pt x="111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2"/>
                  <a:pt x="235" y="0"/>
                  <a:pt x="251" y="0"/>
                </a:cubicBezTo>
                <a:lnTo>
                  <a:pt x="10888" y="0"/>
                </a:lnTo>
                <a:cubicBezTo>
                  <a:pt x="10905" y="0"/>
                  <a:pt x="10921" y="2"/>
                  <a:pt x="10937" y="5"/>
                </a:cubicBezTo>
                <a:cubicBezTo>
                  <a:pt x="10954" y="8"/>
                  <a:pt x="10969" y="13"/>
                  <a:pt x="10985" y="19"/>
                </a:cubicBezTo>
                <a:cubicBezTo>
                  <a:pt x="11000" y="25"/>
                  <a:pt x="11014" y="33"/>
                  <a:pt x="11028" y="42"/>
                </a:cubicBezTo>
                <a:cubicBezTo>
                  <a:pt x="11042" y="52"/>
                  <a:pt x="11054" y="62"/>
                  <a:pt x="11066" y="74"/>
                </a:cubicBezTo>
                <a:cubicBezTo>
                  <a:pt x="11078" y="85"/>
                  <a:pt x="11088" y="98"/>
                  <a:pt x="11097" y="112"/>
                </a:cubicBezTo>
                <a:cubicBezTo>
                  <a:pt x="11106" y="125"/>
                  <a:pt x="11114" y="140"/>
                  <a:pt x="11121" y="155"/>
                </a:cubicBezTo>
                <a:cubicBezTo>
                  <a:pt x="11127" y="170"/>
                  <a:pt x="11132" y="186"/>
                  <a:pt x="11135" y="202"/>
                </a:cubicBezTo>
                <a:cubicBezTo>
                  <a:pt x="11138" y="219"/>
                  <a:pt x="11140" y="235"/>
                  <a:pt x="11140" y="251"/>
                </a:cubicBezTo>
                <a:lnTo>
                  <a:pt x="11140" y="2951"/>
                </a:lnTo>
                <a:cubicBezTo>
                  <a:pt x="11140" y="2968"/>
                  <a:pt x="11138" y="2984"/>
                  <a:pt x="11135" y="3000"/>
                </a:cubicBezTo>
                <a:cubicBezTo>
                  <a:pt x="11132" y="3016"/>
                  <a:pt x="11127" y="3032"/>
                  <a:pt x="11121" y="3047"/>
                </a:cubicBezTo>
                <a:cubicBezTo>
                  <a:pt x="11114" y="3063"/>
                  <a:pt x="11106" y="3077"/>
                  <a:pt x="11097" y="3091"/>
                </a:cubicBezTo>
                <a:cubicBezTo>
                  <a:pt x="11088" y="3104"/>
                  <a:pt x="11078" y="3117"/>
                  <a:pt x="11066" y="3129"/>
                </a:cubicBezTo>
                <a:cubicBezTo>
                  <a:pt x="11054" y="3141"/>
                  <a:pt x="11042" y="3151"/>
                  <a:pt x="11028" y="3160"/>
                </a:cubicBezTo>
                <a:cubicBezTo>
                  <a:pt x="11014" y="3169"/>
                  <a:pt x="11000" y="3177"/>
                  <a:pt x="10985" y="3183"/>
                </a:cubicBezTo>
                <a:cubicBezTo>
                  <a:pt x="10969" y="3190"/>
                  <a:pt x="10954" y="3194"/>
                  <a:pt x="10937" y="3198"/>
                </a:cubicBezTo>
                <a:cubicBezTo>
                  <a:pt x="10921" y="3201"/>
                  <a:pt x="10905" y="3202"/>
                  <a:pt x="10888" y="3202"/>
                </a:cubicBezTo>
                <a:lnTo>
                  <a:pt x="251" y="3202"/>
                </a:lnTo>
                <a:cubicBezTo>
                  <a:pt x="235" y="3202"/>
                  <a:pt x="218" y="3201"/>
                  <a:pt x="202" y="3198"/>
                </a:cubicBezTo>
                <a:cubicBezTo>
                  <a:pt x="186" y="3194"/>
                  <a:pt x="170" y="3190"/>
                  <a:pt x="155" y="3183"/>
                </a:cubicBezTo>
                <a:cubicBezTo>
                  <a:pt x="140" y="3177"/>
                  <a:pt x="125" y="3169"/>
                  <a:pt x="111" y="3160"/>
                </a:cubicBezTo>
                <a:cubicBezTo>
                  <a:pt x="98" y="3151"/>
                  <a:pt x="85" y="3141"/>
                  <a:pt x="73" y="3129"/>
                </a:cubicBezTo>
                <a:cubicBezTo>
                  <a:pt x="62" y="3117"/>
                  <a:pt x="51" y="3104"/>
                  <a:pt x="42" y="3091"/>
                </a:cubicBezTo>
                <a:cubicBezTo>
                  <a:pt x="33" y="3077"/>
                  <a:pt x="25" y="3063"/>
                  <a:pt x="19" y="3047"/>
                </a:cubicBezTo>
                <a:cubicBezTo>
                  <a:pt x="13" y="3032"/>
                  <a:pt x="8" y="3016"/>
                  <a:pt x="5" y="3000"/>
                </a:cubicBezTo>
                <a:cubicBezTo>
                  <a:pt x="1" y="2984"/>
                  <a:pt x="0" y="2968"/>
                  <a:pt x="0" y="2951"/>
                </a:cubicBezTo>
                <a:close/>
              </a:path>
            </a:pathLst>
          </a:custGeom>
          <a:noFill/>
          <a:ln w="9360">
            <a:solidFill>
              <a:srgbClr val="D97757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8024040" y="2451240"/>
            <a:ext cx="274428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PretendardVariable-Semi"/>
                <a:ea typeface="PretendardVariable-Semi"/>
              </a:rPr>
              <a:t>GPTaku Plugin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1076400" y="4170600"/>
            <a:ext cx="1382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1" u="none" strike="noStrike">
                <a:solidFill>
                  <a:srgbClr val="D97757"/>
                </a:solidFill>
                <a:effectLst/>
                <a:uFillTx/>
                <a:latin typeface="Menlo"/>
                <a:ea typeface="Menlo"/>
              </a:rPr>
              <a:t>★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1232280" y="4169880"/>
            <a:ext cx="21564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900" b="1" u="none" strike="noStrike">
                <a:solidFill>
                  <a:srgbClr val="D97757"/>
                </a:solidFill>
                <a:effectLst/>
                <a:uFillTx/>
                <a:latin typeface="AppleSDGothicNeo-Semi"/>
                <a:ea typeface="AppleSDGothicNeo-Semi"/>
              </a:rPr>
              <a:t>오늘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1448280" y="417060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1" u="none" strike="noStrike">
                <a:solidFill>
                  <a:srgbClr val="D97757"/>
                </a:solidFill>
                <a:effectLst/>
                <a:uFillTx/>
                <a:latin typeface="Menlo"/>
                <a:ea typeface="Menlo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1526400" y="4169880"/>
            <a:ext cx="21564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900" b="1" u="none" strike="noStrike">
                <a:solidFill>
                  <a:srgbClr val="D97757"/>
                </a:solidFill>
                <a:effectLst/>
                <a:uFillTx/>
                <a:latin typeface="AppleSDGothicNeo-Semi"/>
                <a:ea typeface="AppleSDGothicNeo-Semi"/>
              </a:rPr>
              <a:t>사용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1076400" y="4403520"/>
            <a:ext cx="13366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insane-search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57" name=""/>
          <p:cNvSpPr/>
          <p:nvPr/>
        </p:nvSpPr>
        <p:spPr>
          <a:xfrm>
            <a:off x="5072040" y="3938400"/>
            <a:ext cx="4000680" cy="1152720"/>
          </a:xfrm>
          <a:custGeom>
            <a:avLst/>
            <a:gdLst/>
            <a:ahLst/>
            <a:rect l="0" t="0" r="r" b="b"/>
            <a:pathLst>
              <a:path w="11113" h="3202">
                <a:moveTo>
                  <a:pt x="0" y="2951"/>
                </a:moveTo>
                <a:lnTo>
                  <a:pt x="0" y="251"/>
                </a:lnTo>
                <a:cubicBezTo>
                  <a:pt x="0" y="235"/>
                  <a:pt x="1" y="219"/>
                  <a:pt x="4" y="202"/>
                </a:cubicBezTo>
                <a:cubicBezTo>
                  <a:pt x="8" y="186"/>
                  <a:pt x="12" y="170"/>
                  <a:pt x="19" y="155"/>
                </a:cubicBezTo>
                <a:cubicBezTo>
                  <a:pt x="25" y="140"/>
                  <a:pt x="33" y="125"/>
                  <a:pt x="42" y="112"/>
                </a:cubicBezTo>
                <a:cubicBezTo>
                  <a:pt x="51" y="98"/>
                  <a:pt x="62" y="85"/>
                  <a:pt x="73" y="74"/>
                </a:cubicBezTo>
                <a:cubicBezTo>
                  <a:pt x="85" y="62"/>
                  <a:pt x="98" y="52"/>
                  <a:pt x="111" y="42"/>
                </a:cubicBezTo>
                <a:cubicBezTo>
                  <a:pt x="125" y="33"/>
                  <a:pt x="139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2"/>
                  <a:pt x="234" y="0"/>
                  <a:pt x="251" y="0"/>
                </a:cubicBezTo>
                <a:lnTo>
                  <a:pt x="10862" y="0"/>
                </a:lnTo>
                <a:cubicBezTo>
                  <a:pt x="10878" y="0"/>
                  <a:pt x="10895" y="2"/>
                  <a:pt x="10911" y="5"/>
                </a:cubicBezTo>
                <a:cubicBezTo>
                  <a:pt x="10927" y="8"/>
                  <a:pt x="10943" y="13"/>
                  <a:pt x="10958" y="19"/>
                </a:cubicBezTo>
                <a:cubicBezTo>
                  <a:pt x="10973" y="25"/>
                  <a:pt x="10988" y="33"/>
                  <a:pt x="11001" y="42"/>
                </a:cubicBezTo>
                <a:cubicBezTo>
                  <a:pt x="11015" y="52"/>
                  <a:pt x="11028" y="62"/>
                  <a:pt x="11039" y="74"/>
                </a:cubicBezTo>
                <a:cubicBezTo>
                  <a:pt x="11051" y="85"/>
                  <a:pt x="11062" y="98"/>
                  <a:pt x="11071" y="112"/>
                </a:cubicBezTo>
                <a:cubicBezTo>
                  <a:pt x="11080" y="125"/>
                  <a:pt x="11088" y="140"/>
                  <a:pt x="11094" y="155"/>
                </a:cubicBezTo>
                <a:cubicBezTo>
                  <a:pt x="11100" y="170"/>
                  <a:pt x="11105" y="186"/>
                  <a:pt x="11108" y="202"/>
                </a:cubicBezTo>
                <a:cubicBezTo>
                  <a:pt x="11111" y="219"/>
                  <a:pt x="11113" y="235"/>
                  <a:pt x="11113" y="251"/>
                </a:cubicBezTo>
                <a:lnTo>
                  <a:pt x="11113" y="2951"/>
                </a:lnTo>
                <a:cubicBezTo>
                  <a:pt x="11113" y="2968"/>
                  <a:pt x="11111" y="2984"/>
                  <a:pt x="11108" y="3000"/>
                </a:cubicBezTo>
                <a:cubicBezTo>
                  <a:pt x="11105" y="3016"/>
                  <a:pt x="11100" y="3032"/>
                  <a:pt x="11094" y="3047"/>
                </a:cubicBezTo>
                <a:cubicBezTo>
                  <a:pt x="11088" y="3063"/>
                  <a:pt x="11080" y="3077"/>
                  <a:pt x="11071" y="3091"/>
                </a:cubicBezTo>
                <a:cubicBezTo>
                  <a:pt x="11062" y="3104"/>
                  <a:pt x="11051" y="3117"/>
                  <a:pt x="11039" y="3129"/>
                </a:cubicBezTo>
                <a:cubicBezTo>
                  <a:pt x="11028" y="3141"/>
                  <a:pt x="11015" y="3151"/>
                  <a:pt x="11001" y="3160"/>
                </a:cubicBezTo>
                <a:cubicBezTo>
                  <a:pt x="10988" y="3169"/>
                  <a:pt x="10973" y="3177"/>
                  <a:pt x="10958" y="3183"/>
                </a:cubicBezTo>
                <a:cubicBezTo>
                  <a:pt x="10943" y="3190"/>
                  <a:pt x="10927" y="3194"/>
                  <a:pt x="10911" y="3198"/>
                </a:cubicBezTo>
                <a:cubicBezTo>
                  <a:pt x="10895" y="3201"/>
                  <a:pt x="10878" y="3202"/>
                  <a:pt x="10862" y="3202"/>
                </a:cubicBezTo>
                <a:lnTo>
                  <a:pt x="251" y="3202"/>
                </a:lnTo>
                <a:cubicBezTo>
                  <a:pt x="234" y="3202"/>
                  <a:pt x="218" y="3201"/>
                  <a:pt x="202" y="3198"/>
                </a:cubicBezTo>
                <a:cubicBezTo>
                  <a:pt x="186" y="3194"/>
                  <a:pt x="170" y="3190"/>
                  <a:pt x="155" y="3183"/>
                </a:cubicBezTo>
                <a:cubicBezTo>
                  <a:pt x="139" y="3177"/>
                  <a:pt x="125" y="3169"/>
                  <a:pt x="111" y="3160"/>
                </a:cubicBezTo>
                <a:cubicBezTo>
                  <a:pt x="98" y="3151"/>
                  <a:pt x="85" y="3141"/>
                  <a:pt x="73" y="3129"/>
                </a:cubicBezTo>
                <a:cubicBezTo>
                  <a:pt x="62" y="3117"/>
                  <a:pt x="51" y="3104"/>
                  <a:pt x="42" y="3091"/>
                </a:cubicBezTo>
                <a:cubicBezTo>
                  <a:pt x="33" y="3077"/>
                  <a:pt x="25" y="3063"/>
                  <a:pt x="19" y="3047"/>
                </a:cubicBezTo>
                <a:cubicBezTo>
                  <a:pt x="12" y="3032"/>
                  <a:pt x="8" y="3016"/>
                  <a:pt x="4" y="3000"/>
                </a:cubicBezTo>
                <a:cubicBezTo>
                  <a:pt x="1" y="2984"/>
                  <a:pt x="0" y="2968"/>
                  <a:pt x="0" y="2951"/>
                </a:cubicBezTo>
                <a:close/>
              </a:path>
            </a:pathLst>
          </a:custGeom>
          <a:solidFill>
            <a:srgbClr val="FFF4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58" name=""/>
          <p:cNvSpPr/>
          <p:nvPr/>
        </p:nvSpPr>
        <p:spPr>
          <a:xfrm>
            <a:off x="5072040" y="3938400"/>
            <a:ext cx="4000680" cy="1152720"/>
          </a:xfrm>
          <a:custGeom>
            <a:avLst/>
            <a:gdLst/>
            <a:ahLst/>
            <a:rect l="0" t="0" r="r" b="b"/>
            <a:pathLst>
              <a:path w="11113" h="3202">
                <a:moveTo>
                  <a:pt x="0" y="2951"/>
                </a:moveTo>
                <a:lnTo>
                  <a:pt x="0" y="251"/>
                </a:lnTo>
                <a:cubicBezTo>
                  <a:pt x="0" y="235"/>
                  <a:pt x="1" y="219"/>
                  <a:pt x="4" y="202"/>
                </a:cubicBezTo>
                <a:cubicBezTo>
                  <a:pt x="8" y="186"/>
                  <a:pt x="12" y="170"/>
                  <a:pt x="19" y="155"/>
                </a:cubicBezTo>
                <a:cubicBezTo>
                  <a:pt x="25" y="140"/>
                  <a:pt x="33" y="125"/>
                  <a:pt x="42" y="112"/>
                </a:cubicBezTo>
                <a:cubicBezTo>
                  <a:pt x="51" y="98"/>
                  <a:pt x="62" y="85"/>
                  <a:pt x="73" y="74"/>
                </a:cubicBezTo>
                <a:cubicBezTo>
                  <a:pt x="85" y="62"/>
                  <a:pt x="98" y="52"/>
                  <a:pt x="111" y="42"/>
                </a:cubicBezTo>
                <a:cubicBezTo>
                  <a:pt x="125" y="33"/>
                  <a:pt x="139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2"/>
                  <a:pt x="234" y="0"/>
                  <a:pt x="251" y="0"/>
                </a:cubicBezTo>
                <a:lnTo>
                  <a:pt x="10862" y="0"/>
                </a:lnTo>
                <a:cubicBezTo>
                  <a:pt x="10878" y="0"/>
                  <a:pt x="10895" y="2"/>
                  <a:pt x="10911" y="5"/>
                </a:cubicBezTo>
                <a:cubicBezTo>
                  <a:pt x="10927" y="8"/>
                  <a:pt x="10943" y="13"/>
                  <a:pt x="10958" y="19"/>
                </a:cubicBezTo>
                <a:cubicBezTo>
                  <a:pt x="10973" y="25"/>
                  <a:pt x="10988" y="33"/>
                  <a:pt x="11001" y="42"/>
                </a:cubicBezTo>
                <a:cubicBezTo>
                  <a:pt x="11015" y="52"/>
                  <a:pt x="11028" y="62"/>
                  <a:pt x="11039" y="74"/>
                </a:cubicBezTo>
                <a:cubicBezTo>
                  <a:pt x="11051" y="85"/>
                  <a:pt x="11062" y="98"/>
                  <a:pt x="11071" y="112"/>
                </a:cubicBezTo>
                <a:cubicBezTo>
                  <a:pt x="11080" y="125"/>
                  <a:pt x="11088" y="140"/>
                  <a:pt x="11094" y="155"/>
                </a:cubicBezTo>
                <a:cubicBezTo>
                  <a:pt x="11100" y="170"/>
                  <a:pt x="11105" y="186"/>
                  <a:pt x="11108" y="202"/>
                </a:cubicBezTo>
                <a:cubicBezTo>
                  <a:pt x="11111" y="219"/>
                  <a:pt x="11113" y="235"/>
                  <a:pt x="11113" y="251"/>
                </a:cubicBezTo>
                <a:lnTo>
                  <a:pt x="11113" y="2951"/>
                </a:lnTo>
                <a:cubicBezTo>
                  <a:pt x="11113" y="2968"/>
                  <a:pt x="11111" y="2984"/>
                  <a:pt x="11108" y="3000"/>
                </a:cubicBezTo>
                <a:cubicBezTo>
                  <a:pt x="11105" y="3016"/>
                  <a:pt x="11100" y="3032"/>
                  <a:pt x="11094" y="3047"/>
                </a:cubicBezTo>
                <a:cubicBezTo>
                  <a:pt x="11088" y="3063"/>
                  <a:pt x="11080" y="3077"/>
                  <a:pt x="11071" y="3091"/>
                </a:cubicBezTo>
                <a:cubicBezTo>
                  <a:pt x="11062" y="3104"/>
                  <a:pt x="11051" y="3117"/>
                  <a:pt x="11039" y="3129"/>
                </a:cubicBezTo>
                <a:cubicBezTo>
                  <a:pt x="11028" y="3141"/>
                  <a:pt x="11015" y="3151"/>
                  <a:pt x="11001" y="3160"/>
                </a:cubicBezTo>
                <a:cubicBezTo>
                  <a:pt x="10988" y="3169"/>
                  <a:pt x="10973" y="3177"/>
                  <a:pt x="10958" y="3183"/>
                </a:cubicBezTo>
                <a:cubicBezTo>
                  <a:pt x="10943" y="3190"/>
                  <a:pt x="10927" y="3194"/>
                  <a:pt x="10911" y="3198"/>
                </a:cubicBezTo>
                <a:cubicBezTo>
                  <a:pt x="10895" y="3201"/>
                  <a:pt x="10878" y="3202"/>
                  <a:pt x="10862" y="3202"/>
                </a:cubicBezTo>
                <a:lnTo>
                  <a:pt x="251" y="3202"/>
                </a:lnTo>
                <a:cubicBezTo>
                  <a:pt x="234" y="3202"/>
                  <a:pt x="218" y="3201"/>
                  <a:pt x="202" y="3198"/>
                </a:cubicBezTo>
                <a:cubicBezTo>
                  <a:pt x="186" y="3194"/>
                  <a:pt x="170" y="3190"/>
                  <a:pt x="155" y="3183"/>
                </a:cubicBezTo>
                <a:cubicBezTo>
                  <a:pt x="139" y="3177"/>
                  <a:pt x="125" y="3169"/>
                  <a:pt x="111" y="3160"/>
                </a:cubicBezTo>
                <a:cubicBezTo>
                  <a:pt x="98" y="3151"/>
                  <a:pt x="85" y="3141"/>
                  <a:pt x="73" y="3129"/>
                </a:cubicBezTo>
                <a:cubicBezTo>
                  <a:pt x="62" y="3117"/>
                  <a:pt x="51" y="3104"/>
                  <a:pt x="42" y="3091"/>
                </a:cubicBezTo>
                <a:cubicBezTo>
                  <a:pt x="33" y="3077"/>
                  <a:pt x="25" y="3063"/>
                  <a:pt x="19" y="3047"/>
                </a:cubicBezTo>
                <a:cubicBezTo>
                  <a:pt x="12" y="3032"/>
                  <a:pt x="8" y="3016"/>
                  <a:pt x="4" y="3000"/>
                </a:cubicBezTo>
                <a:cubicBezTo>
                  <a:pt x="1" y="2984"/>
                  <a:pt x="0" y="2968"/>
                  <a:pt x="0" y="2951"/>
                </a:cubicBezTo>
                <a:close/>
              </a:path>
            </a:pathLst>
          </a:custGeom>
          <a:noFill/>
          <a:ln w="9360">
            <a:solidFill>
              <a:srgbClr val="D97757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1076400" y="4657320"/>
            <a:ext cx="102780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13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차단된 사이트도 자동 우회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5224320" y="4170600"/>
            <a:ext cx="1382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1" u="none" strike="noStrike">
                <a:solidFill>
                  <a:srgbClr val="D97757"/>
                </a:solidFill>
                <a:effectLst/>
                <a:uFillTx/>
                <a:latin typeface="Menlo"/>
                <a:ea typeface="Menlo"/>
              </a:rPr>
              <a:t>★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5380200" y="4169880"/>
            <a:ext cx="21564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900" b="1" u="none" strike="noStrike">
                <a:solidFill>
                  <a:srgbClr val="D97757"/>
                </a:solidFill>
                <a:effectLst/>
                <a:uFillTx/>
                <a:latin typeface="AppleSDGothicNeo-Semi"/>
                <a:ea typeface="AppleSDGothicNeo-Semi"/>
              </a:rPr>
              <a:t>오늘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5596560" y="417060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1" u="none" strike="noStrike">
                <a:solidFill>
                  <a:srgbClr val="D97757"/>
                </a:solidFill>
                <a:effectLst/>
                <a:uFillTx/>
                <a:latin typeface="Menlo"/>
                <a:ea typeface="Menlo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5674320" y="4169880"/>
            <a:ext cx="21564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900" b="1" u="none" strike="noStrike">
                <a:solidFill>
                  <a:srgbClr val="D97757"/>
                </a:solidFill>
                <a:effectLst/>
                <a:uFillTx/>
                <a:latin typeface="AppleSDGothicNeo-Semi"/>
                <a:ea typeface="AppleSDGothicNeo-Semi"/>
              </a:rPr>
              <a:t>사용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5224320" y="4403520"/>
            <a:ext cx="10285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kkirikkiri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65" name=""/>
          <p:cNvSpPr/>
          <p:nvPr/>
        </p:nvSpPr>
        <p:spPr>
          <a:xfrm>
            <a:off x="9215280" y="3938400"/>
            <a:ext cx="4010400" cy="1152720"/>
          </a:xfrm>
          <a:custGeom>
            <a:avLst/>
            <a:gdLst/>
            <a:ahLst/>
            <a:rect l="0" t="0" r="r" b="b"/>
            <a:pathLst>
              <a:path w="11140" h="3202">
                <a:moveTo>
                  <a:pt x="0" y="2951"/>
                </a:moveTo>
                <a:lnTo>
                  <a:pt x="0" y="251"/>
                </a:lnTo>
                <a:cubicBezTo>
                  <a:pt x="0" y="235"/>
                  <a:pt x="2" y="219"/>
                  <a:pt x="5" y="202"/>
                </a:cubicBezTo>
                <a:cubicBezTo>
                  <a:pt x="8" y="186"/>
                  <a:pt x="13" y="170"/>
                  <a:pt x="19" y="155"/>
                </a:cubicBezTo>
                <a:cubicBezTo>
                  <a:pt x="25" y="140"/>
                  <a:pt x="33" y="125"/>
                  <a:pt x="42" y="112"/>
                </a:cubicBezTo>
                <a:cubicBezTo>
                  <a:pt x="51" y="98"/>
                  <a:pt x="62" y="85"/>
                  <a:pt x="74" y="74"/>
                </a:cubicBezTo>
                <a:cubicBezTo>
                  <a:pt x="85" y="62"/>
                  <a:pt x="98" y="52"/>
                  <a:pt x="112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2"/>
                  <a:pt x="235" y="0"/>
                  <a:pt x="251" y="0"/>
                </a:cubicBezTo>
                <a:lnTo>
                  <a:pt x="10889" y="0"/>
                </a:lnTo>
                <a:cubicBezTo>
                  <a:pt x="10905" y="0"/>
                  <a:pt x="10921" y="2"/>
                  <a:pt x="10938" y="5"/>
                </a:cubicBezTo>
                <a:cubicBezTo>
                  <a:pt x="10954" y="8"/>
                  <a:pt x="10969" y="13"/>
                  <a:pt x="10985" y="19"/>
                </a:cubicBezTo>
                <a:cubicBezTo>
                  <a:pt x="11000" y="25"/>
                  <a:pt x="11014" y="33"/>
                  <a:pt x="11028" y="42"/>
                </a:cubicBezTo>
                <a:cubicBezTo>
                  <a:pt x="11042" y="52"/>
                  <a:pt x="11055" y="62"/>
                  <a:pt x="11066" y="74"/>
                </a:cubicBezTo>
                <a:cubicBezTo>
                  <a:pt x="11078" y="85"/>
                  <a:pt x="11088" y="98"/>
                  <a:pt x="11098" y="112"/>
                </a:cubicBezTo>
                <a:cubicBezTo>
                  <a:pt x="11107" y="125"/>
                  <a:pt x="11114" y="140"/>
                  <a:pt x="11121" y="155"/>
                </a:cubicBezTo>
                <a:cubicBezTo>
                  <a:pt x="11127" y="170"/>
                  <a:pt x="11132" y="186"/>
                  <a:pt x="11135" y="202"/>
                </a:cubicBezTo>
                <a:cubicBezTo>
                  <a:pt x="11138" y="219"/>
                  <a:pt x="11140" y="235"/>
                  <a:pt x="11140" y="251"/>
                </a:cubicBezTo>
                <a:lnTo>
                  <a:pt x="11140" y="2951"/>
                </a:lnTo>
                <a:cubicBezTo>
                  <a:pt x="11140" y="2968"/>
                  <a:pt x="11138" y="2984"/>
                  <a:pt x="11135" y="3000"/>
                </a:cubicBezTo>
                <a:cubicBezTo>
                  <a:pt x="11132" y="3016"/>
                  <a:pt x="11127" y="3032"/>
                  <a:pt x="11121" y="3047"/>
                </a:cubicBezTo>
                <a:cubicBezTo>
                  <a:pt x="11114" y="3063"/>
                  <a:pt x="11107" y="3077"/>
                  <a:pt x="11098" y="3091"/>
                </a:cubicBezTo>
                <a:cubicBezTo>
                  <a:pt x="11088" y="3104"/>
                  <a:pt x="11078" y="3117"/>
                  <a:pt x="11066" y="3129"/>
                </a:cubicBezTo>
                <a:cubicBezTo>
                  <a:pt x="11055" y="3141"/>
                  <a:pt x="11042" y="3151"/>
                  <a:pt x="11028" y="3160"/>
                </a:cubicBezTo>
                <a:cubicBezTo>
                  <a:pt x="11014" y="3169"/>
                  <a:pt x="11000" y="3177"/>
                  <a:pt x="10985" y="3183"/>
                </a:cubicBezTo>
                <a:cubicBezTo>
                  <a:pt x="10969" y="3190"/>
                  <a:pt x="10954" y="3194"/>
                  <a:pt x="10938" y="3198"/>
                </a:cubicBezTo>
                <a:cubicBezTo>
                  <a:pt x="10921" y="3201"/>
                  <a:pt x="10905" y="3202"/>
                  <a:pt x="10889" y="3202"/>
                </a:cubicBezTo>
                <a:lnTo>
                  <a:pt x="251" y="3202"/>
                </a:lnTo>
                <a:cubicBezTo>
                  <a:pt x="235" y="3202"/>
                  <a:pt x="218" y="3201"/>
                  <a:pt x="202" y="3198"/>
                </a:cubicBezTo>
                <a:cubicBezTo>
                  <a:pt x="186" y="3194"/>
                  <a:pt x="170" y="3190"/>
                  <a:pt x="155" y="3183"/>
                </a:cubicBezTo>
                <a:cubicBezTo>
                  <a:pt x="140" y="3177"/>
                  <a:pt x="125" y="3169"/>
                  <a:pt x="112" y="3160"/>
                </a:cubicBezTo>
                <a:cubicBezTo>
                  <a:pt x="98" y="3151"/>
                  <a:pt x="85" y="3141"/>
                  <a:pt x="74" y="3129"/>
                </a:cubicBezTo>
                <a:cubicBezTo>
                  <a:pt x="62" y="3117"/>
                  <a:pt x="51" y="3104"/>
                  <a:pt x="42" y="3091"/>
                </a:cubicBezTo>
                <a:cubicBezTo>
                  <a:pt x="33" y="3077"/>
                  <a:pt x="25" y="3063"/>
                  <a:pt x="19" y="3047"/>
                </a:cubicBezTo>
                <a:cubicBezTo>
                  <a:pt x="13" y="3032"/>
                  <a:pt x="8" y="3016"/>
                  <a:pt x="5" y="3000"/>
                </a:cubicBezTo>
                <a:cubicBezTo>
                  <a:pt x="2" y="2984"/>
                  <a:pt x="0" y="2968"/>
                  <a:pt x="0" y="29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66" name=""/>
          <p:cNvSpPr/>
          <p:nvPr/>
        </p:nvSpPr>
        <p:spPr>
          <a:xfrm>
            <a:off x="9215280" y="3938400"/>
            <a:ext cx="4010400" cy="1152720"/>
          </a:xfrm>
          <a:custGeom>
            <a:avLst/>
            <a:gdLst/>
            <a:ahLst/>
            <a:rect l="0" t="0" r="r" b="b"/>
            <a:pathLst>
              <a:path w="11140" h="3202">
                <a:moveTo>
                  <a:pt x="0" y="2951"/>
                </a:moveTo>
                <a:lnTo>
                  <a:pt x="0" y="251"/>
                </a:lnTo>
                <a:cubicBezTo>
                  <a:pt x="0" y="235"/>
                  <a:pt x="2" y="219"/>
                  <a:pt x="5" y="202"/>
                </a:cubicBezTo>
                <a:cubicBezTo>
                  <a:pt x="8" y="186"/>
                  <a:pt x="13" y="170"/>
                  <a:pt x="19" y="155"/>
                </a:cubicBezTo>
                <a:cubicBezTo>
                  <a:pt x="25" y="140"/>
                  <a:pt x="33" y="125"/>
                  <a:pt x="42" y="112"/>
                </a:cubicBezTo>
                <a:cubicBezTo>
                  <a:pt x="51" y="98"/>
                  <a:pt x="62" y="85"/>
                  <a:pt x="74" y="74"/>
                </a:cubicBezTo>
                <a:cubicBezTo>
                  <a:pt x="85" y="62"/>
                  <a:pt x="98" y="52"/>
                  <a:pt x="112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2"/>
                  <a:pt x="235" y="0"/>
                  <a:pt x="251" y="0"/>
                </a:cubicBezTo>
                <a:lnTo>
                  <a:pt x="10889" y="0"/>
                </a:lnTo>
                <a:cubicBezTo>
                  <a:pt x="10905" y="0"/>
                  <a:pt x="10921" y="2"/>
                  <a:pt x="10938" y="5"/>
                </a:cubicBezTo>
                <a:cubicBezTo>
                  <a:pt x="10954" y="8"/>
                  <a:pt x="10969" y="13"/>
                  <a:pt x="10985" y="19"/>
                </a:cubicBezTo>
                <a:cubicBezTo>
                  <a:pt x="11000" y="25"/>
                  <a:pt x="11014" y="33"/>
                  <a:pt x="11028" y="42"/>
                </a:cubicBezTo>
                <a:cubicBezTo>
                  <a:pt x="11042" y="52"/>
                  <a:pt x="11055" y="62"/>
                  <a:pt x="11066" y="74"/>
                </a:cubicBezTo>
                <a:cubicBezTo>
                  <a:pt x="11078" y="85"/>
                  <a:pt x="11088" y="98"/>
                  <a:pt x="11098" y="112"/>
                </a:cubicBezTo>
                <a:cubicBezTo>
                  <a:pt x="11107" y="125"/>
                  <a:pt x="11114" y="140"/>
                  <a:pt x="11121" y="155"/>
                </a:cubicBezTo>
                <a:cubicBezTo>
                  <a:pt x="11127" y="170"/>
                  <a:pt x="11132" y="186"/>
                  <a:pt x="11135" y="202"/>
                </a:cubicBezTo>
                <a:cubicBezTo>
                  <a:pt x="11138" y="219"/>
                  <a:pt x="11140" y="235"/>
                  <a:pt x="11140" y="251"/>
                </a:cubicBezTo>
                <a:lnTo>
                  <a:pt x="11140" y="2951"/>
                </a:lnTo>
                <a:cubicBezTo>
                  <a:pt x="11140" y="2968"/>
                  <a:pt x="11138" y="2984"/>
                  <a:pt x="11135" y="3000"/>
                </a:cubicBezTo>
                <a:cubicBezTo>
                  <a:pt x="11132" y="3016"/>
                  <a:pt x="11127" y="3032"/>
                  <a:pt x="11121" y="3047"/>
                </a:cubicBezTo>
                <a:cubicBezTo>
                  <a:pt x="11114" y="3063"/>
                  <a:pt x="11107" y="3077"/>
                  <a:pt x="11098" y="3091"/>
                </a:cubicBezTo>
                <a:cubicBezTo>
                  <a:pt x="11088" y="3104"/>
                  <a:pt x="11078" y="3117"/>
                  <a:pt x="11066" y="3129"/>
                </a:cubicBezTo>
                <a:cubicBezTo>
                  <a:pt x="11055" y="3141"/>
                  <a:pt x="11042" y="3151"/>
                  <a:pt x="11028" y="3160"/>
                </a:cubicBezTo>
                <a:cubicBezTo>
                  <a:pt x="11014" y="3169"/>
                  <a:pt x="11000" y="3177"/>
                  <a:pt x="10985" y="3183"/>
                </a:cubicBezTo>
                <a:cubicBezTo>
                  <a:pt x="10969" y="3190"/>
                  <a:pt x="10954" y="3194"/>
                  <a:pt x="10938" y="3198"/>
                </a:cubicBezTo>
                <a:cubicBezTo>
                  <a:pt x="10921" y="3201"/>
                  <a:pt x="10905" y="3202"/>
                  <a:pt x="10889" y="3202"/>
                </a:cubicBezTo>
                <a:lnTo>
                  <a:pt x="251" y="3202"/>
                </a:lnTo>
                <a:cubicBezTo>
                  <a:pt x="235" y="3202"/>
                  <a:pt x="218" y="3201"/>
                  <a:pt x="202" y="3198"/>
                </a:cubicBezTo>
                <a:cubicBezTo>
                  <a:pt x="186" y="3194"/>
                  <a:pt x="170" y="3190"/>
                  <a:pt x="155" y="3183"/>
                </a:cubicBezTo>
                <a:cubicBezTo>
                  <a:pt x="140" y="3177"/>
                  <a:pt x="125" y="3169"/>
                  <a:pt x="112" y="3160"/>
                </a:cubicBezTo>
                <a:cubicBezTo>
                  <a:pt x="98" y="3151"/>
                  <a:pt x="85" y="3141"/>
                  <a:pt x="74" y="3129"/>
                </a:cubicBezTo>
                <a:cubicBezTo>
                  <a:pt x="62" y="3117"/>
                  <a:pt x="51" y="3104"/>
                  <a:pt x="42" y="3091"/>
                </a:cubicBezTo>
                <a:cubicBezTo>
                  <a:pt x="33" y="3077"/>
                  <a:pt x="25" y="3063"/>
                  <a:pt x="19" y="3047"/>
                </a:cubicBezTo>
                <a:cubicBezTo>
                  <a:pt x="13" y="3032"/>
                  <a:pt x="8" y="3016"/>
                  <a:pt x="5" y="3000"/>
                </a:cubicBezTo>
                <a:cubicBezTo>
                  <a:pt x="2" y="2984"/>
                  <a:pt x="0" y="2968"/>
                  <a:pt x="0" y="2951"/>
                </a:cubicBezTo>
                <a:close/>
              </a:path>
            </a:pathLst>
          </a:custGeom>
          <a:noFill/>
          <a:ln w="9360">
            <a:solidFill>
              <a:srgbClr val="E3E2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5224320" y="4657320"/>
            <a:ext cx="10573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13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자연어 한 마디로 </a:t>
            </a:r>
            <a:r>
              <a:rPr lang="en-US" sz="113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AI </a:t>
            </a:r>
            <a:r>
              <a:rPr lang="ko-KR" sz="113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팀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9372600" y="4289040"/>
            <a:ext cx="13366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deep-research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69" name=""/>
          <p:cNvSpPr/>
          <p:nvPr/>
        </p:nvSpPr>
        <p:spPr>
          <a:xfrm>
            <a:off x="13368240" y="3938400"/>
            <a:ext cx="4000680" cy="1152720"/>
          </a:xfrm>
          <a:custGeom>
            <a:avLst/>
            <a:gdLst/>
            <a:ahLst/>
            <a:rect l="0" t="0" r="r" b="b"/>
            <a:pathLst>
              <a:path w="11113" h="3202">
                <a:moveTo>
                  <a:pt x="0" y="2951"/>
                </a:moveTo>
                <a:lnTo>
                  <a:pt x="0" y="251"/>
                </a:lnTo>
                <a:cubicBezTo>
                  <a:pt x="0" y="235"/>
                  <a:pt x="1" y="219"/>
                  <a:pt x="5" y="202"/>
                </a:cubicBezTo>
                <a:cubicBezTo>
                  <a:pt x="8" y="186"/>
                  <a:pt x="13" y="170"/>
                  <a:pt x="19" y="155"/>
                </a:cubicBezTo>
                <a:cubicBezTo>
                  <a:pt x="25" y="140"/>
                  <a:pt x="33" y="125"/>
                  <a:pt x="42" y="112"/>
                </a:cubicBezTo>
                <a:cubicBezTo>
                  <a:pt x="51" y="98"/>
                  <a:pt x="62" y="85"/>
                  <a:pt x="73" y="74"/>
                </a:cubicBezTo>
                <a:cubicBezTo>
                  <a:pt x="85" y="62"/>
                  <a:pt x="98" y="52"/>
                  <a:pt x="111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2"/>
                  <a:pt x="235" y="0"/>
                  <a:pt x="251" y="0"/>
                </a:cubicBezTo>
                <a:lnTo>
                  <a:pt x="10862" y="0"/>
                </a:lnTo>
                <a:cubicBezTo>
                  <a:pt x="10878" y="0"/>
                  <a:pt x="10895" y="2"/>
                  <a:pt x="10911" y="5"/>
                </a:cubicBezTo>
                <a:cubicBezTo>
                  <a:pt x="10927" y="8"/>
                  <a:pt x="10943" y="13"/>
                  <a:pt x="10958" y="19"/>
                </a:cubicBezTo>
                <a:cubicBezTo>
                  <a:pt x="10973" y="25"/>
                  <a:pt x="10988" y="33"/>
                  <a:pt x="11002" y="42"/>
                </a:cubicBezTo>
                <a:cubicBezTo>
                  <a:pt x="11015" y="52"/>
                  <a:pt x="11028" y="62"/>
                  <a:pt x="11040" y="74"/>
                </a:cubicBezTo>
                <a:cubicBezTo>
                  <a:pt x="11051" y="85"/>
                  <a:pt x="11062" y="98"/>
                  <a:pt x="11071" y="112"/>
                </a:cubicBezTo>
                <a:cubicBezTo>
                  <a:pt x="11080" y="125"/>
                  <a:pt x="11088" y="140"/>
                  <a:pt x="11094" y="155"/>
                </a:cubicBezTo>
                <a:cubicBezTo>
                  <a:pt x="11100" y="170"/>
                  <a:pt x="11105" y="186"/>
                  <a:pt x="11108" y="202"/>
                </a:cubicBezTo>
                <a:cubicBezTo>
                  <a:pt x="11112" y="219"/>
                  <a:pt x="11113" y="235"/>
                  <a:pt x="11113" y="251"/>
                </a:cubicBezTo>
                <a:lnTo>
                  <a:pt x="11113" y="2951"/>
                </a:lnTo>
                <a:cubicBezTo>
                  <a:pt x="11113" y="2968"/>
                  <a:pt x="11112" y="2984"/>
                  <a:pt x="11108" y="3000"/>
                </a:cubicBezTo>
                <a:cubicBezTo>
                  <a:pt x="11105" y="3016"/>
                  <a:pt x="11100" y="3032"/>
                  <a:pt x="11094" y="3047"/>
                </a:cubicBezTo>
                <a:cubicBezTo>
                  <a:pt x="11088" y="3063"/>
                  <a:pt x="11080" y="3077"/>
                  <a:pt x="11071" y="3091"/>
                </a:cubicBezTo>
                <a:cubicBezTo>
                  <a:pt x="11062" y="3104"/>
                  <a:pt x="11051" y="3117"/>
                  <a:pt x="11040" y="3129"/>
                </a:cubicBezTo>
                <a:cubicBezTo>
                  <a:pt x="11028" y="3141"/>
                  <a:pt x="11015" y="3151"/>
                  <a:pt x="11002" y="3160"/>
                </a:cubicBezTo>
                <a:cubicBezTo>
                  <a:pt x="10988" y="3169"/>
                  <a:pt x="10973" y="3177"/>
                  <a:pt x="10958" y="3183"/>
                </a:cubicBezTo>
                <a:cubicBezTo>
                  <a:pt x="10943" y="3190"/>
                  <a:pt x="10927" y="3194"/>
                  <a:pt x="10911" y="3198"/>
                </a:cubicBezTo>
                <a:cubicBezTo>
                  <a:pt x="10895" y="3201"/>
                  <a:pt x="10878" y="3202"/>
                  <a:pt x="10862" y="3202"/>
                </a:cubicBezTo>
                <a:lnTo>
                  <a:pt x="251" y="3202"/>
                </a:lnTo>
                <a:cubicBezTo>
                  <a:pt x="235" y="3202"/>
                  <a:pt x="218" y="3201"/>
                  <a:pt x="202" y="3198"/>
                </a:cubicBezTo>
                <a:cubicBezTo>
                  <a:pt x="186" y="3194"/>
                  <a:pt x="170" y="3190"/>
                  <a:pt x="155" y="3183"/>
                </a:cubicBezTo>
                <a:cubicBezTo>
                  <a:pt x="140" y="3177"/>
                  <a:pt x="125" y="3169"/>
                  <a:pt x="111" y="3160"/>
                </a:cubicBezTo>
                <a:cubicBezTo>
                  <a:pt x="98" y="3151"/>
                  <a:pt x="85" y="3141"/>
                  <a:pt x="73" y="3129"/>
                </a:cubicBezTo>
                <a:cubicBezTo>
                  <a:pt x="62" y="3117"/>
                  <a:pt x="51" y="3104"/>
                  <a:pt x="42" y="3091"/>
                </a:cubicBezTo>
                <a:cubicBezTo>
                  <a:pt x="33" y="3077"/>
                  <a:pt x="25" y="3063"/>
                  <a:pt x="19" y="3047"/>
                </a:cubicBezTo>
                <a:cubicBezTo>
                  <a:pt x="13" y="3032"/>
                  <a:pt x="8" y="3016"/>
                  <a:pt x="5" y="3000"/>
                </a:cubicBezTo>
                <a:cubicBezTo>
                  <a:pt x="1" y="2984"/>
                  <a:pt x="0" y="2968"/>
                  <a:pt x="0" y="29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70" name=""/>
          <p:cNvSpPr/>
          <p:nvPr/>
        </p:nvSpPr>
        <p:spPr>
          <a:xfrm>
            <a:off x="13368240" y="3938400"/>
            <a:ext cx="4000680" cy="1152720"/>
          </a:xfrm>
          <a:custGeom>
            <a:avLst/>
            <a:gdLst/>
            <a:ahLst/>
            <a:rect l="0" t="0" r="r" b="b"/>
            <a:pathLst>
              <a:path w="11113" h="3202">
                <a:moveTo>
                  <a:pt x="0" y="2951"/>
                </a:moveTo>
                <a:lnTo>
                  <a:pt x="0" y="251"/>
                </a:lnTo>
                <a:cubicBezTo>
                  <a:pt x="0" y="235"/>
                  <a:pt x="1" y="219"/>
                  <a:pt x="5" y="202"/>
                </a:cubicBezTo>
                <a:cubicBezTo>
                  <a:pt x="8" y="186"/>
                  <a:pt x="13" y="170"/>
                  <a:pt x="19" y="155"/>
                </a:cubicBezTo>
                <a:cubicBezTo>
                  <a:pt x="25" y="140"/>
                  <a:pt x="33" y="125"/>
                  <a:pt x="42" y="112"/>
                </a:cubicBezTo>
                <a:cubicBezTo>
                  <a:pt x="51" y="98"/>
                  <a:pt x="62" y="85"/>
                  <a:pt x="73" y="74"/>
                </a:cubicBezTo>
                <a:cubicBezTo>
                  <a:pt x="85" y="62"/>
                  <a:pt x="98" y="52"/>
                  <a:pt x="111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2"/>
                  <a:pt x="235" y="0"/>
                  <a:pt x="251" y="0"/>
                </a:cubicBezTo>
                <a:lnTo>
                  <a:pt x="10862" y="0"/>
                </a:lnTo>
                <a:cubicBezTo>
                  <a:pt x="10878" y="0"/>
                  <a:pt x="10895" y="2"/>
                  <a:pt x="10911" y="5"/>
                </a:cubicBezTo>
                <a:cubicBezTo>
                  <a:pt x="10927" y="8"/>
                  <a:pt x="10943" y="13"/>
                  <a:pt x="10958" y="19"/>
                </a:cubicBezTo>
                <a:cubicBezTo>
                  <a:pt x="10973" y="25"/>
                  <a:pt x="10988" y="33"/>
                  <a:pt x="11002" y="42"/>
                </a:cubicBezTo>
                <a:cubicBezTo>
                  <a:pt x="11015" y="52"/>
                  <a:pt x="11028" y="62"/>
                  <a:pt x="11040" y="74"/>
                </a:cubicBezTo>
                <a:cubicBezTo>
                  <a:pt x="11051" y="85"/>
                  <a:pt x="11062" y="98"/>
                  <a:pt x="11071" y="112"/>
                </a:cubicBezTo>
                <a:cubicBezTo>
                  <a:pt x="11080" y="125"/>
                  <a:pt x="11088" y="140"/>
                  <a:pt x="11094" y="155"/>
                </a:cubicBezTo>
                <a:cubicBezTo>
                  <a:pt x="11100" y="170"/>
                  <a:pt x="11105" y="186"/>
                  <a:pt x="11108" y="202"/>
                </a:cubicBezTo>
                <a:cubicBezTo>
                  <a:pt x="11112" y="219"/>
                  <a:pt x="11113" y="235"/>
                  <a:pt x="11113" y="251"/>
                </a:cubicBezTo>
                <a:lnTo>
                  <a:pt x="11113" y="2951"/>
                </a:lnTo>
                <a:cubicBezTo>
                  <a:pt x="11113" y="2968"/>
                  <a:pt x="11112" y="2984"/>
                  <a:pt x="11108" y="3000"/>
                </a:cubicBezTo>
                <a:cubicBezTo>
                  <a:pt x="11105" y="3016"/>
                  <a:pt x="11100" y="3032"/>
                  <a:pt x="11094" y="3047"/>
                </a:cubicBezTo>
                <a:cubicBezTo>
                  <a:pt x="11088" y="3063"/>
                  <a:pt x="11080" y="3077"/>
                  <a:pt x="11071" y="3091"/>
                </a:cubicBezTo>
                <a:cubicBezTo>
                  <a:pt x="11062" y="3104"/>
                  <a:pt x="11051" y="3117"/>
                  <a:pt x="11040" y="3129"/>
                </a:cubicBezTo>
                <a:cubicBezTo>
                  <a:pt x="11028" y="3141"/>
                  <a:pt x="11015" y="3151"/>
                  <a:pt x="11002" y="3160"/>
                </a:cubicBezTo>
                <a:cubicBezTo>
                  <a:pt x="10988" y="3169"/>
                  <a:pt x="10973" y="3177"/>
                  <a:pt x="10958" y="3183"/>
                </a:cubicBezTo>
                <a:cubicBezTo>
                  <a:pt x="10943" y="3190"/>
                  <a:pt x="10927" y="3194"/>
                  <a:pt x="10911" y="3198"/>
                </a:cubicBezTo>
                <a:cubicBezTo>
                  <a:pt x="10895" y="3201"/>
                  <a:pt x="10878" y="3202"/>
                  <a:pt x="10862" y="3202"/>
                </a:cubicBezTo>
                <a:lnTo>
                  <a:pt x="251" y="3202"/>
                </a:lnTo>
                <a:cubicBezTo>
                  <a:pt x="235" y="3202"/>
                  <a:pt x="218" y="3201"/>
                  <a:pt x="202" y="3198"/>
                </a:cubicBezTo>
                <a:cubicBezTo>
                  <a:pt x="186" y="3194"/>
                  <a:pt x="170" y="3190"/>
                  <a:pt x="155" y="3183"/>
                </a:cubicBezTo>
                <a:cubicBezTo>
                  <a:pt x="140" y="3177"/>
                  <a:pt x="125" y="3169"/>
                  <a:pt x="111" y="3160"/>
                </a:cubicBezTo>
                <a:cubicBezTo>
                  <a:pt x="98" y="3151"/>
                  <a:pt x="85" y="3141"/>
                  <a:pt x="73" y="3129"/>
                </a:cubicBezTo>
                <a:cubicBezTo>
                  <a:pt x="62" y="3117"/>
                  <a:pt x="51" y="3104"/>
                  <a:pt x="42" y="3091"/>
                </a:cubicBezTo>
                <a:cubicBezTo>
                  <a:pt x="33" y="3077"/>
                  <a:pt x="25" y="3063"/>
                  <a:pt x="19" y="3047"/>
                </a:cubicBezTo>
                <a:cubicBezTo>
                  <a:pt x="13" y="3032"/>
                  <a:pt x="8" y="3016"/>
                  <a:pt x="5" y="3000"/>
                </a:cubicBezTo>
                <a:cubicBezTo>
                  <a:pt x="1" y="2984"/>
                  <a:pt x="0" y="2968"/>
                  <a:pt x="0" y="2951"/>
                </a:cubicBezTo>
                <a:close/>
              </a:path>
            </a:pathLst>
          </a:custGeom>
          <a:noFill/>
          <a:ln w="9360">
            <a:solidFill>
              <a:srgbClr val="E3E2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9372600" y="4552560"/>
            <a:ext cx="92196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13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멀티 에이전트 딥리서치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13520880" y="4289040"/>
            <a:ext cx="13366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skillers-suda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73" name=""/>
          <p:cNvSpPr/>
          <p:nvPr/>
        </p:nvSpPr>
        <p:spPr>
          <a:xfrm>
            <a:off x="919080" y="5233680"/>
            <a:ext cx="4010400" cy="1153080"/>
          </a:xfrm>
          <a:custGeom>
            <a:avLst/>
            <a:gdLst/>
            <a:ahLst/>
            <a:rect l="0" t="0" r="r" b="b"/>
            <a:pathLst>
              <a:path w="11140" h="3203">
                <a:moveTo>
                  <a:pt x="0" y="2950"/>
                </a:moveTo>
                <a:lnTo>
                  <a:pt x="0" y="252"/>
                </a:lnTo>
                <a:cubicBezTo>
                  <a:pt x="0" y="235"/>
                  <a:pt x="1" y="219"/>
                  <a:pt x="5" y="203"/>
                </a:cubicBezTo>
                <a:cubicBezTo>
                  <a:pt x="8" y="186"/>
                  <a:pt x="13" y="171"/>
                  <a:pt x="19" y="156"/>
                </a:cubicBezTo>
                <a:cubicBezTo>
                  <a:pt x="25" y="140"/>
                  <a:pt x="33" y="126"/>
                  <a:pt x="42" y="112"/>
                </a:cubicBezTo>
                <a:cubicBezTo>
                  <a:pt x="51" y="98"/>
                  <a:pt x="62" y="86"/>
                  <a:pt x="73" y="74"/>
                </a:cubicBezTo>
                <a:cubicBezTo>
                  <a:pt x="85" y="62"/>
                  <a:pt x="98" y="52"/>
                  <a:pt x="111" y="43"/>
                </a:cubicBezTo>
                <a:cubicBezTo>
                  <a:pt x="125" y="34"/>
                  <a:pt x="140" y="26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2"/>
                  <a:pt x="235" y="0"/>
                  <a:pt x="251" y="0"/>
                </a:cubicBezTo>
                <a:lnTo>
                  <a:pt x="10888" y="0"/>
                </a:lnTo>
                <a:cubicBezTo>
                  <a:pt x="10905" y="0"/>
                  <a:pt x="10921" y="2"/>
                  <a:pt x="10937" y="5"/>
                </a:cubicBezTo>
                <a:cubicBezTo>
                  <a:pt x="10954" y="8"/>
                  <a:pt x="10969" y="13"/>
                  <a:pt x="10985" y="19"/>
                </a:cubicBezTo>
                <a:cubicBezTo>
                  <a:pt x="11000" y="26"/>
                  <a:pt x="11014" y="34"/>
                  <a:pt x="11028" y="43"/>
                </a:cubicBezTo>
                <a:cubicBezTo>
                  <a:pt x="11042" y="52"/>
                  <a:pt x="11054" y="62"/>
                  <a:pt x="11066" y="74"/>
                </a:cubicBezTo>
                <a:cubicBezTo>
                  <a:pt x="11078" y="86"/>
                  <a:pt x="11088" y="98"/>
                  <a:pt x="11097" y="112"/>
                </a:cubicBezTo>
                <a:cubicBezTo>
                  <a:pt x="11106" y="126"/>
                  <a:pt x="11114" y="140"/>
                  <a:pt x="11121" y="156"/>
                </a:cubicBezTo>
                <a:cubicBezTo>
                  <a:pt x="11127" y="171"/>
                  <a:pt x="11132" y="186"/>
                  <a:pt x="11135" y="203"/>
                </a:cubicBezTo>
                <a:cubicBezTo>
                  <a:pt x="11138" y="219"/>
                  <a:pt x="11140" y="235"/>
                  <a:pt x="11140" y="252"/>
                </a:cubicBezTo>
                <a:lnTo>
                  <a:pt x="11140" y="2950"/>
                </a:lnTo>
                <a:cubicBezTo>
                  <a:pt x="11140" y="2967"/>
                  <a:pt x="11138" y="2983"/>
                  <a:pt x="11135" y="2999"/>
                </a:cubicBezTo>
                <a:cubicBezTo>
                  <a:pt x="11132" y="3016"/>
                  <a:pt x="11127" y="3031"/>
                  <a:pt x="11121" y="3047"/>
                </a:cubicBezTo>
                <a:cubicBezTo>
                  <a:pt x="11114" y="3062"/>
                  <a:pt x="11106" y="3077"/>
                  <a:pt x="11097" y="3091"/>
                </a:cubicBezTo>
                <a:cubicBezTo>
                  <a:pt x="11088" y="3105"/>
                  <a:pt x="11078" y="3118"/>
                  <a:pt x="11066" y="3129"/>
                </a:cubicBezTo>
                <a:cubicBezTo>
                  <a:pt x="11054" y="3141"/>
                  <a:pt x="11042" y="3151"/>
                  <a:pt x="11028" y="3160"/>
                </a:cubicBezTo>
                <a:cubicBezTo>
                  <a:pt x="11014" y="3170"/>
                  <a:pt x="11000" y="3177"/>
                  <a:pt x="10985" y="3184"/>
                </a:cubicBezTo>
                <a:cubicBezTo>
                  <a:pt x="10969" y="3190"/>
                  <a:pt x="10954" y="3195"/>
                  <a:pt x="10937" y="3198"/>
                </a:cubicBezTo>
                <a:cubicBezTo>
                  <a:pt x="10921" y="3201"/>
                  <a:pt x="10905" y="3203"/>
                  <a:pt x="10888" y="3203"/>
                </a:cubicBezTo>
                <a:lnTo>
                  <a:pt x="251" y="3203"/>
                </a:lnTo>
                <a:cubicBezTo>
                  <a:pt x="235" y="3203"/>
                  <a:pt x="218" y="3201"/>
                  <a:pt x="202" y="3198"/>
                </a:cubicBezTo>
                <a:cubicBezTo>
                  <a:pt x="186" y="3195"/>
                  <a:pt x="170" y="3190"/>
                  <a:pt x="155" y="3184"/>
                </a:cubicBezTo>
                <a:cubicBezTo>
                  <a:pt x="140" y="3177"/>
                  <a:pt x="125" y="3170"/>
                  <a:pt x="111" y="3160"/>
                </a:cubicBezTo>
                <a:cubicBezTo>
                  <a:pt x="98" y="3151"/>
                  <a:pt x="85" y="3141"/>
                  <a:pt x="73" y="3129"/>
                </a:cubicBezTo>
                <a:cubicBezTo>
                  <a:pt x="62" y="3118"/>
                  <a:pt x="51" y="3105"/>
                  <a:pt x="42" y="3091"/>
                </a:cubicBezTo>
                <a:cubicBezTo>
                  <a:pt x="33" y="3077"/>
                  <a:pt x="25" y="3062"/>
                  <a:pt x="19" y="3047"/>
                </a:cubicBezTo>
                <a:cubicBezTo>
                  <a:pt x="13" y="3031"/>
                  <a:pt x="8" y="3016"/>
                  <a:pt x="5" y="2999"/>
                </a:cubicBezTo>
                <a:cubicBezTo>
                  <a:pt x="1" y="2983"/>
                  <a:pt x="0" y="2967"/>
                  <a:pt x="0" y="295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74" name=""/>
          <p:cNvSpPr/>
          <p:nvPr/>
        </p:nvSpPr>
        <p:spPr>
          <a:xfrm>
            <a:off x="919080" y="5233680"/>
            <a:ext cx="4010400" cy="1153080"/>
          </a:xfrm>
          <a:custGeom>
            <a:avLst/>
            <a:gdLst/>
            <a:ahLst/>
            <a:rect l="0" t="0" r="r" b="b"/>
            <a:pathLst>
              <a:path w="11140" h="3203">
                <a:moveTo>
                  <a:pt x="0" y="2950"/>
                </a:moveTo>
                <a:lnTo>
                  <a:pt x="0" y="252"/>
                </a:lnTo>
                <a:cubicBezTo>
                  <a:pt x="0" y="235"/>
                  <a:pt x="1" y="219"/>
                  <a:pt x="5" y="203"/>
                </a:cubicBezTo>
                <a:cubicBezTo>
                  <a:pt x="8" y="186"/>
                  <a:pt x="13" y="171"/>
                  <a:pt x="19" y="156"/>
                </a:cubicBezTo>
                <a:cubicBezTo>
                  <a:pt x="25" y="140"/>
                  <a:pt x="33" y="126"/>
                  <a:pt x="42" y="112"/>
                </a:cubicBezTo>
                <a:cubicBezTo>
                  <a:pt x="51" y="98"/>
                  <a:pt x="62" y="86"/>
                  <a:pt x="73" y="74"/>
                </a:cubicBezTo>
                <a:cubicBezTo>
                  <a:pt x="85" y="62"/>
                  <a:pt x="98" y="52"/>
                  <a:pt x="111" y="43"/>
                </a:cubicBezTo>
                <a:cubicBezTo>
                  <a:pt x="125" y="34"/>
                  <a:pt x="140" y="26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2"/>
                  <a:pt x="235" y="0"/>
                  <a:pt x="251" y="0"/>
                </a:cubicBezTo>
                <a:lnTo>
                  <a:pt x="10888" y="0"/>
                </a:lnTo>
                <a:cubicBezTo>
                  <a:pt x="10905" y="0"/>
                  <a:pt x="10921" y="2"/>
                  <a:pt x="10937" y="5"/>
                </a:cubicBezTo>
                <a:cubicBezTo>
                  <a:pt x="10954" y="8"/>
                  <a:pt x="10969" y="13"/>
                  <a:pt x="10985" y="19"/>
                </a:cubicBezTo>
                <a:cubicBezTo>
                  <a:pt x="11000" y="26"/>
                  <a:pt x="11014" y="34"/>
                  <a:pt x="11028" y="43"/>
                </a:cubicBezTo>
                <a:cubicBezTo>
                  <a:pt x="11042" y="52"/>
                  <a:pt x="11054" y="62"/>
                  <a:pt x="11066" y="74"/>
                </a:cubicBezTo>
                <a:cubicBezTo>
                  <a:pt x="11078" y="86"/>
                  <a:pt x="11088" y="98"/>
                  <a:pt x="11097" y="112"/>
                </a:cubicBezTo>
                <a:cubicBezTo>
                  <a:pt x="11106" y="126"/>
                  <a:pt x="11114" y="140"/>
                  <a:pt x="11121" y="156"/>
                </a:cubicBezTo>
                <a:cubicBezTo>
                  <a:pt x="11127" y="171"/>
                  <a:pt x="11132" y="186"/>
                  <a:pt x="11135" y="203"/>
                </a:cubicBezTo>
                <a:cubicBezTo>
                  <a:pt x="11138" y="219"/>
                  <a:pt x="11140" y="235"/>
                  <a:pt x="11140" y="252"/>
                </a:cubicBezTo>
                <a:lnTo>
                  <a:pt x="11140" y="2950"/>
                </a:lnTo>
                <a:cubicBezTo>
                  <a:pt x="11140" y="2967"/>
                  <a:pt x="11138" y="2983"/>
                  <a:pt x="11135" y="2999"/>
                </a:cubicBezTo>
                <a:cubicBezTo>
                  <a:pt x="11132" y="3016"/>
                  <a:pt x="11127" y="3031"/>
                  <a:pt x="11121" y="3047"/>
                </a:cubicBezTo>
                <a:cubicBezTo>
                  <a:pt x="11114" y="3062"/>
                  <a:pt x="11106" y="3077"/>
                  <a:pt x="11097" y="3091"/>
                </a:cubicBezTo>
                <a:cubicBezTo>
                  <a:pt x="11088" y="3105"/>
                  <a:pt x="11078" y="3118"/>
                  <a:pt x="11066" y="3129"/>
                </a:cubicBezTo>
                <a:cubicBezTo>
                  <a:pt x="11054" y="3141"/>
                  <a:pt x="11042" y="3151"/>
                  <a:pt x="11028" y="3160"/>
                </a:cubicBezTo>
                <a:cubicBezTo>
                  <a:pt x="11014" y="3170"/>
                  <a:pt x="11000" y="3177"/>
                  <a:pt x="10985" y="3184"/>
                </a:cubicBezTo>
                <a:cubicBezTo>
                  <a:pt x="10969" y="3190"/>
                  <a:pt x="10954" y="3195"/>
                  <a:pt x="10937" y="3198"/>
                </a:cubicBezTo>
                <a:cubicBezTo>
                  <a:pt x="10921" y="3201"/>
                  <a:pt x="10905" y="3203"/>
                  <a:pt x="10888" y="3203"/>
                </a:cubicBezTo>
                <a:lnTo>
                  <a:pt x="251" y="3203"/>
                </a:lnTo>
                <a:cubicBezTo>
                  <a:pt x="235" y="3203"/>
                  <a:pt x="218" y="3201"/>
                  <a:pt x="202" y="3198"/>
                </a:cubicBezTo>
                <a:cubicBezTo>
                  <a:pt x="186" y="3195"/>
                  <a:pt x="170" y="3190"/>
                  <a:pt x="155" y="3184"/>
                </a:cubicBezTo>
                <a:cubicBezTo>
                  <a:pt x="140" y="3177"/>
                  <a:pt x="125" y="3170"/>
                  <a:pt x="111" y="3160"/>
                </a:cubicBezTo>
                <a:cubicBezTo>
                  <a:pt x="98" y="3151"/>
                  <a:pt x="85" y="3141"/>
                  <a:pt x="73" y="3129"/>
                </a:cubicBezTo>
                <a:cubicBezTo>
                  <a:pt x="62" y="3118"/>
                  <a:pt x="51" y="3105"/>
                  <a:pt x="42" y="3091"/>
                </a:cubicBezTo>
                <a:cubicBezTo>
                  <a:pt x="33" y="3077"/>
                  <a:pt x="25" y="3062"/>
                  <a:pt x="19" y="3047"/>
                </a:cubicBezTo>
                <a:cubicBezTo>
                  <a:pt x="13" y="3031"/>
                  <a:pt x="8" y="3016"/>
                  <a:pt x="5" y="2999"/>
                </a:cubicBezTo>
                <a:cubicBezTo>
                  <a:pt x="1" y="2983"/>
                  <a:pt x="0" y="2967"/>
                  <a:pt x="0" y="2950"/>
                </a:cubicBezTo>
                <a:close/>
              </a:path>
            </a:pathLst>
          </a:custGeom>
          <a:noFill/>
          <a:ln w="9360">
            <a:solidFill>
              <a:srgbClr val="E3E2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13520880" y="4552560"/>
            <a:ext cx="6310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13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스킬 만드는 스킬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1076400" y="5584320"/>
            <a:ext cx="12337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vibe-sunsang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77" name=""/>
          <p:cNvSpPr/>
          <p:nvPr/>
        </p:nvSpPr>
        <p:spPr>
          <a:xfrm>
            <a:off x="5072040" y="5233680"/>
            <a:ext cx="4000680" cy="1153080"/>
          </a:xfrm>
          <a:custGeom>
            <a:avLst/>
            <a:gdLst/>
            <a:ahLst/>
            <a:rect l="0" t="0" r="r" b="b"/>
            <a:pathLst>
              <a:path w="11113" h="3203">
                <a:moveTo>
                  <a:pt x="0" y="2950"/>
                </a:moveTo>
                <a:lnTo>
                  <a:pt x="0" y="252"/>
                </a:lnTo>
                <a:cubicBezTo>
                  <a:pt x="0" y="235"/>
                  <a:pt x="1" y="219"/>
                  <a:pt x="4" y="203"/>
                </a:cubicBezTo>
                <a:cubicBezTo>
                  <a:pt x="8" y="186"/>
                  <a:pt x="12" y="171"/>
                  <a:pt x="19" y="156"/>
                </a:cubicBezTo>
                <a:cubicBezTo>
                  <a:pt x="25" y="140"/>
                  <a:pt x="33" y="126"/>
                  <a:pt x="42" y="112"/>
                </a:cubicBezTo>
                <a:cubicBezTo>
                  <a:pt x="51" y="98"/>
                  <a:pt x="62" y="86"/>
                  <a:pt x="73" y="74"/>
                </a:cubicBezTo>
                <a:cubicBezTo>
                  <a:pt x="85" y="62"/>
                  <a:pt x="98" y="52"/>
                  <a:pt x="111" y="43"/>
                </a:cubicBezTo>
                <a:cubicBezTo>
                  <a:pt x="125" y="34"/>
                  <a:pt x="139" y="26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2"/>
                  <a:pt x="234" y="0"/>
                  <a:pt x="251" y="0"/>
                </a:cubicBezTo>
                <a:lnTo>
                  <a:pt x="10862" y="0"/>
                </a:lnTo>
                <a:cubicBezTo>
                  <a:pt x="10878" y="0"/>
                  <a:pt x="10895" y="2"/>
                  <a:pt x="10911" y="5"/>
                </a:cubicBezTo>
                <a:cubicBezTo>
                  <a:pt x="10927" y="8"/>
                  <a:pt x="10943" y="13"/>
                  <a:pt x="10958" y="19"/>
                </a:cubicBezTo>
                <a:cubicBezTo>
                  <a:pt x="10973" y="26"/>
                  <a:pt x="10988" y="34"/>
                  <a:pt x="11001" y="43"/>
                </a:cubicBezTo>
                <a:cubicBezTo>
                  <a:pt x="11015" y="52"/>
                  <a:pt x="11028" y="62"/>
                  <a:pt x="11039" y="74"/>
                </a:cubicBezTo>
                <a:cubicBezTo>
                  <a:pt x="11051" y="86"/>
                  <a:pt x="11062" y="98"/>
                  <a:pt x="11071" y="112"/>
                </a:cubicBezTo>
                <a:cubicBezTo>
                  <a:pt x="11080" y="126"/>
                  <a:pt x="11088" y="140"/>
                  <a:pt x="11094" y="156"/>
                </a:cubicBezTo>
                <a:cubicBezTo>
                  <a:pt x="11100" y="171"/>
                  <a:pt x="11105" y="186"/>
                  <a:pt x="11108" y="203"/>
                </a:cubicBezTo>
                <a:cubicBezTo>
                  <a:pt x="11111" y="219"/>
                  <a:pt x="11113" y="235"/>
                  <a:pt x="11113" y="252"/>
                </a:cubicBezTo>
                <a:lnTo>
                  <a:pt x="11113" y="2950"/>
                </a:lnTo>
                <a:cubicBezTo>
                  <a:pt x="11113" y="2967"/>
                  <a:pt x="11111" y="2983"/>
                  <a:pt x="11108" y="2999"/>
                </a:cubicBezTo>
                <a:cubicBezTo>
                  <a:pt x="11105" y="3016"/>
                  <a:pt x="11100" y="3031"/>
                  <a:pt x="11094" y="3047"/>
                </a:cubicBezTo>
                <a:cubicBezTo>
                  <a:pt x="11088" y="3062"/>
                  <a:pt x="11080" y="3077"/>
                  <a:pt x="11071" y="3091"/>
                </a:cubicBezTo>
                <a:cubicBezTo>
                  <a:pt x="11062" y="3105"/>
                  <a:pt x="11051" y="3118"/>
                  <a:pt x="11039" y="3129"/>
                </a:cubicBezTo>
                <a:cubicBezTo>
                  <a:pt x="11028" y="3141"/>
                  <a:pt x="11015" y="3151"/>
                  <a:pt x="11001" y="3160"/>
                </a:cubicBezTo>
                <a:cubicBezTo>
                  <a:pt x="10988" y="3170"/>
                  <a:pt x="10973" y="3177"/>
                  <a:pt x="10958" y="3184"/>
                </a:cubicBezTo>
                <a:cubicBezTo>
                  <a:pt x="10943" y="3190"/>
                  <a:pt x="10927" y="3195"/>
                  <a:pt x="10911" y="3198"/>
                </a:cubicBezTo>
                <a:cubicBezTo>
                  <a:pt x="10895" y="3201"/>
                  <a:pt x="10878" y="3203"/>
                  <a:pt x="10862" y="3203"/>
                </a:cubicBezTo>
                <a:lnTo>
                  <a:pt x="251" y="3203"/>
                </a:lnTo>
                <a:cubicBezTo>
                  <a:pt x="234" y="3203"/>
                  <a:pt x="218" y="3201"/>
                  <a:pt x="202" y="3198"/>
                </a:cubicBezTo>
                <a:cubicBezTo>
                  <a:pt x="186" y="3195"/>
                  <a:pt x="170" y="3190"/>
                  <a:pt x="155" y="3184"/>
                </a:cubicBezTo>
                <a:cubicBezTo>
                  <a:pt x="139" y="3177"/>
                  <a:pt x="125" y="3170"/>
                  <a:pt x="111" y="3160"/>
                </a:cubicBezTo>
                <a:cubicBezTo>
                  <a:pt x="98" y="3151"/>
                  <a:pt x="85" y="3141"/>
                  <a:pt x="73" y="3129"/>
                </a:cubicBezTo>
                <a:cubicBezTo>
                  <a:pt x="62" y="3118"/>
                  <a:pt x="51" y="3105"/>
                  <a:pt x="42" y="3091"/>
                </a:cubicBezTo>
                <a:cubicBezTo>
                  <a:pt x="33" y="3077"/>
                  <a:pt x="25" y="3062"/>
                  <a:pt x="19" y="3047"/>
                </a:cubicBezTo>
                <a:cubicBezTo>
                  <a:pt x="12" y="3031"/>
                  <a:pt x="8" y="3016"/>
                  <a:pt x="4" y="2999"/>
                </a:cubicBezTo>
                <a:cubicBezTo>
                  <a:pt x="1" y="2983"/>
                  <a:pt x="0" y="2967"/>
                  <a:pt x="0" y="295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78" name=""/>
          <p:cNvSpPr/>
          <p:nvPr/>
        </p:nvSpPr>
        <p:spPr>
          <a:xfrm>
            <a:off x="5072040" y="5233680"/>
            <a:ext cx="4000680" cy="1153080"/>
          </a:xfrm>
          <a:custGeom>
            <a:avLst/>
            <a:gdLst/>
            <a:ahLst/>
            <a:rect l="0" t="0" r="r" b="b"/>
            <a:pathLst>
              <a:path w="11113" h="3203">
                <a:moveTo>
                  <a:pt x="0" y="2950"/>
                </a:moveTo>
                <a:lnTo>
                  <a:pt x="0" y="252"/>
                </a:lnTo>
                <a:cubicBezTo>
                  <a:pt x="0" y="235"/>
                  <a:pt x="1" y="219"/>
                  <a:pt x="4" y="203"/>
                </a:cubicBezTo>
                <a:cubicBezTo>
                  <a:pt x="8" y="186"/>
                  <a:pt x="12" y="171"/>
                  <a:pt x="19" y="156"/>
                </a:cubicBezTo>
                <a:cubicBezTo>
                  <a:pt x="25" y="140"/>
                  <a:pt x="33" y="126"/>
                  <a:pt x="42" y="112"/>
                </a:cubicBezTo>
                <a:cubicBezTo>
                  <a:pt x="51" y="98"/>
                  <a:pt x="62" y="86"/>
                  <a:pt x="73" y="74"/>
                </a:cubicBezTo>
                <a:cubicBezTo>
                  <a:pt x="85" y="62"/>
                  <a:pt x="98" y="52"/>
                  <a:pt x="111" y="43"/>
                </a:cubicBezTo>
                <a:cubicBezTo>
                  <a:pt x="125" y="34"/>
                  <a:pt x="139" y="26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2"/>
                  <a:pt x="234" y="0"/>
                  <a:pt x="251" y="0"/>
                </a:cubicBezTo>
                <a:lnTo>
                  <a:pt x="10862" y="0"/>
                </a:lnTo>
                <a:cubicBezTo>
                  <a:pt x="10878" y="0"/>
                  <a:pt x="10895" y="2"/>
                  <a:pt x="10911" y="5"/>
                </a:cubicBezTo>
                <a:cubicBezTo>
                  <a:pt x="10927" y="8"/>
                  <a:pt x="10943" y="13"/>
                  <a:pt x="10958" y="19"/>
                </a:cubicBezTo>
                <a:cubicBezTo>
                  <a:pt x="10973" y="26"/>
                  <a:pt x="10988" y="34"/>
                  <a:pt x="11001" y="43"/>
                </a:cubicBezTo>
                <a:cubicBezTo>
                  <a:pt x="11015" y="52"/>
                  <a:pt x="11028" y="62"/>
                  <a:pt x="11039" y="74"/>
                </a:cubicBezTo>
                <a:cubicBezTo>
                  <a:pt x="11051" y="86"/>
                  <a:pt x="11062" y="98"/>
                  <a:pt x="11071" y="112"/>
                </a:cubicBezTo>
                <a:cubicBezTo>
                  <a:pt x="11080" y="126"/>
                  <a:pt x="11088" y="140"/>
                  <a:pt x="11094" y="156"/>
                </a:cubicBezTo>
                <a:cubicBezTo>
                  <a:pt x="11100" y="171"/>
                  <a:pt x="11105" y="186"/>
                  <a:pt x="11108" y="203"/>
                </a:cubicBezTo>
                <a:cubicBezTo>
                  <a:pt x="11111" y="219"/>
                  <a:pt x="11113" y="235"/>
                  <a:pt x="11113" y="252"/>
                </a:cubicBezTo>
                <a:lnTo>
                  <a:pt x="11113" y="2950"/>
                </a:lnTo>
                <a:cubicBezTo>
                  <a:pt x="11113" y="2967"/>
                  <a:pt x="11111" y="2983"/>
                  <a:pt x="11108" y="2999"/>
                </a:cubicBezTo>
                <a:cubicBezTo>
                  <a:pt x="11105" y="3016"/>
                  <a:pt x="11100" y="3031"/>
                  <a:pt x="11094" y="3047"/>
                </a:cubicBezTo>
                <a:cubicBezTo>
                  <a:pt x="11088" y="3062"/>
                  <a:pt x="11080" y="3077"/>
                  <a:pt x="11071" y="3091"/>
                </a:cubicBezTo>
                <a:cubicBezTo>
                  <a:pt x="11062" y="3105"/>
                  <a:pt x="11051" y="3118"/>
                  <a:pt x="11039" y="3129"/>
                </a:cubicBezTo>
                <a:cubicBezTo>
                  <a:pt x="11028" y="3141"/>
                  <a:pt x="11015" y="3151"/>
                  <a:pt x="11001" y="3160"/>
                </a:cubicBezTo>
                <a:cubicBezTo>
                  <a:pt x="10988" y="3170"/>
                  <a:pt x="10973" y="3177"/>
                  <a:pt x="10958" y="3184"/>
                </a:cubicBezTo>
                <a:cubicBezTo>
                  <a:pt x="10943" y="3190"/>
                  <a:pt x="10927" y="3195"/>
                  <a:pt x="10911" y="3198"/>
                </a:cubicBezTo>
                <a:cubicBezTo>
                  <a:pt x="10895" y="3201"/>
                  <a:pt x="10878" y="3203"/>
                  <a:pt x="10862" y="3203"/>
                </a:cubicBezTo>
                <a:lnTo>
                  <a:pt x="251" y="3203"/>
                </a:lnTo>
                <a:cubicBezTo>
                  <a:pt x="234" y="3203"/>
                  <a:pt x="218" y="3201"/>
                  <a:pt x="202" y="3198"/>
                </a:cubicBezTo>
                <a:cubicBezTo>
                  <a:pt x="186" y="3195"/>
                  <a:pt x="170" y="3190"/>
                  <a:pt x="155" y="3184"/>
                </a:cubicBezTo>
                <a:cubicBezTo>
                  <a:pt x="139" y="3177"/>
                  <a:pt x="125" y="3170"/>
                  <a:pt x="111" y="3160"/>
                </a:cubicBezTo>
                <a:cubicBezTo>
                  <a:pt x="98" y="3151"/>
                  <a:pt x="85" y="3141"/>
                  <a:pt x="73" y="3129"/>
                </a:cubicBezTo>
                <a:cubicBezTo>
                  <a:pt x="62" y="3118"/>
                  <a:pt x="51" y="3105"/>
                  <a:pt x="42" y="3091"/>
                </a:cubicBezTo>
                <a:cubicBezTo>
                  <a:pt x="33" y="3077"/>
                  <a:pt x="25" y="3062"/>
                  <a:pt x="19" y="3047"/>
                </a:cubicBezTo>
                <a:cubicBezTo>
                  <a:pt x="12" y="3031"/>
                  <a:pt x="8" y="3016"/>
                  <a:pt x="4" y="2999"/>
                </a:cubicBezTo>
                <a:cubicBezTo>
                  <a:pt x="1" y="2983"/>
                  <a:pt x="0" y="2967"/>
                  <a:pt x="0" y="2950"/>
                </a:cubicBezTo>
                <a:close/>
              </a:path>
            </a:pathLst>
          </a:custGeom>
          <a:noFill/>
          <a:ln w="9360">
            <a:solidFill>
              <a:srgbClr val="E3E2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1076400" y="5847840"/>
            <a:ext cx="6876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13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내 </a:t>
            </a:r>
            <a:r>
              <a:rPr lang="en-US" sz="113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AI </a:t>
            </a:r>
            <a:r>
              <a:rPr lang="ko-KR" sz="113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활용 점검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5224320" y="5584320"/>
            <a:ext cx="11311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git-teacher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81" name=""/>
          <p:cNvSpPr/>
          <p:nvPr/>
        </p:nvSpPr>
        <p:spPr>
          <a:xfrm>
            <a:off x="9215280" y="5233680"/>
            <a:ext cx="4010400" cy="1153080"/>
          </a:xfrm>
          <a:custGeom>
            <a:avLst/>
            <a:gdLst/>
            <a:ahLst/>
            <a:rect l="0" t="0" r="r" b="b"/>
            <a:pathLst>
              <a:path w="11140" h="3203">
                <a:moveTo>
                  <a:pt x="0" y="2950"/>
                </a:moveTo>
                <a:lnTo>
                  <a:pt x="0" y="252"/>
                </a:lnTo>
                <a:cubicBezTo>
                  <a:pt x="0" y="235"/>
                  <a:pt x="2" y="219"/>
                  <a:pt x="5" y="203"/>
                </a:cubicBezTo>
                <a:cubicBezTo>
                  <a:pt x="8" y="186"/>
                  <a:pt x="13" y="171"/>
                  <a:pt x="19" y="156"/>
                </a:cubicBezTo>
                <a:cubicBezTo>
                  <a:pt x="25" y="140"/>
                  <a:pt x="33" y="126"/>
                  <a:pt x="42" y="112"/>
                </a:cubicBezTo>
                <a:cubicBezTo>
                  <a:pt x="51" y="98"/>
                  <a:pt x="62" y="86"/>
                  <a:pt x="74" y="74"/>
                </a:cubicBezTo>
                <a:cubicBezTo>
                  <a:pt x="85" y="62"/>
                  <a:pt x="98" y="52"/>
                  <a:pt x="112" y="43"/>
                </a:cubicBezTo>
                <a:cubicBezTo>
                  <a:pt x="125" y="34"/>
                  <a:pt x="140" y="26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2"/>
                  <a:pt x="235" y="0"/>
                  <a:pt x="251" y="0"/>
                </a:cubicBezTo>
                <a:lnTo>
                  <a:pt x="10889" y="0"/>
                </a:lnTo>
                <a:cubicBezTo>
                  <a:pt x="10905" y="0"/>
                  <a:pt x="10921" y="2"/>
                  <a:pt x="10938" y="5"/>
                </a:cubicBezTo>
                <a:cubicBezTo>
                  <a:pt x="10954" y="8"/>
                  <a:pt x="10969" y="13"/>
                  <a:pt x="10985" y="19"/>
                </a:cubicBezTo>
                <a:cubicBezTo>
                  <a:pt x="11000" y="26"/>
                  <a:pt x="11014" y="34"/>
                  <a:pt x="11028" y="43"/>
                </a:cubicBezTo>
                <a:cubicBezTo>
                  <a:pt x="11042" y="52"/>
                  <a:pt x="11055" y="62"/>
                  <a:pt x="11066" y="74"/>
                </a:cubicBezTo>
                <a:cubicBezTo>
                  <a:pt x="11078" y="86"/>
                  <a:pt x="11088" y="98"/>
                  <a:pt x="11098" y="112"/>
                </a:cubicBezTo>
                <a:cubicBezTo>
                  <a:pt x="11107" y="126"/>
                  <a:pt x="11114" y="140"/>
                  <a:pt x="11121" y="156"/>
                </a:cubicBezTo>
                <a:cubicBezTo>
                  <a:pt x="11127" y="171"/>
                  <a:pt x="11132" y="186"/>
                  <a:pt x="11135" y="203"/>
                </a:cubicBezTo>
                <a:cubicBezTo>
                  <a:pt x="11138" y="219"/>
                  <a:pt x="11140" y="235"/>
                  <a:pt x="11140" y="252"/>
                </a:cubicBezTo>
                <a:lnTo>
                  <a:pt x="11140" y="2950"/>
                </a:lnTo>
                <a:cubicBezTo>
                  <a:pt x="11140" y="2967"/>
                  <a:pt x="11138" y="2983"/>
                  <a:pt x="11135" y="2999"/>
                </a:cubicBezTo>
                <a:cubicBezTo>
                  <a:pt x="11132" y="3016"/>
                  <a:pt x="11127" y="3031"/>
                  <a:pt x="11121" y="3047"/>
                </a:cubicBezTo>
                <a:cubicBezTo>
                  <a:pt x="11114" y="3062"/>
                  <a:pt x="11107" y="3077"/>
                  <a:pt x="11098" y="3091"/>
                </a:cubicBezTo>
                <a:cubicBezTo>
                  <a:pt x="11088" y="3105"/>
                  <a:pt x="11078" y="3118"/>
                  <a:pt x="11066" y="3129"/>
                </a:cubicBezTo>
                <a:cubicBezTo>
                  <a:pt x="11055" y="3141"/>
                  <a:pt x="11042" y="3151"/>
                  <a:pt x="11028" y="3160"/>
                </a:cubicBezTo>
                <a:cubicBezTo>
                  <a:pt x="11014" y="3170"/>
                  <a:pt x="11000" y="3177"/>
                  <a:pt x="10985" y="3184"/>
                </a:cubicBezTo>
                <a:cubicBezTo>
                  <a:pt x="10969" y="3190"/>
                  <a:pt x="10954" y="3195"/>
                  <a:pt x="10938" y="3198"/>
                </a:cubicBezTo>
                <a:cubicBezTo>
                  <a:pt x="10921" y="3201"/>
                  <a:pt x="10905" y="3203"/>
                  <a:pt x="10889" y="3203"/>
                </a:cubicBezTo>
                <a:lnTo>
                  <a:pt x="251" y="3203"/>
                </a:lnTo>
                <a:cubicBezTo>
                  <a:pt x="235" y="3203"/>
                  <a:pt x="218" y="3201"/>
                  <a:pt x="202" y="3198"/>
                </a:cubicBezTo>
                <a:cubicBezTo>
                  <a:pt x="186" y="3195"/>
                  <a:pt x="170" y="3190"/>
                  <a:pt x="155" y="3184"/>
                </a:cubicBezTo>
                <a:cubicBezTo>
                  <a:pt x="140" y="3177"/>
                  <a:pt x="125" y="3170"/>
                  <a:pt x="112" y="3160"/>
                </a:cubicBezTo>
                <a:cubicBezTo>
                  <a:pt x="98" y="3151"/>
                  <a:pt x="85" y="3141"/>
                  <a:pt x="74" y="3129"/>
                </a:cubicBezTo>
                <a:cubicBezTo>
                  <a:pt x="62" y="3118"/>
                  <a:pt x="51" y="3105"/>
                  <a:pt x="42" y="3091"/>
                </a:cubicBezTo>
                <a:cubicBezTo>
                  <a:pt x="33" y="3077"/>
                  <a:pt x="25" y="3062"/>
                  <a:pt x="19" y="3047"/>
                </a:cubicBezTo>
                <a:cubicBezTo>
                  <a:pt x="13" y="3031"/>
                  <a:pt x="8" y="3016"/>
                  <a:pt x="5" y="2999"/>
                </a:cubicBezTo>
                <a:cubicBezTo>
                  <a:pt x="2" y="2983"/>
                  <a:pt x="0" y="2967"/>
                  <a:pt x="0" y="295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82" name=""/>
          <p:cNvSpPr/>
          <p:nvPr/>
        </p:nvSpPr>
        <p:spPr>
          <a:xfrm>
            <a:off x="9215280" y="5233680"/>
            <a:ext cx="4010400" cy="1153080"/>
          </a:xfrm>
          <a:custGeom>
            <a:avLst/>
            <a:gdLst/>
            <a:ahLst/>
            <a:rect l="0" t="0" r="r" b="b"/>
            <a:pathLst>
              <a:path w="11140" h="3203">
                <a:moveTo>
                  <a:pt x="0" y="2950"/>
                </a:moveTo>
                <a:lnTo>
                  <a:pt x="0" y="252"/>
                </a:lnTo>
                <a:cubicBezTo>
                  <a:pt x="0" y="235"/>
                  <a:pt x="2" y="219"/>
                  <a:pt x="5" y="203"/>
                </a:cubicBezTo>
                <a:cubicBezTo>
                  <a:pt x="8" y="186"/>
                  <a:pt x="13" y="171"/>
                  <a:pt x="19" y="156"/>
                </a:cubicBezTo>
                <a:cubicBezTo>
                  <a:pt x="25" y="140"/>
                  <a:pt x="33" y="126"/>
                  <a:pt x="42" y="112"/>
                </a:cubicBezTo>
                <a:cubicBezTo>
                  <a:pt x="51" y="98"/>
                  <a:pt x="62" y="86"/>
                  <a:pt x="74" y="74"/>
                </a:cubicBezTo>
                <a:cubicBezTo>
                  <a:pt x="85" y="62"/>
                  <a:pt x="98" y="52"/>
                  <a:pt x="112" y="43"/>
                </a:cubicBezTo>
                <a:cubicBezTo>
                  <a:pt x="125" y="34"/>
                  <a:pt x="140" y="26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2"/>
                  <a:pt x="235" y="0"/>
                  <a:pt x="251" y="0"/>
                </a:cubicBezTo>
                <a:lnTo>
                  <a:pt x="10889" y="0"/>
                </a:lnTo>
                <a:cubicBezTo>
                  <a:pt x="10905" y="0"/>
                  <a:pt x="10921" y="2"/>
                  <a:pt x="10938" y="5"/>
                </a:cubicBezTo>
                <a:cubicBezTo>
                  <a:pt x="10954" y="8"/>
                  <a:pt x="10969" y="13"/>
                  <a:pt x="10985" y="19"/>
                </a:cubicBezTo>
                <a:cubicBezTo>
                  <a:pt x="11000" y="26"/>
                  <a:pt x="11014" y="34"/>
                  <a:pt x="11028" y="43"/>
                </a:cubicBezTo>
                <a:cubicBezTo>
                  <a:pt x="11042" y="52"/>
                  <a:pt x="11055" y="62"/>
                  <a:pt x="11066" y="74"/>
                </a:cubicBezTo>
                <a:cubicBezTo>
                  <a:pt x="11078" y="86"/>
                  <a:pt x="11088" y="98"/>
                  <a:pt x="11098" y="112"/>
                </a:cubicBezTo>
                <a:cubicBezTo>
                  <a:pt x="11107" y="126"/>
                  <a:pt x="11114" y="140"/>
                  <a:pt x="11121" y="156"/>
                </a:cubicBezTo>
                <a:cubicBezTo>
                  <a:pt x="11127" y="171"/>
                  <a:pt x="11132" y="186"/>
                  <a:pt x="11135" y="203"/>
                </a:cubicBezTo>
                <a:cubicBezTo>
                  <a:pt x="11138" y="219"/>
                  <a:pt x="11140" y="235"/>
                  <a:pt x="11140" y="252"/>
                </a:cubicBezTo>
                <a:lnTo>
                  <a:pt x="11140" y="2950"/>
                </a:lnTo>
                <a:cubicBezTo>
                  <a:pt x="11140" y="2967"/>
                  <a:pt x="11138" y="2983"/>
                  <a:pt x="11135" y="2999"/>
                </a:cubicBezTo>
                <a:cubicBezTo>
                  <a:pt x="11132" y="3016"/>
                  <a:pt x="11127" y="3031"/>
                  <a:pt x="11121" y="3047"/>
                </a:cubicBezTo>
                <a:cubicBezTo>
                  <a:pt x="11114" y="3062"/>
                  <a:pt x="11107" y="3077"/>
                  <a:pt x="11098" y="3091"/>
                </a:cubicBezTo>
                <a:cubicBezTo>
                  <a:pt x="11088" y="3105"/>
                  <a:pt x="11078" y="3118"/>
                  <a:pt x="11066" y="3129"/>
                </a:cubicBezTo>
                <a:cubicBezTo>
                  <a:pt x="11055" y="3141"/>
                  <a:pt x="11042" y="3151"/>
                  <a:pt x="11028" y="3160"/>
                </a:cubicBezTo>
                <a:cubicBezTo>
                  <a:pt x="11014" y="3170"/>
                  <a:pt x="11000" y="3177"/>
                  <a:pt x="10985" y="3184"/>
                </a:cubicBezTo>
                <a:cubicBezTo>
                  <a:pt x="10969" y="3190"/>
                  <a:pt x="10954" y="3195"/>
                  <a:pt x="10938" y="3198"/>
                </a:cubicBezTo>
                <a:cubicBezTo>
                  <a:pt x="10921" y="3201"/>
                  <a:pt x="10905" y="3203"/>
                  <a:pt x="10889" y="3203"/>
                </a:cubicBezTo>
                <a:lnTo>
                  <a:pt x="251" y="3203"/>
                </a:lnTo>
                <a:cubicBezTo>
                  <a:pt x="235" y="3203"/>
                  <a:pt x="218" y="3201"/>
                  <a:pt x="202" y="3198"/>
                </a:cubicBezTo>
                <a:cubicBezTo>
                  <a:pt x="186" y="3195"/>
                  <a:pt x="170" y="3190"/>
                  <a:pt x="155" y="3184"/>
                </a:cubicBezTo>
                <a:cubicBezTo>
                  <a:pt x="140" y="3177"/>
                  <a:pt x="125" y="3170"/>
                  <a:pt x="112" y="3160"/>
                </a:cubicBezTo>
                <a:cubicBezTo>
                  <a:pt x="98" y="3151"/>
                  <a:pt x="85" y="3141"/>
                  <a:pt x="74" y="3129"/>
                </a:cubicBezTo>
                <a:cubicBezTo>
                  <a:pt x="62" y="3118"/>
                  <a:pt x="51" y="3105"/>
                  <a:pt x="42" y="3091"/>
                </a:cubicBezTo>
                <a:cubicBezTo>
                  <a:pt x="33" y="3077"/>
                  <a:pt x="25" y="3062"/>
                  <a:pt x="19" y="3047"/>
                </a:cubicBezTo>
                <a:cubicBezTo>
                  <a:pt x="13" y="3031"/>
                  <a:pt x="8" y="3016"/>
                  <a:pt x="5" y="2999"/>
                </a:cubicBezTo>
                <a:cubicBezTo>
                  <a:pt x="2" y="2983"/>
                  <a:pt x="0" y="2967"/>
                  <a:pt x="0" y="2950"/>
                </a:cubicBezTo>
                <a:close/>
              </a:path>
            </a:pathLst>
          </a:custGeom>
          <a:noFill/>
          <a:ln w="9360">
            <a:solidFill>
              <a:srgbClr val="E3E2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5224320" y="5847840"/>
            <a:ext cx="49284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Git </a:t>
            </a:r>
            <a:r>
              <a:rPr lang="ko-KR" sz="113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자동화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9372600" y="5584320"/>
            <a:ext cx="13366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insane-design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85" name=""/>
          <p:cNvSpPr/>
          <p:nvPr/>
        </p:nvSpPr>
        <p:spPr>
          <a:xfrm>
            <a:off x="13368240" y="5233680"/>
            <a:ext cx="4000680" cy="1153080"/>
          </a:xfrm>
          <a:custGeom>
            <a:avLst/>
            <a:gdLst/>
            <a:ahLst/>
            <a:rect l="0" t="0" r="r" b="b"/>
            <a:pathLst>
              <a:path w="11113" h="3203">
                <a:moveTo>
                  <a:pt x="0" y="2950"/>
                </a:moveTo>
                <a:lnTo>
                  <a:pt x="0" y="252"/>
                </a:lnTo>
                <a:cubicBezTo>
                  <a:pt x="0" y="235"/>
                  <a:pt x="1" y="219"/>
                  <a:pt x="5" y="203"/>
                </a:cubicBezTo>
                <a:cubicBezTo>
                  <a:pt x="8" y="186"/>
                  <a:pt x="13" y="171"/>
                  <a:pt x="19" y="156"/>
                </a:cubicBezTo>
                <a:cubicBezTo>
                  <a:pt x="25" y="140"/>
                  <a:pt x="33" y="126"/>
                  <a:pt x="42" y="112"/>
                </a:cubicBezTo>
                <a:cubicBezTo>
                  <a:pt x="51" y="98"/>
                  <a:pt x="62" y="86"/>
                  <a:pt x="73" y="74"/>
                </a:cubicBezTo>
                <a:cubicBezTo>
                  <a:pt x="85" y="62"/>
                  <a:pt x="98" y="52"/>
                  <a:pt x="111" y="43"/>
                </a:cubicBezTo>
                <a:cubicBezTo>
                  <a:pt x="125" y="34"/>
                  <a:pt x="140" y="26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2"/>
                  <a:pt x="235" y="0"/>
                  <a:pt x="251" y="0"/>
                </a:cubicBezTo>
                <a:lnTo>
                  <a:pt x="10862" y="0"/>
                </a:lnTo>
                <a:cubicBezTo>
                  <a:pt x="10878" y="0"/>
                  <a:pt x="10895" y="2"/>
                  <a:pt x="10911" y="5"/>
                </a:cubicBezTo>
                <a:cubicBezTo>
                  <a:pt x="10927" y="8"/>
                  <a:pt x="10943" y="13"/>
                  <a:pt x="10958" y="19"/>
                </a:cubicBezTo>
                <a:cubicBezTo>
                  <a:pt x="10973" y="26"/>
                  <a:pt x="10988" y="34"/>
                  <a:pt x="11002" y="43"/>
                </a:cubicBezTo>
                <a:cubicBezTo>
                  <a:pt x="11015" y="52"/>
                  <a:pt x="11028" y="62"/>
                  <a:pt x="11040" y="74"/>
                </a:cubicBezTo>
                <a:cubicBezTo>
                  <a:pt x="11051" y="86"/>
                  <a:pt x="11062" y="98"/>
                  <a:pt x="11071" y="112"/>
                </a:cubicBezTo>
                <a:cubicBezTo>
                  <a:pt x="11080" y="126"/>
                  <a:pt x="11088" y="140"/>
                  <a:pt x="11094" y="156"/>
                </a:cubicBezTo>
                <a:cubicBezTo>
                  <a:pt x="11100" y="171"/>
                  <a:pt x="11105" y="186"/>
                  <a:pt x="11108" y="203"/>
                </a:cubicBezTo>
                <a:cubicBezTo>
                  <a:pt x="11112" y="219"/>
                  <a:pt x="11113" y="235"/>
                  <a:pt x="11113" y="252"/>
                </a:cubicBezTo>
                <a:lnTo>
                  <a:pt x="11113" y="2950"/>
                </a:lnTo>
                <a:cubicBezTo>
                  <a:pt x="11113" y="2967"/>
                  <a:pt x="11112" y="2983"/>
                  <a:pt x="11108" y="2999"/>
                </a:cubicBezTo>
                <a:cubicBezTo>
                  <a:pt x="11105" y="3016"/>
                  <a:pt x="11100" y="3031"/>
                  <a:pt x="11094" y="3047"/>
                </a:cubicBezTo>
                <a:cubicBezTo>
                  <a:pt x="11088" y="3062"/>
                  <a:pt x="11080" y="3077"/>
                  <a:pt x="11071" y="3091"/>
                </a:cubicBezTo>
                <a:cubicBezTo>
                  <a:pt x="11062" y="3105"/>
                  <a:pt x="11051" y="3118"/>
                  <a:pt x="11040" y="3129"/>
                </a:cubicBezTo>
                <a:cubicBezTo>
                  <a:pt x="11028" y="3141"/>
                  <a:pt x="11015" y="3151"/>
                  <a:pt x="11002" y="3160"/>
                </a:cubicBezTo>
                <a:cubicBezTo>
                  <a:pt x="10988" y="3170"/>
                  <a:pt x="10973" y="3177"/>
                  <a:pt x="10958" y="3184"/>
                </a:cubicBezTo>
                <a:cubicBezTo>
                  <a:pt x="10943" y="3190"/>
                  <a:pt x="10927" y="3195"/>
                  <a:pt x="10911" y="3198"/>
                </a:cubicBezTo>
                <a:cubicBezTo>
                  <a:pt x="10895" y="3201"/>
                  <a:pt x="10878" y="3203"/>
                  <a:pt x="10862" y="3203"/>
                </a:cubicBezTo>
                <a:lnTo>
                  <a:pt x="251" y="3203"/>
                </a:lnTo>
                <a:cubicBezTo>
                  <a:pt x="235" y="3203"/>
                  <a:pt x="218" y="3201"/>
                  <a:pt x="202" y="3198"/>
                </a:cubicBezTo>
                <a:cubicBezTo>
                  <a:pt x="186" y="3195"/>
                  <a:pt x="170" y="3190"/>
                  <a:pt x="155" y="3184"/>
                </a:cubicBezTo>
                <a:cubicBezTo>
                  <a:pt x="140" y="3177"/>
                  <a:pt x="125" y="3170"/>
                  <a:pt x="111" y="3160"/>
                </a:cubicBezTo>
                <a:cubicBezTo>
                  <a:pt x="98" y="3151"/>
                  <a:pt x="85" y="3141"/>
                  <a:pt x="73" y="3129"/>
                </a:cubicBezTo>
                <a:cubicBezTo>
                  <a:pt x="62" y="3118"/>
                  <a:pt x="51" y="3105"/>
                  <a:pt x="42" y="3091"/>
                </a:cubicBezTo>
                <a:cubicBezTo>
                  <a:pt x="33" y="3077"/>
                  <a:pt x="25" y="3062"/>
                  <a:pt x="19" y="3047"/>
                </a:cubicBezTo>
                <a:cubicBezTo>
                  <a:pt x="13" y="3031"/>
                  <a:pt x="8" y="3016"/>
                  <a:pt x="5" y="2999"/>
                </a:cubicBezTo>
                <a:cubicBezTo>
                  <a:pt x="1" y="2983"/>
                  <a:pt x="0" y="2967"/>
                  <a:pt x="0" y="295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86" name=""/>
          <p:cNvSpPr/>
          <p:nvPr/>
        </p:nvSpPr>
        <p:spPr>
          <a:xfrm>
            <a:off x="13368240" y="5233680"/>
            <a:ext cx="4000680" cy="1153080"/>
          </a:xfrm>
          <a:custGeom>
            <a:avLst/>
            <a:gdLst/>
            <a:ahLst/>
            <a:rect l="0" t="0" r="r" b="b"/>
            <a:pathLst>
              <a:path w="11113" h="3203">
                <a:moveTo>
                  <a:pt x="0" y="2950"/>
                </a:moveTo>
                <a:lnTo>
                  <a:pt x="0" y="252"/>
                </a:lnTo>
                <a:cubicBezTo>
                  <a:pt x="0" y="235"/>
                  <a:pt x="1" y="219"/>
                  <a:pt x="5" y="203"/>
                </a:cubicBezTo>
                <a:cubicBezTo>
                  <a:pt x="8" y="186"/>
                  <a:pt x="13" y="171"/>
                  <a:pt x="19" y="156"/>
                </a:cubicBezTo>
                <a:cubicBezTo>
                  <a:pt x="25" y="140"/>
                  <a:pt x="33" y="126"/>
                  <a:pt x="42" y="112"/>
                </a:cubicBezTo>
                <a:cubicBezTo>
                  <a:pt x="51" y="98"/>
                  <a:pt x="62" y="86"/>
                  <a:pt x="73" y="74"/>
                </a:cubicBezTo>
                <a:cubicBezTo>
                  <a:pt x="85" y="62"/>
                  <a:pt x="98" y="52"/>
                  <a:pt x="111" y="43"/>
                </a:cubicBezTo>
                <a:cubicBezTo>
                  <a:pt x="125" y="34"/>
                  <a:pt x="140" y="26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2"/>
                  <a:pt x="235" y="0"/>
                  <a:pt x="251" y="0"/>
                </a:cubicBezTo>
                <a:lnTo>
                  <a:pt x="10862" y="0"/>
                </a:lnTo>
                <a:cubicBezTo>
                  <a:pt x="10878" y="0"/>
                  <a:pt x="10895" y="2"/>
                  <a:pt x="10911" y="5"/>
                </a:cubicBezTo>
                <a:cubicBezTo>
                  <a:pt x="10927" y="8"/>
                  <a:pt x="10943" y="13"/>
                  <a:pt x="10958" y="19"/>
                </a:cubicBezTo>
                <a:cubicBezTo>
                  <a:pt x="10973" y="26"/>
                  <a:pt x="10988" y="34"/>
                  <a:pt x="11002" y="43"/>
                </a:cubicBezTo>
                <a:cubicBezTo>
                  <a:pt x="11015" y="52"/>
                  <a:pt x="11028" y="62"/>
                  <a:pt x="11040" y="74"/>
                </a:cubicBezTo>
                <a:cubicBezTo>
                  <a:pt x="11051" y="86"/>
                  <a:pt x="11062" y="98"/>
                  <a:pt x="11071" y="112"/>
                </a:cubicBezTo>
                <a:cubicBezTo>
                  <a:pt x="11080" y="126"/>
                  <a:pt x="11088" y="140"/>
                  <a:pt x="11094" y="156"/>
                </a:cubicBezTo>
                <a:cubicBezTo>
                  <a:pt x="11100" y="171"/>
                  <a:pt x="11105" y="186"/>
                  <a:pt x="11108" y="203"/>
                </a:cubicBezTo>
                <a:cubicBezTo>
                  <a:pt x="11112" y="219"/>
                  <a:pt x="11113" y="235"/>
                  <a:pt x="11113" y="252"/>
                </a:cubicBezTo>
                <a:lnTo>
                  <a:pt x="11113" y="2950"/>
                </a:lnTo>
                <a:cubicBezTo>
                  <a:pt x="11113" y="2967"/>
                  <a:pt x="11112" y="2983"/>
                  <a:pt x="11108" y="2999"/>
                </a:cubicBezTo>
                <a:cubicBezTo>
                  <a:pt x="11105" y="3016"/>
                  <a:pt x="11100" y="3031"/>
                  <a:pt x="11094" y="3047"/>
                </a:cubicBezTo>
                <a:cubicBezTo>
                  <a:pt x="11088" y="3062"/>
                  <a:pt x="11080" y="3077"/>
                  <a:pt x="11071" y="3091"/>
                </a:cubicBezTo>
                <a:cubicBezTo>
                  <a:pt x="11062" y="3105"/>
                  <a:pt x="11051" y="3118"/>
                  <a:pt x="11040" y="3129"/>
                </a:cubicBezTo>
                <a:cubicBezTo>
                  <a:pt x="11028" y="3141"/>
                  <a:pt x="11015" y="3151"/>
                  <a:pt x="11002" y="3160"/>
                </a:cubicBezTo>
                <a:cubicBezTo>
                  <a:pt x="10988" y="3170"/>
                  <a:pt x="10973" y="3177"/>
                  <a:pt x="10958" y="3184"/>
                </a:cubicBezTo>
                <a:cubicBezTo>
                  <a:pt x="10943" y="3190"/>
                  <a:pt x="10927" y="3195"/>
                  <a:pt x="10911" y="3198"/>
                </a:cubicBezTo>
                <a:cubicBezTo>
                  <a:pt x="10895" y="3201"/>
                  <a:pt x="10878" y="3203"/>
                  <a:pt x="10862" y="3203"/>
                </a:cubicBezTo>
                <a:lnTo>
                  <a:pt x="251" y="3203"/>
                </a:lnTo>
                <a:cubicBezTo>
                  <a:pt x="235" y="3203"/>
                  <a:pt x="218" y="3201"/>
                  <a:pt x="202" y="3198"/>
                </a:cubicBezTo>
                <a:cubicBezTo>
                  <a:pt x="186" y="3195"/>
                  <a:pt x="170" y="3190"/>
                  <a:pt x="155" y="3184"/>
                </a:cubicBezTo>
                <a:cubicBezTo>
                  <a:pt x="140" y="3177"/>
                  <a:pt x="125" y="3170"/>
                  <a:pt x="111" y="3160"/>
                </a:cubicBezTo>
                <a:cubicBezTo>
                  <a:pt x="98" y="3151"/>
                  <a:pt x="85" y="3141"/>
                  <a:pt x="73" y="3129"/>
                </a:cubicBezTo>
                <a:cubicBezTo>
                  <a:pt x="62" y="3118"/>
                  <a:pt x="51" y="3105"/>
                  <a:pt x="42" y="3091"/>
                </a:cubicBezTo>
                <a:cubicBezTo>
                  <a:pt x="33" y="3077"/>
                  <a:pt x="25" y="3062"/>
                  <a:pt x="19" y="3047"/>
                </a:cubicBezTo>
                <a:cubicBezTo>
                  <a:pt x="13" y="3031"/>
                  <a:pt x="8" y="3016"/>
                  <a:pt x="5" y="2999"/>
                </a:cubicBezTo>
                <a:cubicBezTo>
                  <a:pt x="1" y="2983"/>
                  <a:pt x="0" y="2967"/>
                  <a:pt x="0" y="2950"/>
                </a:cubicBezTo>
                <a:close/>
              </a:path>
            </a:pathLst>
          </a:custGeom>
          <a:noFill/>
          <a:ln w="9360">
            <a:solidFill>
              <a:srgbClr val="E3E2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9372600" y="5847840"/>
            <a:ext cx="9792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13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디자인 시스템 분석</a:t>
            </a:r>
            <a:r>
              <a:rPr lang="en-US" sz="113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·</a:t>
            </a:r>
            <a:r>
              <a:rPr lang="ko-KR" sz="113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적용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13520880" y="5584320"/>
            <a:ext cx="15422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show-me-the-prd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89" name=""/>
          <p:cNvSpPr/>
          <p:nvPr/>
        </p:nvSpPr>
        <p:spPr>
          <a:xfrm>
            <a:off x="919080" y="6529320"/>
            <a:ext cx="4010400" cy="1152720"/>
          </a:xfrm>
          <a:custGeom>
            <a:avLst/>
            <a:gdLst/>
            <a:ahLst/>
            <a:rect l="0" t="0" r="r" b="b"/>
            <a:pathLst>
              <a:path w="11140" h="3202">
                <a:moveTo>
                  <a:pt x="0" y="2951"/>
                </a:moveTo>
                <a:lnTo>
                  <a:pt x="0" y="251"/>
                </a:lnTo>
                <a:cubicBezTo>
                  <a:pt x="0" y="235"/>
                  <a:pt x="1" y="218"/>
                  <a:pt x="5" y="202"/>
                </a:cubicBezTo>
                <a:cubicBezTo>
                  <a:pt x="8" y="186"/>
                  <a:pt x="13" y="170"/>
                  <a:pt x="19" y="155"/>
                </a:cubicBezTo>
                <a:cubicBezTo>
                  <a:pt x="25" y="140"/>
                  <a:pt x="33" y="125"/>
                  <a:pt x="42" y="111"/>
                </a:cubicBezTo>
                <a:cubicBezTo>
                  <a:pt x="51" y="98"/>
                  <a:pt x="62" y="85"/>
                  <a:pt x="73" y="73"/>
                </a:cubicBezTo>
                <a:cubicBezTo>
                  <a:pt x="85" y="62"/>
                  <a:pt x="98" y="51"/>
                  <a:pt x="111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1"/>
                  <a:pt x="235" y="0"/>
                  <a:pt x="251" y="0"/>
                </a:cubicBezTo>
                <a:lnTo>
                  <a:pt x="10888" y="0"/>
                </a:lnTo>
                <a:cubicBezTo>
                  <a:pt x="10905" y="0"/>
                  <a:pt x="10921" y="1"/>
                  <a:pt x="10937" y="5"/>
                </a:cubicBezTo>
                <a:cubicBezTo>
                  <a:pt x="10954" y="8"/>
                  <a:pt x="10969" y="13"/>
                  <a:pt x="10985" y="19"/>
                </a:cubicBezTo>
                <a:cubicBezTo>
                  <a:pt x="11000" y="25"/>
                  <a:pt x="11014" y="33"/>
                  <a:pt x="11028" y="42"/>
                </a:cubicBezTo>
                <a:cubicBezTo>
                  <a:pt x="11042" y="51"/>
                  <a:pt x="11054" y="62"/>
                  <a:pt x="11066" y="73"/>
                </a:cubicBezTo>
                <a:cubicBezTo>
                  <a:pt x="11078" y="85"/>
                  <a:pt x="11088" y="98"/>
                  <a:pt x="11097" y="111"/>
                </a:cubicBezTo>
                <a:cubicBezTo>
                  <a:pt x="11106" y="125"/>
                  <a:pt x="11114" y="140"/>
                  <a:pt x="11121" y="155"/>
                </a:cubicBezTo>
                <a:cubicBezTo>
                  <a:pt x="11127" y="170"/>
                  <a:pt x="11132" y="186"/>
                  <a:pt x="11135" y="202"/>
                </a:cubicBezTo>
                <a:cubicBezTo>
                  <a:pt x="11138" y="218"/>
                  <a:pt x="11140" y="235"/>
                  <a:pt x="11140" y="251"/>
                </a:cubicBezTo>
                <a:lnTo>
                  <a:pt x="11140" y="2951"/>
                </a:lnTo>
                <a:cubicBezTo>
                  <a:pt x="11140" y="2967"/>
                  <a:pt x="11138" y="2984"/>
                  <a:pt x="11135" y="3000"/>
                </a:cubicBezTo>
                <a:cubicBezTo>
                  <a:pt x="11132" y="3016"/>
                  <a:pt x="11127" y="3032"/>
                  <a:pt x="11121" y="3047"/>
                </a:cubicBezTo>
                <a:cubicBezTo>
                  <a:pt x="11114" y="3062"/>
                  <a:pt x="11106" y="3077"/>
                  <a:pt x="11097" y="3090"/>
                </a:cubicBezTo>
                <a:cubicBezTo>
                  <a:pt x="11088" y="3104"/>
                  <a:pt x="11078" y="3117"/>
                  <a:pt x="11066" y="3129"/>
                </a:cubicBezTo>
                <a:cubicBezTo>
                  <a:pt x="11054" y="3140"/>
                  <a:pt x="11042" y="3151"/>
                  <a:pt x="11028" y="3160"/>
                </a:cubicBezTo>
                <a:cubicBezTo>
                  <a:pt x="11014" y="3169"/>
                  <a:pt x="11000" y="3177"/>
                  <a:pt x="10985" y="3183"/>
                </a:cubicBezTo>
                <a:cubicBezTo>
                  <a:pt x="10969" y="3189"/>
                  <a:pt x="10954" y="3194"/>
                  <a:pt x="10937" y="3197"/>
                </a:cubicBezTo>
                <a:cubicBezTo>
                  <a:pt x="10921" y="3201"/>
                  <a:pt x="10905" y="3202"/>
                  <a:pt x="10888" y="3202"/>
                </a:cubicBezTo>
                <a:lnTo>
                  <a:pt x="251" y="3202"/>
                </a:lnTo>
                <a:cubicBezTo>
                  <a:pt x="235" y="3202"/>
                  <a:pt x="218" y="3201"/>
                  <a:pt x="202" y="3197"/>
                </a:cubicBezTo>
                <a:cubicBezTo>
                  <a:pt x="186" y="3194"/>
                  <a:pt x="170" y="3189"/>
                  <a:pt x="155" y="3183"/>
                </a:cubicBezTo>
                <a:cubicBezTo>
                  <a:pt x="140" y="3177"/>
                  <a:pt x="125" y="3169"/>
                  <a:pt x="111" y="3160"/>
                </a:cubicBezTo>
                <a:cubicBezTo>
                  <a:pt x="98" y="3151"/>
                  <a:pt x="85" y="3140"/>
                  <a:pt x="73" y="3129"/>
                </a:cubicBezTo>
                <a:cubicBezTo>
                  <a:pt x="62" y="3117"/>
                  <a:pt x="51" y="3104"/>
                  <a:pt x="42" y="3090"/>
                </a:cubicBezTo>
                <a:cubicBezTo>
                  <a:pt x="33" y="3077"/>
                  <a:pt x="25" y="3062"/>
                  <a:pt x="19" y="3047"/>
                </a:cubicBezTo>
                <a:cubicBezTo>
                  <a:pt x="13" y="3032"/>
                  <a:pt x="8" y="3016"/>
                  <a:pt x="5" y="3000"/>
                </a:cubicBezTo>
                <a:cubicBezTo>
                  <a:pt x="1" y="2984"/>
                  <a:pt x="0" y="2967"/>
                  <a:pt x="0" y="29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90" name=""/>
          <p:cNvSpPr/>
          <p:nvPr/>
        </p:nvSpPr>
        <p:spPr>
          <a:xfrm>
            <a:off x="919080" y="6529320"/>
            <a:ext cx="4010400" cy="1152720"/>
          </a:xfrm>
          <a:custGeom>
            <a:avLst/>
            <a:gdLst/>
            <a:ahLst/>
            <a:rect l="0" t="0" r="r" b="b"/>
            <a:pathLst>
              <a:path w="11140" h="3202">
                <a:moveTo>
                  <a:pt x="0" y="2951"/>
                </a:moveTo>
                <a:lnTo>
                  <a:pt x="0" y="251"/>
                </a:lnTo>
                <a:cubicBezTo>
                  <a:pt x="0" y="235"/>
                  <a:pt x="1" y="218"/>
                  <a:pt x="5" y="202"/>
                </a:cubicBezTo>
                <a:cubicBezTo>
                  <a:pt x="8" y="186"/>
                  <a:pt x="13" y="170"/>
                  <a:pt x="19" y="155"/>
                </a:cubicBezTo>
                <a:cubicBezTo>
                  <a:pt x="25" y="140"/>
                  <a:pt x="33" y="125"/>
                  <a:pt x="42" y="111"/>
                </a:cubicBezTo>
                <a:cubicBezTo>
                  <a:pt x="51" y="98"/>
                  <a:pt x="62" y="85"/>
                  <a:pt x="73" y="73"/>
                </a:cubicBezTo>
                <a:cubicBezTo>
                  <a:pt x="85" y="62"/>
                  <a:pt x="98" y="51"/>
                  <a:pt x="111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1"/>
                  <a:pt x="235" y="0"/>
                  <a:pt x="251" y="0"/>
                </a:cubicBezTo>
                <a:lnTo>
                  <a:pt x="10888" y="0"/>
                </a:lnTo>
                <a:cubicBezTo>
                  <a:pt x="10905" y="0"/>
                  <a:pt x="10921" y="1"/>
                  <a:pt x="10937" y="5"/>
                </a:cubicBezTo>
                <a:cubicBezTo>
                  <a:pt x="10954" y="8"/>
                  <a:pt x="10969" y="13"/>
                  <a:pt x="10985" y="19"/>
                </a:cubicBezTo>
                <a:cubicBezTo>
                  <a:pt x="11000" y="25"/>
                  <a:pt x="11014" y="33"/>
                  <a:pt x="11028" y="42"/>
                </a:cubicBezTo>
                <a:cubicBezTo>
                  <a:pt x="11042" y="51"/>
                  <a:pt x="11054" y="62"/>
                  <a:pt x="11066" y="73"/>
                </a:cubicBezTo>
                <a:cubicBezTo>
                  <a:pt x="11078" y="85"/>
                  <a:pt x="11088" y="98"/>
                  <a:pt x="11097" y="111"/>
                </a:cubicBezTo>
                <a:cubicBezTo>
                  <a:pt x="11106" y="125"/>
                  <a:pt x="11114" y="140"/>
                  <a:pt x="11121" y="155"/>
                </a:cubicBezTo>
                <a:cubicBezTo>
                  <a:pt x="11127" y="170"/>
                  <a:pt x="11132" y="186"/>
                  <a:pt x="11135" y="202"/>
                </a:cubicBezTo>
                <a:cubicBezTo>
                  <a:pt x="11138" y="218"/>
                  <a:pt x="11140" y="235"/>
                  <a:pt x="11140" y="251"/>
                </a:cubicBezTo>
                <a:lnTo>
                  <a:pt x="11140" y="2951"/>
                </a:lnTo>
                <a:cubicBezTo>
                  <a:pt x="11140" y="2967"/>
                  <a:pt x="11138" y="2984"/>
                  <a:pt x="11135" y="3000"/>
                </a:cubicBezTo>
                <a:cubicBezTo>
                  <a:pt x="11132" y="3016"/>
                  <a:pt x="11127" y="3032"/>
                  <a:pt x="11121" y="3047"/>
                </a:cubicBezTo>
                <a:cubicBezTo>
                  <a:pt x="11114" y="3062"/>
                  <a:pt x="11106" y="3077"/>
                  <a:pt x="11097" y="3090"/>
                </a:cubicBezTo>
                <a:cubicBezTo>
                  <a:pt x="11088" y="3104"/>
                  <a:pt x="11078" y="3117"/>
                  <a:pt x="11066" y="3129"/>
                </a:cubicBezTo>
                <a:cubicBezTo>
                  <a:pt x="11054" y="3140"/>
                  <a:pt x="11042" y="3151"/>
                  <a:pt x="11028" y="3160"/>
                </a:cubicBezTo>
                <a:cubicBezTo>
                  <a:pt x="11014" y="3169"/>
                  <a:pt x="11000" y="3177"/>
                  <a:pt x="10985" y="3183"/>
                </a:cubicBezTo>
                <a:cubicBezTo>
                  <a:pt x="10969" y="3189"/>
                  <a:pt x="10954" y="3194"/>
                  <a:pt x="10937" y="3197"/>
                </a:cubicBezTo>
                <a:cubicBezTo>
                  <a:pt x="10921" y="3201"/>
                  <a:pt x="10905" y="3202"/>
                  <a:pt x="10888" y="3202"/>
                </a:cubicBezTo>
                <a:lnTo>
                  <a:pt x="251" y="3202"/>
                </a:lnTo>
                <a:cubicBezTo>
                  <a:pt x="235" y="3202"/>
                  <a:pt x="218" y="3201"/>
                  <a:pt x="202" y="3197"/>
                </a:cubicBezTo>
                <a:cubicBezTo>
                  <a:pt x="186" y="3194"/>
                  <a:pt x="170" y="3189"/>
                  <a:pt x="155" y="3183"/>
                </a:cubicBezTo>
                <a:cubicBezTo>
                  <a:pt x="140" y="3177"/>
                  <a:pt x="125" y="3169"/>
                  <a:pt x="111" y="3160"/>
                </a:cubicBezTo>
                <a:cubicBezTo>
                  <a:pt x="98" y="3151"/>
                  <a:pt x="85" y="3140"/>
                  <a:pt x="73" y="3129"/>
                </a:cubicBezTo>
                <a:cubicBezTo>
                  <a:pt x="62" y="3117"/>
                  <a:pt x="51" y="3104"/>
                  <a:pt x="42" y="3090"/>
                </a:cubicBezTo>
                <a:cubicBezTo>
                  <a:pt x="33" y="3077"/>
                  <a:pt x="25" y="3062"/>
                  <a:pt x="19" y="3047"/>
                </a:cubicBezTo>
                <a:cubicBezTo>
                  <a:pt x="13" y="3032"/>
                  <a:pt x="8" y="3016"/>
                  <a:pt x="5" y="3000"/>
                </a:cubicBezTo>
                <a:cubicBezTo>
                  <a:pt x="1" y="2984"/>
                  <a:pt x="0" y="2967"/>
                  <a:pt x="0" y="2951"/>
                </a:cubicBezTo>
                <a:close/>
              </a:path>
            </a:pathLst>
          </a:custGeom>
          <a:noFill/>
          <a:ln w="9360">
            <a:solidFill>
              <a:srgbClr val="E3E2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13520880" y="5847840"/>
            <a:ext cx="82584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13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한 문장 → </a:t>
            </a:r>
            <a:r>
              <a:rPr lang="en-US" sz="113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PRD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1076400" y="6879960"/>
            <a:ext cx="6174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pumasi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93" name=""/>
          <p:cNvSpPr/>
          <p:nvPr/>
        </p:nvSpPr>
        <p:spPr>
          <a:xfrm>
            <a:off x="5072040" y="6529320"/>
            <a:ext cx="4000680" cy="1152720"/>
          </a:xfrm>
          <a:custGeom>
            <a:avLst/>
            <a:gdLst/>
            <a:ahLst/>
            <a:rect l="0" t="0" r="r" b="b"/>
            <a:pathLst>
              <a:path w="11113" h="3202">
                <a:moveTo>
                  <a:pt x="0" y="2951"/>
                </a:moveTo>
                <a:lnTo>
                  <a:pt x="0" y="251"/>
                </a:lnTo>
                <a:cubicBezTo>
                  <a:pt x="0" y="235"/>
                  <a:pt x="1" y="218"/>
                  <a:pt x="4" y="202"/>
                </a:cubicBezTo>
                <a:cubicBezTo>
                  <a:pt x="8" y="186"/>
                  <a:pt x="12" y="170"/>
                  <a:pt x="19" y="155"/>
                </a:cubicBezTo>
                <a:cubicBezTo>
                  <a:pt x="25" y="140"/>
                  <a:pt x="33" y="125"/>
                  <a:pt x="42" y="111"/>
                </a:cubicBezTo>
                <a:cubicBezTo>
                  <a:pt x="51" y="98"/>
                  <a:pt x="62" y="85"/>
                  <a:pt x="73" y="73"/>
                </a:cubicBezTo>
                <a:cubicBezTo>
                  <a:pt x="85" y="62"/>
                  <a:pt x="98" y="51"/>
                  <a:pt x="111" y="42"/>
                </a:cubicBezTo>
                <a:cubicBezTo>
                  <a:pt x="125" y="33"/>
                  <a:pt x="139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1"/>
                  <a:pt x="234" y="0"/>
                  <a:pt x="251" y="0"/>
                </a:cubicBezTo>
                <a:lnTo>
                  <a:pt x="10862" y="0"/>
                </a:lnTo>
                <a:cubicBezTo>
                  <a:pt x="10878" y="0"/>
                  <a:pt x="10895" y="1"/>
                  <a:pt x="10911" y="5"/>
                </a:cubicBezTo>
                <a:cubicBezTo>
                  <a:pt x="10927" y="8"/>
                  <a:pt x="10943" y="13"/>
                  <a:pt x="10958" y="19"/>
                </a:cubicBezTo>
                <a:cubicBezTo>
                  <a:pt x="10973" y="25"/>
                  <a:pt x="10988" y="33"/>
                  <a:pt x="11001" y="42"/>
                </a:cubicBezTo>
                <a:cubicBezTo>
                  <a:pt x="11015" y="51"/>
                  <a:pt x="11028" y="62"/>
                  <a:pt x="11039" y="73"/>
                </a:cubicBezTo>
                <a:cubicBezTo>
                  <a:pt x="11051" y="85"/>
                  <a:pt x="11062" y="98"/>
                  <a:pt x="11071" y="111"/>
                </a:cubicBezTo>
                <a:cubicBezTo>
                  <a:pt x="11080" y="125"/>
                  <a:pt x="11088" y="140"/>
                  <a:pt x="11094" y="155"/>
                </a:cubicBezTo>
                <a:cubicBezTo>
                  <a:pt x="11100" y="170"/>
                  <a:pt x="11105" y="186"/>
                  <a:pt x="11108" y="202"/>
                </a:cubicBezTo>
                <a:cubicBezTo>
                  <a:pt x="11111" y="218"/>
                  <a:pt x="11113" y="235"/>
                  <a:pt x="11113" y="251"/>
                </a:cubicBezTo>
                <a:lnTo>
                  <a:pt x="11113" y="2951"/>
                </a:lnTo>
                <a:cubicBezTo>
                  <a:pt x="11113" y="2967"/>
                  <a:pt x="11111" y="2984"/>
                  <a:pt x="11108" y="3000"/>
                </a:cubicBezTo>
                <a:cubicBezTo>
                  <a:pt x="11105" y="3016"/>
                  <a:pt x="11100" y="3032"/>
                  <a:pt x="11094" y="3047"/>
                </a:cubicBezTo>
                <a:cubicBezTo>
                  <a:pt x="11088" y="3062"/>
                  <a:pt x="11080" y="3077"/>
                  <a:pt x="11071" y="3090"/>
                </a:cubicBezTo>
                <a:cubicBezTo>
                  <a:pt x="11062" y="3104"/>
                  <a:pt x="11051" y="3117"/>
                  <a:pt x="11039" y="3129"/>
                </a:cubicBezTo>
                <a:cubicBezTo>
                  <a:pt x="11028" y="3140"/>
                  <a:pt x="11015" y="3151"/>
                  <a:pt x="11001" y="3160"/>
                </a:cubicBezTo>
                <a:cubicBezTo>
                  <a:pt x="10988" y="3169"/>
                  <a:pt x="10973" y="3177"/>
                  <a:pt x="10958" y="3183"/>
                </a:cubicBezTo>
                <a:cubicBezTo>
                  <a:pt x="10943" y="3189"/>
                  <a:pt x="10927" y="3194"/>
                  <a:pt x="10911" y="3197"/>
                </a:cubicBezTo>
                <a:cubicBezTo>
                  <a:pt x="10895" y="3201"/>
                  <a:pt x="10878" y="3202"/>
                  <a:pt x="10862" y="3202"/>
                </a:cubicBezTo>
                <a:lnTo>
                  <a:pt x="251" y="3202"/>
                </a:lnTo>
                <a:cubicBezTo>
                  <a:pt x="234" y="3202"/>
                  <a:pt x="218" y="3201"/>
                  <a:pt x="202" y="3197"/>
                </a:cubicBezTo>
                <a:cubicBezTo>
                  <a:pt x="186" y="3194"/>
                  <a:pt x="170" y="3189"/>
                  <a:pt x="155" y="3183"/>
                </a:cubicBezTo>
                <a:cubicBezTo>
                  <a:pt x="139" y="3177"/>
                  <a:pt x="125" y="3169"/>
                  <a:pt x="111" y="3160"/>
                </a:cubicBezTo>
                <a:cubicBezTo>
                  <a:pt x="98" y="3151"/>
                  <a:pt x="85" y="3140"/>
                  <a:pt x="73" y="3129"/>
                </a:cubicBezTo>
                <a:cubicBezTo>
                  <a:pt x="62" y="3117"/>
                  <a:pt x="51" y="3104"/>
                  <a:pt x="42" y="3090"/>
                </a:cubicBezTo>
                <a:cubicBezTo>
                  <a:pt x="33" y="3077"/>
                  <a:pt x="25" y="3062"/>
                  <a:pt x="19" y="3047"/>
                </a:cubicBezTo>
                <a:cubicBezTo>
                  <a:pt x="12" y="3032"/>
                  <a:pt x="8" y="3016"/>
                  <a:pt x="4" y="3000"/>
                </a:cubicBezTo>
                <a:cubicBezTo>
                  <a:pt x="1" y="2984"/>
                  <a:pt x="0" y="2967"/>
                  <a:pt x="0" y="29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94" name=""/>
          <p:cNvSpPr/>
          <p:nvPr/>
        </p:nvSpPr>
        <p:spPr>
          <a:xfrm>
            <a:off x="5072040" y="6529320"/>
            <a:ext cx="4000680" cy="1152720"/>
          </a:xfrm>
          <a:custGeom>
            <a:avLst/>
            <a:gdLst/>
            <a:ahLst/>
            <a:rect l="0" t="0" r="r" b="b"/>
            <a:pathLst>
              <a:path w="11113" h="3202">
                <a:moveTo>
                  <a:pt x="0" y="2951"/>
                </a:moveTo>
                <a:lnTo>
                  <a:pt x="0" y="251"/>
                </a:lnTo>
                <a:cubicBezTo>
                  <a:pt x="0" y="235"/>
                  <a:pt x="1" y="218"/>
                  <a:pt x="4" y="202"/>
                </a:cubicBezTo>
                <a:cubicBezTo>
                  <a:pt x="8" y="186"/>
                  <a:pt x="12" y="170"/>
                  <a:pt x="19" y="155"/>
                </a:cubicBezTo>
                <a:cubicBezTo>
                  <a:pt x="25" y="140"/>
                  <a:pt x="33" y="125"/>
                  <a:pt x="42" y="111"/>
                </a:cubicBezTo>
                <a:cubicBezTo>
                  <a:pt x="51" y="98"/>
                  <a:pt x="62" y="85"/>
                  <a:pt x="73" y="73"/>
                </a:cubicBezTo>
                <a:cubicBezTo>
                  <a:pt x="85" y="62"/>
                  <a:pt x="98" y="51"/>
                  <a:pt x="111" y="42"/>
                </a:cubicBezTo>
                <a:cubicBezTo>
                  <a:pt x="125" y="33"/>
                  <a:pt x="139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1"/>
                  <a:pt x="234" y="0"/>
                  <a:pt x="251" y="0"/>
                </a:cubicBezTo>
                <a:lnTo>
                  <a:pt x="10862" y="0"/>
                </a:lnTo>
                <a:cubicBezTo>
                  <a:pt x="10878" y="0"/>
                  <a:pt x="10895" y="1"/>
                  <a:pt x="10911" y="5"/>
                </a:cubicBezTo>
                <a:cubicBezTo>
                  <a:pt x="10927" y="8"/>
                  <a:pt x="10943" y="13"/>
                  <a:pt x="10958" y="19"/>
                </a:cubicBezTo>
                <a:cubicBezTo>
                  <a:pt x="10973" y="25"/>
                  <a:pt x="10988" y="33"/>
                  <a:pt x="11001" y="42"/>
                </a:cubicBezTo>
                <a:cubicBezTo>
                  <a:pt x="11015" y="51"/>
                  <a:pt x="11028" y="62"/>
                  <a:pt x="11039" y="73"/>
                </a:cubicBezTo>
                <a:cubicBezTo>
                  <a:pt x="11051" y="85"/>
                  <a:pt x="11062" y="98"/>
                  <a:pt x="11071" y="111"/>
                </a:cubicBezTo>
                <a:cubicBezTo>
                  <a:pt x="11080" y="125"/>
                  <a:pt x="11088" y="140"/>
                  <a:pt x="11094" y="155"/>
                </a:cubicBezTo>
                <a:cubicBezTo>
                  <a:pt x="11100" y="170"/>
                  <a:pt x="11105" y="186"/>
                  <a:pt x="11108" y="202"/>
                </a:cubicBezTo>
                <a:cubicBezTo>
                  <a:pt x="11111" y="218"/>
                  <a:pt x="11113" y="235"/>
                  <a:pt x="11113" y="251"/>
                </a:cubicBezTo>
                <a:lnTo>
                  <a:pt x="11113" y="2951"/>
                </a:lnTo>
                <a:cubicBezTo>
                  <a:pt x="11113" y="2967"/>
                  <a:pt x="11111" y="2984"/>
                  <a:pt x="11108" y="3000"/>
                </a:cubicBezTo>
                <a:cubicBezTo>
                  <a:pt x="11105" y="3016"/>
                  <a:pt x="11100" y="3032"/>
                  <a:pt x="11094" y="3047"/>
                </a:cubicBezTo>
                <a:cubicBezTo>
                  <a:pt x="11088" y="3062"/>
                  <a:pt x="11080" y="3077"/>
                  <a:pt x="11071" y="3090"/>
                </a:cubicBezTo>
                <a:cubicBezTo>
                  <a:pt x="11062" y="3104"/>
                  <a:pt x="11051" y="3117"/>
                  <a:pt x="11039" y="3129"/>
                </a:cubicBezTo>
                <a:cubicBezTo>
                  <a:pt x="11028" y="3140"/>
                  <a:pt x="11015" y="3151"/>
                  <a:pt x="11001" y="3160"/>
                </a:cubicBezTo>
                <a:cubicBezTo>
                  <a:pt x="10988" y="3169"/>
                  <a:pt x="10973" y="3177"/>
                  <a:pt x="10958" y="3183"/>
                </a:cubicBezTo>
                <a:cubicBezTo>
                  <a:pt x="10943" y="3189"/>
                  <a:pt x="10927" y="3194"/>
                  <a:pt x="10911" y="3197"/>
                </a:cubicBezTo>
                <a:cubicBezTo>
                  <a:pt x="10895" y="3201"/>
                  <a:pt x="10878" y="3202"/>
                  <a:pt x="10862" y="3202"/>
                </a:cubicBezTo>
                <a:lnTo>
                  <a:pt x="251" y="3202"/>
                </a:lnTo>
                <a:cubicBezTo>
                  <a:pt x="234" y="3202"/>
                  <a:pt x="218" y="3201"/>
                  <a:pt x="202" y="3197"/>
                </a:cubicBezTo>
                <a:cubicBezTo>
                  <a:pt x="186" y="3194"/>
                  <a:pt x="170" y="3189"/>
                  <a:pt x="155" y="3183"/>
                </a:cubicBezTo>
                <a:cubicBezTo>
                  <a:pt x="139" y="3177"/>
                  <a:pt x="125" y="3169"/>
                  <a:pt x="111" y="3160"/>
                </a:cubicBezTo>
                <a:cubicBezTo>
                  <a:pt x="98" y="3151"/>
                  <a:pt x="85" y="3140"/>
                  <a:pt x="73" y="3129"/>
                </a:cubicBezTo>
                <a:cubicBezTo>
                  <a:pt x="62" y="3117"/>
                  <a:pt x="51" y="3104"/>
                  <a:pt x="42" y="3090"/>
                </a:cubicBezTo>
                <a:cubicBezTo>
                  <a:pt x="33" y="3077"/>
                  <a:pt x="25" y="3062"/>
                  <a:pt x="19" y="3047"/>
                </a:cubicBezTo>
                <a:cubicBezTo>
                  <a:pt x="12" y="3032"/>
                  <a:pt x="8" y="3016"/>
                  <a:pt x="4" y="3000"/>
                </a:cubicBezTo>
                <a:cubicBezTo>
                  <a:pt x="1" y="2984"/>
                  <a:pt x="0" y="2967"/>
                  <a:pt x="0" y="2951"/>
                </a:cubicBezTo>
                <a:close/>
              </a:path>
            </a:pathLst>
          </a:custGeom>
          <a:noFill/>
          <a:ln w="9360">
            <a:solidFill>
              <a:srgbClr val="E3E2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1076400" y="7143480"/>
            <a:ext cx="11077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Codex </a:t>
            </a:r>
            <a:r>
              <a:rPr lang="ko-KR" sz="113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병렬 외주 개발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5224320" y="6879960"/>
            <a:ext cx="5144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nopal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97" name=""/>
          <p:cNvSpPr/>
          <p:nvPr/>
        </p:nvSpPr>
        <p:spPr>
          <a:xfrm>
            <a:off x="9215280" y="6529320"/>
            <a:ext cx="4010400" cy="1152720"/>
          </a:xfrm>
          <a:custGeom>
            <a:avLst/>
            <a:gdLst/>
            <a:ahLst/>
            <a:rect l="0" t="0" r="r" b="b"/>
            <a:pathLst>
              <a:path w="11140" h="3202">
                <a:moveTo>
                  <a:pt x="0" y="2951"/>
                </a:moveTo>
                <a:lnTo>
                  <a:pt x="0" y="251"/>
                </a:lnTo>
                <a:cubicBezTo>
                  <a:pt x="0" y="235"/>
                  <a:pt x="2" y="218"/>
                  <a:pt x="5" y="202"/>
                </a:cubicBezTo>
                <a:cubicBezTo>
                  <a:pt x="8" y="186"/>
                  <a:pt x="13" y="170"/>
                  <a:pt x="19" y="155"/>
                </a:cubicBezTo>
                <a:cubicBezTo>
                  <a:pt x="25" y="140"/>
                  <a:pt x="33" y="125"/>
                  <a:pt x="42" y="111"/>
                </a:cubicBezTo>
                <a:cubicBezTo>
                  <a:pt x="51" y="98"/>
                  <a:pt x="62" y="85"/>
                  <a:pt x="74" y="73"/>
                </a:cubicBezTo>
                <a:cubicBezTo>
                  <a:pt x="85" y="62"/>
                  <a:pt x="98" y="51"/>
                  <a:pt x="112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1"/>
                  <a:pt x="235" y="0"/>
                  <a:pt x="251" y="0"/>
                </a:cubicBezTo>
                <a:lnTo>
                  <a:pt x="10889" y="0"/>
                </a:lnTo>
                <a:cubicBezTo>
                  <a:pt x="10905" y="0"/>
                  <a:pt x="10921" y="1"/>
                  <a:pt x="10938" y="5"/>
                </a:cubicBezTo>
                <a:cubicBezTo>
                  <a:pt x="10954" y="8"/>
                  <a:pt x="10969" y="13"/>
                  <a:pt x="10985" y="19"/>
                </a:cubicBezTo>
                <a:cubicBezTo>
                  <a:pt x="11000" y="25"/>
                  <a:pt x="11014" y="33"/>
                  <a:pt x="11028" y="42"/>
                </a:cubicBezTo>
                <a:cubicBezTo>
                  <a:pt x="11042" y="51"/>
                  <a:pt x="11055" y="62"/>
                  <a:pt x="11066" y="73"/>
                </a:cubicBezTo>
                <a:cubicBezTo>
                  <a:pt x="11078" y="85"/>
                  <a:pt x="11088" y="98"/>
                  <a:pt x="11098" y="111"/>
                </a:cubicBezTo>
                <a:cubicBezTo>
                  <a:pt x="11107" y="125"/>
                  <a:pt x="11114" y="140"/>
                  <a:pt x="11121" y="155"/>
                </a:cubicBezTo>
                <a:cubicBezTo>
                  <a:pt x="11127" y="170"/>
                  <a:pt x="11132" y="186"/>
                  <a:pt x="11135" y="202"/>
                </a:cubicBezTo>
                <a:cubicBezTo>
                  <a:pt x="11138" y="218"/>
                  <a:pt x="11140" y="235"/>
                  <a:pt x="11140" y="251"/>
                </a:cubicBezTo>
                <a:lnTo>
                  <a:pt x="11140" y="2951"/>
                </a:lnTo>
                <a:cubicBezTo>
                  <a:pt x="11140" y="2967"/>
                  <a:pt x="11138" y="2984"/>
                  <a:pt x="11135" y="3000"/>
                </a:cubicBezTo>
                <a:cubicBezTo>
                  <a:pt x="11132" y="3016"/>
                  <a:pt x="11127" y="3032"/>
                  <a:pt x="11121" y="3047"/>
                </a:cubicBezTo>
                <a:cubicBezTo>
                  <a:pt x="11114" y="3062"/>
                  <a:pt x="11107" y="3077"/>
                  <a:pt x="11098" y="3090"/>
                </a:cubicBezTo>
                <a:cubicBezTo>
                  <a:pt x="11088" y="3104"/>
                  <a:pt x="11078" y="3117"/>
                  <a:pt x="11066" y="3129"/>
                </a:cubicBezTo>
                <a:cubicBezTo>
                  <a:pt x="11055" y="3140"/>
                  <a:pt x="11042" y="3151"/>
                  <a:pt x="11028" y="3160"/>
                </a:cubicBezTo>
                <a:cubicBezTo>
                  <a:pt x="11014" y="3169"/>
                  <a:pt x="11000" y="3177"/>
                  <a:pt x="10985" y="3183"/>
                </a:cubicBezTo>
                <a:cubicBezTo>
                  <a:pt x="10969" y="3189"/>
                  <a:pt x="10954" y="3194"/>
                  <a:pt x="10938" y="3197"/>
                </a:cubicBezTo>
                <a:cubicBezTo>
                  <a:pt x="10921" y="3201"/>
                  <a:pt x="10905" y="3202"/>
                  <a:pt x="10889" y="3202"/>
                </a:cubicBezTo>
                <a:lnTo>
                  <a:pt x="251" y="3202"/>
                </a:lnTo>
                <a:cubicBezTo>
                  <a:pt x="235" y="3202"/>
                  <a:pt x="218" y="3201"/>
                  <a:pt x="202" y="3197"/>
                </a:cubicBezTo>
                <a:cubicBezTo>
                  <a:pt x="186" y="3194"/>
                  <a:pt x="170" y="3189"/>
                  <a:pt x="155" y="3183"/>
                </a:cubicBezTo>
                <a:cubicBezTo>
                  <a:pt x="140" y="3177"/>
                  <a:pt x="125" y="3169"/>
                  <a:pt x="112" y="3160"/>
                </a:cubicBezTo>
                <a:cubicBezTo>
                  <a:pt x="98" y="3151"/>
                  <a:pt x="85" y="3140"/>
                  <a:pt x="74" y="3129"/>
                </a:cubicBezTo>
                <a:cubicBezTo>
                  <a:pt x="62" y="3117"/>
                  <a:pt x="51" y="3104"/>
                  <a:pt x="42" y="3090"/>
                </a:cubicBezTo>
                <a:cubicBezTo>
                  <a:pt x="33" y="3077"/>
                  <a:pt x="25" y="3062"/>
                  <a:pt x="19" y="3047"/>
                </a:cubicBezTo>
                <a:cubicBezTo>
                  <a:pt x="13" y="3032"/>
                  <a:pt x="8" y="3016"/>
                  <a:pt x="5" y="3000"/>
                </a:cubicBezTo>
                <a:cubicBezTo>
                  <a:pt x="2" y="2984"/>
                  <a:pt x="0" y="2967"/>
                  <a:pt x="0" y="29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98" name=""/>
          <p:cNvSpPr/>
          <p:nvPr/>
        </p:nvSpPr>
        <p:spPr>
          <a:xfrm>
            <a:off x="9215280" y="6529320"/>
            <a:ext cx="4010400" cy="1152720"/>
          </a:xfrm>
          <a:custGeom>
            <a:avLst/>
            <a:gdLst/>
            <a:ahLst/>
            <a:rect l="0" t="0" r="r" b="b"/>
            <a:pathLst>
              <a:path w="11140" h="3202">
                <a:moveTo>
                  <a:pt x="0" y="2951"/>
                </a:moveTo>
                <a:lnTo>
                  <a:pt x="0" y="251"/>
                </a:lnTo>
                <a:cubicBezTo>
                  <a:pt x="0" y="235"/>
                  <a:pt x="2" y="218"/>
                  <a:pt x="5" y="202"/>
                </a:cubicBezTo>
                <a:cubicBezTo>
                  <a:pt x="8" y="186"/>
                  <a:pt x="13" y="170"/>
                  <a:pt x="19" y="155"/>
                </a:cubicBezTo>
                <a:cubicBezTo>
                  <a:pt x="25" y="140"/>
                  <a:pt x="33" y="125"/>
                  <a:pt x="42" y="111"/>
                </a:cubicBezTo>
                <a:cubicBezTo>
                  <a:pt x="51" y="98"/>
                  <a:pt x="62" y="85"/>
                  <a:pt x="74" y="73"/>
                </a:cubicBezTo>
                <a:cubicBezTo>
                  <a:pt x="85" y="62"/>
                  <a:pt x="98" y="51"/>
                  <a:pt x="112" y="42"/>
                </a:cubicBezTo>
                <a:cubicBezTo>
                  <a:pt x="125" y="33"/>
                  <a:pt x="140" y="25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1"/>
                  <a:pt x="235" y="0"/>
                  <a:pt x="251" y="0"/>
                </a:cubicBezTo>
                <a:lnTo>
                  <a:pt x="10889" y="0"/>
                </a:lnTo>
                <a:cubicBezTo>
                  <a:pt x="10905" y="0"/>
                  <a:pt x="10921" y="1"/>
                  <a:pt x="10938" y="5"/>
                </a:cubicBezTo>
                <a:cubicBezTo>
                  <a:pt x="10954" y="8"/>
                  <a:pt x="10969" y="13"/>
                  <a:pt x="10985" y="19"/>
                </a:cubicBezTo>
                <a:cubicBezTo>
                  <a:pt x="11000" y="25"/>
                  <a:pt x="11014" y="33"/>
                  <a:pt x="11028" y="42"/>
                </a:cubicBezTo>
                <a:cubicBezTo>
                  <a:pt x="11042" y="51"/>
                  <a:pt x="11055" y="62"/>
                  <a:pt x="11066" y="73"/>
                </a:cubicBezTo>
                <a:cubicBezTo>
                  <a:pt x="11078" y="85"/>
                  <a:pt x="11088" y="98"/>
                  <a:pt x="11098" y="111"/>
                </a:cubicBezTo>
                <a:cubicBezTo>
                  <a:pt x="11107" y="125"/>
                  <a:pt x="11114" y="140"/>
                  <a:pt x="11121" y="155"/>
                </a:cubicBezTo>
                <a:cubicBezTo>
                  <a:pt x="11127" y="170"/>
                  <a:pt x="11132" y="186"/>
                  <a:pt x="11135" y="202"/>
                </a:cubicBezTo>
                <a:cubicBezTo>
                  <a:pt x="11138" y="218"/>
                  <a:pt x="11140" y="235"/>
                  <a:pt x="11140" y="251"/>
                </a:cubicBezTo>
                <a:lnTo>
                  <a:pt x="11140" y="2951"/>
                </a:lnTo>
                <a:cubicBezTo>
                  <a:pt x="11140" y="2967"/>
                  <a:pt x="11138" y="2984"/>
                  <a:pt x="11135" y="3000"/>
                </a:cubicBezTo>
                <a:cubicBezTo>
                  <a:pt x="11132" y="3016"/>
                  <a:pt x="11127" y="3032"/>
                  <a:pt x="11121" y="3047"/>
                </a:cubicBezTo>
                <a:cubicBezTo>
                  <a:pt x="11114" y="3062"/>
                  <a:pt x="11107" y="3077"/>
                  <a:pt x="11098" y="3090"/>
                </a:cubicBezTo>
                <a:cubicBezTo>
                  <a:pt x="11088" y="3104"/>
                  <a:pt x="11078" y="3117"/>
                  <a:pt x="11066" y="3129"/>
                </a:cubicBezTo>
                <a:cubicBezTo>
                  <a:pt x="11055" y="3140"/>
                  <a:pt x="11042" y="3151"/>
                  <a:pt x="11028" y="3160"/>
                </a:cubicBezTo>
                <a:cubicBezTo>
                  <a:pt x="11014" y="3169"/>
                  <a:pt x="11000" y="3177"/>
                  <a:pt x="10985" y="3183"/>
                </a:cubicBezTo>
                <a:cubicBezTo>
                  <a:pt x="10969" y="3189"/>
                  <a:pt x="10954" y="3194"/>
                  <a:pt x="10938" y="3197"/>
                </a:cubicBezTo>
                <a:cubicBezTo>
                  <a:pt x="10921" y="3201"/>
                  <a:pt x="10905" y="3202"/>
                  <a:pt x="10889" y="3202"/>
                </a:cubicBezTo>
                <a:lnTo>
                  <a:pt x="251" y="3202"/>
                </a:lnTo>
                <a:cubicBezTo>
                  <a:pt x="235" y="3202"/>
                  <a:pt x="218" y="3201"/>
                  <a:pt x="202" y="3197"/>
                </a:cubicBezTo>
                <a:cubicBezTo>
                  <a:pt x="186" y="3194"/>
                  <a:pt x="170" y="3189"/>
                  <a:pt x="155" y="3183"/>
                </a:cubicBezTo>
                <a:cubicBezTo>
                  <a:pt x="140" y="3177"/>
                  <a:pt x="125" y="3169"/>
                  <a:pt x="112" y="3160"/>
                </a:cubicBezTo>
                <a:cubicBezTo>
                  <a:pt x="98" y="3151"/>
                  <a:pt x="85" y="3140"/>
                  <a:pt x="74" y="3129"/>
                </a:cubicBezTo>
                <a:cubicBezTo>
                  <a:pt x="62" y="3117"/>
                  <a:pt x="51" y="3104"/>
                  <a:pt x="42" y="3090"/>
                </a:cubicBezTo>
                <a:cubicBezTo>
                  <a:pt x="33" y="3077"/>
                  <a:pt x="25" y="3062"/>
                  <a:pt x="19" y="3047"/>
                </a:cubicBezTo>
                <a:cubicBezTo>
                  <a:pt x="13" y="3032"/>
                  <a:pt x="8" y="3016"/>
                  <a:pt x="5" y="3000"/>
                </a:cubicBezTo>
                <a:cubicBezTo>
                  <a:pt x="2" y="2984"/>
                  <a:pt x="0" y="2967"/>
                  <a:pt x="0" y="2951"/>
                </a:cubicBezTo>
                <a:close/>
              </a:path>
            </a:pathLst>
          </a:custGeom>
          <a:noFill/>
          <a:ln w="9360">
            <a:solidFill>
              <a:srgbClr val="E3E2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5224320" y="7143480"/>
            <a:ext cx="184644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Google Workspace </a:t>
            </a:r>
            <a:r>
              <a:rPr lang="ko-KR" sz="113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오케스트레이션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9372600" y="6879960"/>
            <a:ext cx="10285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Menlo"/>
                <a:ea typeface="Menlo"/>
              </a:rPr>
              <a:t>docs-guide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01" name=""/>
          <p:cNvSpPr/>
          <p:nvPr/>
        </p:nvSpPr>
        <p:spPr>
          <a:xfrm>
            <a:off x="13398120" y="6534000"/>
            <a:ext cx="3930840" cy="26280"/>
          </a:xfrm>
          <a:custGeom>
            <a:avLst/>
            <a:gdLst/>
            <a:ahLst/>
            <a:rect l="0" t="0" r="r" b="b"/>
            <a:pathLst>
              <a:path w="10919" h="73">
                <a:moveTo>
                  <a:pt x="0" y="71"/>
                </a:moveTo>
                <a:cubicBezTo>
                  <a:pt x="2" y="68"/>
                  <a:pt x="4" y="66"/>
                  <a:pt x="7" y="64"/>
                </a:cubicBezTo>
                <a:lnTo>
                  <a:pt x="8" y="66"/>
                </a:lnTo>
                <a:cubicBezTo>
                  <a:pt x="6" y="68"/>
                  <a:pt x="4" y="70"/>
                  <a:pt x="2" y="73"/>
                </a:cubicBezTo>
                <a:lnTo>
                  <a:pt x="0" y="71"/>
                </a:lnTo>
                <a:moveTo>
                  <a:pt x="77" y="18"/>
                </a:moveTo>
                <a:cubicBezTo>
                  <a:pt x="88" y="13"/>
                  <a:pt x="100" y="9"/>
                  <a:pt x="112" y="7"/>
                </a:cubicBezTo>
                <a:lnTo>
                  <a:pt x="113" y="9"/>
                </a:lnTo>
                <a:cubicBezTo>
                  <a:pt x="89" y="15"/>
                  <a:pt x="67" y="24"/>
                  <a:pt x="46" y="36"/>
                </a:cubicBezTo>
                <a:lnTo>
                  <a:pt x="45" y="34"/>
                </a:lnTo>
                <a:cubicBezTo>
                  <a:pt x="55" y="28"/>
                  <a:pt x="66" y="23"/>
                  <a:pt x="77" y="18"/>
                </a:cubicBezTo>
                <a:moveTo>
                  <a:pt x="168" y="0"/>
                </a:moveTo>
                <a:lnTo>
                  <a:pt x="247" y="0"/>
                </a:lnTo>
                <a:lnTo>
                  <a:pt x="247" y="3"/>
                </a:lnTo>
                <a:lnTo>
                  <a:pt x="168" y="3"/>
                </a:lnTo>
                <a:cubicBezTo>
                  <a:pt x="165" y="3"/>
                  <a:pt x="162" y="3"/>
                  <a:pt x="159" y="3"/>
                </a:cubicBezTo>
                <a:lnTo>
                  <a:pt x="158" y="0"/>
                </a:lnTo>
                <a:cubicBezTo>
                  <a:pt x="162" y="0"/>
                  <a:pt x="165" y="0"/>
                  <a:pt x="168" y="0"/>
                </a:cubicBezTo>
                <a:moveTo>
                  <a:pt x="380" y="0"/>
                </a:moveTo>
                <a:lnTo>
                  <a:pt x="380" y="3"/>
                </a:lnTo>
                <a:lnTo>
                  <a:pt x="300" y="3"/>
                </a:lnTo>
                <a:lnTo>
                  <a:pt x="300" y="0"/>
                </a:lnTo>
                <a:lnTo>
                  <a:pt x="380" y="0"/>
                </a:lnTo>
                <a:moveTo>
                  <a:pt x="512" y="0"/>
                </a:moveTo>
                <a:lnTo>
                  <a:pt x="512" y="3"/>
                </a:lnTo>
                <a:lnTo>
                  <a:pt x="432" y="3"/>
                </a:lnTo>
                <a:lnTo>
                  <a:pt x="432" y="0"/>
                </a:lnTo>
                <a:lnTo>
                  <a:pt x="512" y="0"/>
                </a:lnTo>
                <a:moveTo>
                  <a:pt x="644" y="0"/>
                </a:moveTo>
                <a:lnTo>
                  <a:pt x="644" y="3"/>
                </a:lnTo>
                <a:lnTo>
                  <a:pt x="564" y="3"/>
                </a:lnTo>
                <a:lnTo>
                  <a:pt x="564" y="0"/>
                </a:lnTo>
                <a:lnTo>
                  <a:pt x="644" y="0"/>
                </a:lnTo>
                <a:moveTo>
                  <a:pt x="776" y="0"/>
                </a:moveTo>
                <a:lnTo>
                  <a:pt x="776" y="3"/>
                </a:lnTo>
                <a:lnTo>
                  <a:pt x="696" y="3"/>
                </a:lnTo>
                <a:lnTo>
                  <a:pt x="696" y="0"/>
                </a:lnTo>
                <a:lnTo>
                  <a:pt x="776" y="0"/>
                </a:lnTo>
                <a:moveTo>
                  <a:pt x="908" y="0"/>
                </a:moveTo>
                <a:lnTo>
                  <a:pt x="908" y="3"/>
                </a:lnTo>
                <a:lnTo>
                  <a:pt x="828" y="3"/>
                </a:lnTo>
                <a:lnTo>
                  <a:pt x="828" y="0"/>
                </a:lnTo>
                <a:lnTo>
                  <a:pt x="908" y="0"/>
                </a:lnTo>
                <a:moveTo>
                  <a:pt x="1041" y="0"/>
                </a:moveTo>
                <a:lnTo>
                  <a:pt x="1041" y="3"/>
                </a:lnTo>
                <a:lnTo>
                  <a:pt x="960" y="3"/>
                </a:lnTo>
                <a:lnTo>
                  <a:pt x="960" y="0"/>
                </a:lnTo>
                <a:lnTo>
                  <a:pt x="1041" y="0"/>
                </a:lnTo>
                <a:moveTo>
                  <a:pt x="1173" y="0"/>
                </a:moveTo>
                <a:lnTo>
                  <a:pt x="1173" y="3"/>
                </a:lnTo>
                <a:lnTo>
                  <a:pt x="1093" y="3"/>
                </a:lnTo>
                <a:lnTo>
                  <a:pt x="1093" y="0"/>
                </a:lnTo>
                <a:lnTo>
                  <a:pt x="1173" y="0"/>
                </a:lnTo>
                <a:moveTo>
                  <a:pt x="1305" y="0"/>
                </a:moveTo>
                <a:lnTo>
                  <a:pt x="1305" y="3"/>
                </a:lnTo>
                <a:lnTo>
                  <a:pt x="1225" y="3"/>
                </a:lnTo>
                <a:lnTo>
                  <a:pt x="1225" y="0"/>
                </a:lnTo>
                <a:lnTo>
                  <a:pt x="1305" y="0"/>
                </a:lnTo>
                <a:moveTo>
                  <a:pt x="1437" y="0"/>
                </a:moveTo>
                <a:lnTo>
                  <a:pt x="1437" y="3"/>
                </a:lnTo>
                <a:lnTo>
                  <a:pt x="1358" y="3"/>
                </a:lnTo>
                <a:lnTo>
                  <a:pt x="1358" y="0"/>
                </a:lnTo>
                <a:lnTo>
                  <a:pt x="1437" y="0"/>
                </a:lnTo>
                <a:moveTo>
                  <a:pt x="1569" y="0"/>
                </a:moveTo>
                <a:lnTo>
                  <a:pt x="1569" y="3"/>
                </a:lnTo>
                <a:lnTo>
                  <a:pt x="1490" y="3"/>
                </a:lnTo>
                <a:lnTo>
                  <a:pt x="1490" y="0"/>
                </a:lnTo>
                <a:lnTo>
                  <a:pt x="1569" y="0"/>
                </a:lnTo>
                <a:moveTo>
                  <a:pt x="1701" y="0"/>
                </a:moveTo>
                <a:lnTo>
                  <a:pt x="1701" y="3"/>
                </a:lnTo>
                <a:lnTo>
                  <a:pt x="1622" y="3"/>
                </a:lnTo>
                <a:lnTo>
                  <a:pt x="1622" y="0"/>
                </a:lnTo>
                <a:lnTo>
                  <a:pt x="1701" y="0"/>
                </a:lnTo>
                <a:moveTo>
                  <a:pt x="1833" y="0"/>
                </a:moveTo>
                <a:lnTo>
                  <a:pt x="1833" y="3"/>
                </a:lnTo>
                <a:lnTo>
                  <a:pt x="1754" y="3"/>
                </a:lnTo>
                <a:lnTo>
                  <a:pt x="1754" y="0"/>
                </a:lnTo>
                <a:lnTo>
                  <a:pt x="1833" y="0"/>
                </a:lnTo>
                <a:moveTo>
                  <a:pt x="1965" y="0"/>
                </a:moveTo>
                <a:lnTo>
                  <a:pt x="1965" y="3"/>
                </a:lnTo>
                <a:lnTo>
                  <a:pt x="1886" y="3"/>
                </a:lnTo>
                <a:lnTo>
                  <a:pt x="1886" y="0"/>
                </a:lnTo>
                <a:lnTo>
                  <a:pt x="1965" y="0"/>
                </a:lnTo>
                <a:moveTo>
                  <a:pt x="2097" y="0"/>
                </a:moveTo>
                <a:lnTo>
                  <a:pt x="2097" y="3"/>
                </a:lnTo>
                <a:lnTo>
                  <a:pt x="2018" y="3"/>
                </a:lnTo>
                <a:lnTo>
                  <a:pt x="2018" y="0"/>
                </a:lnTo>
                <a:lnTo>
                  <a:pt x="2097" y="0"/>
                </a:lnTo>
                <a:moveTo>
                  <a:pt x="2229" y="0"/>
                </a:moveTo>
                <a:lnTo>
                  <a:pt x="2229" y="3"/>
                </a:lnTo>
                <a:lnTo>
                  <a:pt x="2150" y="3"/>
                </a:lnTo>
                <a:lnTo>
                  <a:pt x="2150" y="0"/>
                </a:lnTo>
                <a:lnTo>
                  <a:pt x="2229" y="0"/>
                </a:lnTo>
                <a:moveTo>
                  <a:pt x="2361" y="0"/>
                </a:moveTo>
                <a:lnTo>
                  <a:pt x="2361" y="3"/>
                </a:lnTo>
                <a:lnTo>
                  <a:pt x="2282" y="3"/>
                </a:lnTo>
                <a:lnTo>
                  <a:pt x="2282" y="0"/>
                </a:lnTo>
                <a:lnTo>
                  <a:pt x="2361" y="0"/>
                </a:lnTo>
                <a:moveTo>
                  <a:pt x="2493" y="0"/>
                </a:moveTo>
                <a:lnTo>
                  <a:pt x="2493" y="3"/>
                </a:lnTo>
                <a:lnTo>
                  <a:pt x="2414" y="3"/>
                </a:lnTo>
                <a:lnTo>
                  <a:pt x="2414" y="0"/>
                </a:lnTo>
                <a:lnTo>
                  <a:pt x="2493" y="0"/>
                </a:lnTo>
                <a:moveTo>
                  <a:pt x="2625" y="0"/>
                </a:moveTo>
                <a:lnTo>
                  <a:pt x="2625" y="3"/>
                </a:lnTo>
                <a:lnTo>
                  <a:pt x="2546" y="3"/>
                </a:lnTo>
                <a:lnTo>
                  <a:pt x="2546" y="0"/>
                </a:lnTo>
                <a:lnTo>
                  <a:pt x="2625" y="0"/>
                </a:lnTo>
                <a:moveTo>
                  <a:pt x="2757" y="0"/>
                </a:moveTo>
                <a:lnTo>
                  <a:pt x="2757" y="3"/>
                </a:lnTo>
                <a:lnTo>
                  <a:pt x="2678" y="3"/>
                </a:lnTo>
                <a:lnTo>
                  <a:pt x="2678" y="0"/>
                </a:lnTo>
                <a:lnTo>
                  <a:pt x="2757" y="0"/>
                </a:lnTo>
                <a:moveTo>
                  <a:pt x="2889" y="0"/>
                </a:moveTo>
                <a:lnTo>
                  <a:pt x="2889" y="3"/>
                </a:lnTo>
                <a:lnTo>
                  <a:pt x="2810" y="3"/>
                </a:lnTo>
                <a:lnTo>
                  <a:pt x="2810" y="0"/>
                </a:lnTo>
                <a:lnTo>
                  <a:pt x="2889" y="0"/>
                </a:lnTo>
                <a:moveTo>
                  <a:pt x="3021" y="0"/>
                </a:moveTo>
                <a:lnTo>
                  <a:pt x="3021" y="3"/>
                </a:lnTo>
                <a:lnTo>
                  <a:pt x="2942" y="3"/>
                </a:lnTo>
                <a:lnTo>
                  <a:pt x="2942" y="0"/>
                </a:lnTo>
                <a:lnTo>
                  <a:pt x="3021" y="0"/>
                </a:lnTo>
                <a:moveTo>
                  <a:pt x="3153" y="0"/>
                </a:moveTo>
                <a:lnTo>
                  <a:pt x="3153" y="3"/>
                </a:lnTo>
                <a:lnTo>
                  <a:pt x="3074" y="3"/>
                </a:lnTo>
                <a:lnTo>
                  <a:pt x="3074" y="0"/>
                </a:lnTo>
                <a:lnTo>
                  <a:pt x="3153" y="0"/>
                </a:lnTo>
                <a:moveTo>
                  <a:pt x="3286" y="0"/>
                </a:moveTo>
                <a:lnTo>
                  <a:pt x="3286" y="3"/>
                </a:lnTo>
                <a:lnTo>
                  <a:pt x="3206" y="3"/>
                </a:lnTo>
                <a:lnTo>
                  <a:pt x="3206" y="0"/>
                </a:lnTo>
                <a:lnTo>
                  <a:pt x="3286" y="0"/>
                </a:lnTo>
                <a:moveTo>
                  <a:pt x="3418" y="0"/>
                </a:moveTo>
                <a:lnTo>
                  <a:pt x="3418" y="3"/>
                </a:lnTo>
                <a:lnTo>
                  <a:pt x="3338" y="3"/>
                </a:lnTo>
                <a:lnTo>
                  <a:pt x="3338" y="0"/>
                </a:lnTo>
                <a:lnTo>
                  <a:pt x="3418" y="0"/>
                </a:lnTo>
                <a:moveTo>
                  <a:pt x="3550" y="0"/>
                </a:moveTo>
                <a:lnTo>
                  <a:pt x="3550" y="3"/>
                </a:lnTo>
                <a:lnTo>
                  <a:pt x="3470" y="3"/>
                </a:lnTo>
                <a:lnTo>
                  <a:pt x="3470" y="0"/>
                </a:lnTo>
                <a:lnTo>
                  <a:pt x="3550" y="0"/>
                </a:lnTo>
                <a:moveTo>
                  <a:pt x="3682" y="0"/>
                </a:moveTo>
                <a:lnTo>
                  <a:pt x="3682" y="3"/>
                </a:lnTo>
                <a:lnTo>
                  <a:pt x="3602" y="3"/>
                </a:lnTo>
                <a:lnTo>
                  <a:pt x="3602" y="0"/>
                </a:lnTo>
                <a:lnTo>
                  <a:pt x="3682" y="0"/>
                </a:lnTo>
                <a:moveTo>
                  <a:pt x="3814" y="0"/>
                </a:moveTo>
                <a:lnTo>
                  <a:pt x="3814" y="3"/>
                </a:lnTo>
                <a:lnTo>
                  <a:pt x="3734" y="3"/>
                </a:lnTo>
                <a:lnTo>
                  <a:pt x="3734" y="0"/>
                </a:lnTo>
                <a:lnTo>
                  <a:pt x="3814" y="0"/>
                </a:lnTo>
                <a:moveTo>
                  <a:pt x="3946" y="0"/>
                </a:moveTo>
                <a:lnTo>
                  <a:pt x="3946" y="3"/>
                </a:lnTo>
                <a:lnTo>
                  <a:pt x="3866" y="3"/>
                </a:lnTo>
                <a:lnTo>
                  <a:pt x="3866" y="0"/>
                </a:lnTo>
                <a:lnTo>
                  <a:pt x="3946" y="0"/>
                </a:lnTo>
                <a:moveTo>
                  <a:pt x="4078" y="0"/>
                </a:moveTo>
                <a:lnTo>
                  <a:pt x="4078" y="3"/>
                </a:lnTo>
                <a:lnTo>
                  <a:pt x="3998" y="3"/>
                </a:lnTo>
                <a:lnTo>
                  <a:pt x="3998" y="0"/>
                </a:lnTo>
                <a:lnTo>
                  <a:pt x="4078" y="0"/>
                </a:lnTo>
                <a:moveTo>
                  <a:pt x="4210" y="0"/>
                </a:moveTo>
                <a:lnTo>
                  <a:pt x="4210" y="3"/>
                </a:lnTo>
                <a:lnTo>
                  <a:pt x="4130" y="3"/>
                </a:lnTo>
                <a:lnTo>
                  <a:pt x="4130" y="0"/>
                </a:lnTo>
                <a:lnTo>
                  <a:pt x="4210" y="0"/>
                </a:lnTo>
                <a:moveTo>
                  <a:pt x="4342" y="0"/>
                </a:moveTo>
                <a:lnTo>
                  <a:pt x="4342" y="3"/>
                </a:lnTo>
                <a:lnTo>
                  <a:pt x="4263" y="3"/>
                </a:lnTo>
                <a:lnTo>
                  <a:pt x="4263" y="0"/>
                </a:lnTo>
                <a:lnTo>
                  <a:pt x="4342" y="0"/>
                </a:lnTo>
                <a:moveTo>
                  <a:pt x="4474" y="0"/>
                </a:moveTo>
                <a:lnTo>
                  <a:pt x="4474" y="3"/>
                </a:lnTo>
                <a:lnTo>
                  <a:pt x="4395" y="3"/>
                </a:lnTo>
                <a:lnTo>
                  <a:pt x="4395" y="0"/>
                </a:lnTo>
                <a:lnTo>
                  <a:pt x="4474" y="0"/>
                </a:lnTo>
                <a:moveTo>
                  <a:pt x="4606" y="0"/>
                </a:moveTo>
                <a:lnTo>
                  <a:pt x="4606" y="3"/>
                </a:lnTo>
                <a:lnTo>
                  <a:pt x="4527" y="3"/>
                </a:lnTo>
                <a:lnTo>
                  <a:pt x="4527" y="0"/>
                </a:lnTo>
                <a:lnTo>
                  <a:pt x="4606" y="0"/>
                </a:lnTo>
                <a:moveTo>
                  <a:pt x="4738" y="0"/>
                </a:moveTo>
                <a:lnTo>
                  <a:pt x="4738" y="3"/>
                </a:lnTo>
                <a:lnTo>
                  <a:pt x="4659" y="3"/>
                </a:lnTo>
                <a:lnTo>
                  <a:pt x="4659" y="0"/>
                </a:lnTo>
                <a:lnTo>
                  <a:pt x="4738" y="0"/>
                </a:lnTo>
                <a:moveTo>
                  <a:pt x="4870" y="0"/>
                </a:moveTo>
                <a:lnTo>
                  <a:pt x="4870" y="3"/>
                </a:lnTo>
                <a:lnTo>
                  <a:pt x="4791" y="3"/>
                </a:lnTo>
                <a:lnTo>
                  <a:pt x="4791" y="0"/>
                </a:lnTo>
                <a:lnTo>
                  <a:pt x="4870" y="0"/>
                </a:lnTo>
                <a:moveTo>
                  <a:pt x="5002" y="0"/>
                </a:moveTo>
                <a:lnTo>
                  <a:pt x="5002" y="3"/>
                </a:lnTo>
                <a:lnTo>
                  <a:pt x="4923" y="3"/>
                </a:lnTo>
                <a:lnTo>
                  <a:pt x="4923" y="0"/>
                </a:lnTo>
                <a:lnTo>
                  <a:pt x="5002" y="0"/>
                </a:lnTo>
                <a:moveTo>
                  <a:pt x="5134" y="0"/>
                </a:moveTo>
                <a:lnTo>
                  <a:pt x="5134" y="3"/>
                </a:lnTo>
                <a:lnTo>
                  <a:pt x="5055" y="3"/>
                </a:lnTo>
                <a:lnTo>
                  <a:pt x="5055" y="0"/>
                </a:lnTo>
                <a:lnTo>
                  <a:pt x="5134" y="0"/>
                </a:lnTo>
                <a:moveTo>
                  <a:pt x="5266" y="0"/>
                </a:moveTo>
                <a:lnTo>
                  <a:pt x="5266" y="3"/>
                </a:lnTo>
                <a:lnTo>
                  <a:pt x="5187" y="3"/>
                </a:lnTo>
                <a:lnTo>
                  <a:pt x="5187" y="0"/>
                </a:lnTo>
                <a:lnTo>
                  <a:pt x="5266" y="0"/>
                </a:lnTo>
                <a:moveTo>
                  <a:pt x="5398" y="0"/>
                </a:moveTo>
                <a:lnTo>
                  <a:pt x="5398" y="3"/>
                </a:lnTo>
                <a:lnTo>
                  <a:pt x="5319" y="3"/>
                </a:lnTo>
                <a:lnTo>
                  <a:pt x="5319" y="0"/>
                </a:lnTo>
                <a:lnTo>
                  <a:pt x="5398" y="0"/>
                </a:lnTo>
                <a:moveTo>
                  <a:pt x="5530" y="0"/>
                </a:moveTo>
                <a:lnTo>
                  <a:pt x="5530" y="3"/>
                </a:lnTo>
                <a:lnTo>
                  <a:pt x="5451" y="3"/>
                </a:lnTo>
                <a:lnTo>
                  <a:pt x="5451" y="0"/>
                </a:lnTo>
                <a:lnTo>
                  <a:pt x="5530" y="0"/>
                </a:lnTo>
                <a:moveTo>
                  <a:pt x="5662" y="0"/>
                </a:moveTo>
                <a:lnTo>
                  <a:pt x="5662" y="3"/>
                </a:lnTo>
                <a:lnTo>
                  <a:pt x="5583" y="3"/>
                </a:lnTo>
                <a:lnTo>
                  <a:pt x="5583" y="0"/>
                </a:lnTo>
                <a:lnTo>
                  <a:pt x="5662" y="0"/>
                </a:lnTo>
                <a:moveTo>
                  <a:pt x="5794" y="0"/>
                </a:moveTo>
                <a:lnTo>
                  <a:pt x="5794" y="3"/>
                </a:lnTo>
                <a:lnTo>
                  <a:pt x="5715" y="3"/>
                </a:lnTo>
                <a:lnTo>
                  <a:pt x="5715" y="0"/>
                </a:lnTo>
                <a:lnTo>
                  <a:pt x="5794" y="0"/>
                </a:lnTo>
                <a:moveTo>
                  <a:pt x="5926" y="0"/>
                </a:moveTo>
                <a:lnTo>
                  <a:pt x="5926" y="3"/>
                </a:lnTo>
                <a:lnTo>
                  <a:pt x="5847" y="3"/>
                </a:lnTo>
                <a:lnTo>
                  <a:pt x="5847" y="0"/>
                </a:lnTo>
                <a:lnTo>
                  <a:pt x="5926" y="0"/>
                </a:lnTo>
                <a:moveTo>
                  <a:pt x="6058" y="0"/>
                </a:moveTo>
                <a:lnTo>
                  <a:pt x="6058" y="3"/>
                </a:lnTo>
                <a:lnTo>
                  <a:pt x="5979" y="3"/>
                </a:lnTo>
                <a:lnTo>
                  <a:pt x="5979" y="0"/>
                </a:lnTo>
                <a:lnTo>
                  <a:pt x="6058" y="0"/>
                </a:lnTo>
                <a:moveTo>
                  <a:pt x="6190" y="0"/>
                </a:moveTo>
                <a:lnTo>
                  <a:pt x="6190" y="3"/>
                </a:lnTo>
                <a:lnTo>
                  <a:pt x="6111" y="3"/>
                </a:lnTo>
                <a:lnTo>
                  <a:pt x="6111" y="0"/>
                </a:lnTo>
                <a:lnTo>
                  <a:pt x="6190" y="0"/>
                </a:lnTo>
                <a:moveTo>
                  <a:pt x="6323" y="0"/>
                </a:moveTo>
                <a:lnTo>
                  <a:pt x="6323" y="3"/>
                </a:lnTo>
                <a:lnTo>
                  <a:pt x="6243" y="3"/>
                </a:lnTo>
                <a:lnTo>
                  <a:pt x="6243" y="0"/>
                </a:lnTo>
                <a:lnTo>
                  <a:pt x="6323" y="0"/>
                </a:lnTo>
                <a:moveTo>
                  <a:pt x="6455" y="0"/>
                </a:moveTo>
                <a:lnTo>
                  <a:pt x="6455" y="3"/>
                </a:lnTo>
                <a:lnTo>
                  <a:pt x="6375" y="3"/>
                </a:lnTo>
                <a:lnTo>
                  <a:pt x="6375" y="0"/>
                </a:lnTo>
                <a:lnTo>
                  <a:pt x="6455" y="0"/>
                </a:lnTo>
                <a:moveTo>
                  <a:pt x="6587" y="0"/>
                </a:moveTo>
                <a:lnTo>
                  <a:pt x="6587" y="3"/>
                </a:lnTo>
                <a:lnTo>
                  <a:pt x="6507" y="3"/>
                </a:lnTo>
                <a:lnTo>
                  <a:pt x="6507" y="0"/>
                </a:lnTo>
                <a:lnTo>
                  <a:pt x="6587" y="0"/>
                </a:lnTo>
                <a:moveTo>
                  <a:pt x="6719" y="0"/>
                </a:moveTo>
                <a:lnTo>
                  <a:pt x="6719" y="3"/>
                </a:lnTo>
                <a:lnTo>
                  <a:pt x="6639" y="3"/>
                </a:lnTo>
                <a:lnTo>
                  <a:pt x="6639" y="0"/>
                </a:lnTo>
                <a:lnTo>
                  <a:pt x="6719" y="0"/>
                </a:lnTo>
                <a:moveTo>
                  <a:pt x="6851" y="0"/>
                </a:moveTo>
                <a:lnTo>
                  <a:pt x="6851" y="3"/>
                </a:lnTo>
                <a:lnTo>
                  <a:pt x="6771" y="3"/>
                </a:lnTo>
                <a:lnTo>
                  <a:pt x="6771" y="0"/>
                </a:lnTo>
                <a:lnTo>
                  <a:pt x="6851" y="0"/>
                </a:lnTo>
                <a:moveTo>
                  <a:pt x="6983" y="0"/>
                </a:moveTo>
                <a:lnTo>
                  <a:pt x="6983" y="3"/>
                </a:lnTo>
                <a:lnTo>
                  <a:pt x="6903" y="3"/>
                </a:lnTo>
                <a:lnTo>
                  <a:pt x="6903" y="0"/>
                </a:lnTo>
                <a:lnTo>
                  <a:pt x="6983" y="0"/>
                </a:lnTo>
                <a:moveTo>
                  <a:pt x="7115" y="0"/>
                </a:moveTo>
                <a:lnTo>
                  <a:pt x="7115" y="3"/>
                </a:lnTo>
                <a:lnTo>
                  <a:pt x="7035" y="3"/>
                </a:lnTo>
                <a:lnTo>
                  <a:pt x="7035" y="0"/>
                </a:lnTo>
                <a:lnTo>
                  <a:pt x="7115" y="0"/>
                </a:lnTo>
                <a:moveTo>
                  <a:pt x="7247" y="0"/>
                </a:moveTo>
                <a:lnTo>
                  <a:pt x="7247" y="3"/>
                </a:lnTo>
                <a:lnTo>
                  <a:pt x="7167" y="3"/>
                </a:lnTo>
                <a:lnTo>
                  <a:pt x="7167" y="0"/>
                </a:lnTo>
                <a:lnTo>
                  <a:pt x="7247" y="0"/>
                </a:lnTo>
                <a:moveTo>
                  <a:pt x="7379" y="0"/>
                </a:moveTo>
                <a:lnTo>
                  <a:pt x="7379" y="3"/>
                </a:lnTo>
                <a:lnTo>
                  <a:pt x="7300" y="3"/>
                </a:lnTo>
                <a:lnTo>
                  <a:pt x="7300" y="0"/>
                </a:lnTo>
                <a:lnTo>
                  <a:pt x="7379" y="0"/>
                </a:lnTo>
                <a:moveTo>
                  <a:pt x="7511" y="0"/>
                </a:moveTo>
                <a:lnTo>
                  <a:pt x="7511" y="3"/>
                </a:lnTo>
                <a:lnTo>
                  <a:pt x="7432" y="3"/>
                </a:lnTo>
                <a:lnTo>
                  <a:pt x="7432" y="0"/>
                </a:lnTo>
                <a:lnTo>
                  <a:pt x="7511" y="0"/>
                </a:lnTo>
                <a:moveTo>
                  <a:pt x="7643" y="0"/>
                </a:moveTo>
                <a:lnTo>
                  <a:pt x="7643" y="3"/>
                </a:lnTo>
                <a:lnTo>
                  <a:pt x="7564" y="3"/>
                </a:lnTo>
                <a:lnTo>
                  <a:pt x="7564" y="0"/>
                </a:lnTo>
                <a:lnTo>
                  <a:pt x="7643" y="0"/>
                </a:lnTo>
                <a:moveTo>
                  <a:pt x="7775" y="0"/>
                </a:moveTo>
                <a:lnTo>
                  <a:pt x="7775" y="3"/>
                </a:lnTo>
                <a:lnTo>
                  <a:pt x="7696" y="3"/>
                </a:lnTo>
                <a:lnTo>
                  <a:pt x="7696" y="0"/>
                </a:lnTo>
                <a:lnTo>
                  <a:pt x="7775" y="0"/>
                </a:lnTo>
                <a:moveTo>
                  <a:pt x="7907" y="0"/>
                </a:moveTo>
                <a:lnTo>
                  <a:pt x="7907" y="3"/>
                </a:lnTo>
                <a:lnTo>
                  <a:pt x="7828" y="3"/>
                </a:lnTo>
                <a:lnTo>
                  <a:pt x="7828" y="0"/>
                </a:lnTo>
                <a:lnTo>
                  <a:pt x="7907" y="0"/>
                </a:lnTo>
                <a:moveTo>
                  <a:pt x="8039" y="0"/>
                </a:moveTo>
                <a:lnTo>
                  <a:pt x="8039" y="3"/>
                </a:lnTo>
                <a:lnTo>
                  <a:pt x="7960" y="3"/>
                </a:lnTo>
                <a:lnTo>
                  <a:pt x="7960" y="0"/>
                </a:lnTo>
                <a:lnTo>
                  <a:pt x="8039" y="0"/>
                </a:lnTo>
                <a:moveTo>
                  <a:pt x="8171" y="0"/>
                </a:moveTo>
                <a:lnTo>
                  <a:pt x="8171" y="3"/>
                </a:lnTo>
                <a:lnTo>
                  <a:pt x="8092" y="3"/>
                </a:lnTo>
                <a:lnTo>
                  <a:pt x="8092" y="0"/>
                </a:lnTo>
                <a:lnTo>
                  <a:pt x="8171" y="0"/>
                </a:lnTo>
                <a:moveTo>
                  <a:pt x="8303" y="0"/>
                </a:moveTo>
                <a:lnTo>
                  <a:pt x="8303" y="3"/>
                </a:lnTo>
                <a:lnTo>
                  <a:pt x="8224" y="3"/>
                </a:lnTo>
                <a:lnTo>
                  <a:pt x="8224" y="0"/>
                </a:lnTo>
                <a:lnTo>
                  <a:pt x="8303" y="0"/>
                </a:lnTo>
                <a:moveTo>
                  <a:pt x="8435" y="0"/>
                </a:moveTo>
                <a:lnTo>
                  <a:pt x="8435" y="3"/>
                </a:lnTo>
                <a:lnTo>
                  <a:pt x="8356" y="3"/>
                </a:lnTo>
                <a:lnTo>
                  <a:pt x="8356" y="0"/>
                </a:lnTo>
                <a:lnTo>
                  <a:pt x="8435" y="0"/>
                </a:lnTo>
                <a:moveTo>
                  <a:pt x="8567" y="0"/>
                </a:moveTo>
                <a:lnTo>
                  <a:pt x="8567" y="3"/>
                </a:lnTo>
                <a:lnTo>
                  <a:pt x="8488" y="3"/>
                </a:lnTo>
                <a:lnTo>
                  <a:pt x="8488" y="0"/>
                </a:lnTo>
                <a:lnTo>
                  <a:pt x="8567" y="0"/>
                </a:lnTo>
                <a:moveTo>
                  <a:pt x="8699" y="0"/>
                </a:moveTo>
                <a:lnTo>
                  <a:pt x="8699" y="3"/>
                </a:lnTo>
                <a:lnTo>
                  <a:pt x="8620" y="3"/>
                </a:lnTo>
                <a:lnTo>
                  <a:pt x="8620" y="0"/>
                </a:lnTo>
                <a:lnTo>
                  <a:pt x="8699" y="0"/>
                </a:lnTo>
                <a:moveTo>
                  <a:pt x="8831" y="0"/>
                </a:moveTo>
                <a:lnTo>
                  <a:pt x="8831" y="3"/>
                </a:lnTo>
                <a:lnTo>
                  <a:pt x="8752" y="3"/>
                </a:lnTo>
                <a:lnTo>
                  <a:pt x="8752" y="0"/>
                </a:lnTo>
                <a:lnTo>
                  <a:pt x="8831" y="0"/>
                </a:lnTo>
                <a:moveTo>
                  <a:pt x="8963" y="0"/>
                </a:moveTo>
                <a:lnTo>
                  <a:pt x="8963" y="3"/>
                </a:lnTo>
                <a:lnTo>
                  <a:pt x="8884" y="3"/>
                </a:lnTo>
                <a:lnTo>
                  <a:pt x="8884" y="0"/>
                </a:lnTo>
                <a:lnTo>
                  <a:pt x="8963" y="0"/>
                </a:lnTo>
                <a:moveTo>
                  <a:pt x="9095" y="0"/>
                </a:moveTo>
                <a:lnTo>
                  <a:pt x="9095" y="3"/>
                </a:lnTo>
                <a:lnTo>
                  <a:pt x="9016" y="3"/>
                </a:lnTo>
                <a:lnTo>
                  <a:pt x="9016" y="0"/>
                </a:lnTo>
                <a:lnTo>
                  <a:pt x="9095" y="0"/>
                </a:lnTo>
                <a:moveTo>
                  <a:pt x="9228" y="0"/>
                </a:moveTo>
                <a:lnTo>
                  <a:pt x="9228" y="3"/>
                </a:lnTo>
                <a:lnTo>
                  <a:pt x="9148" y="3"/>
                </a:lnTo>
                <a:lnTo>
                  <a:pt x="9148" y="0"/>
                </a:lnTo>
                <a:lnTo>
                  <a:pt x="9228" y="0"/>
                </a:lnTo>
                <a:moveTo>
                  <a:pt x="9360" y="0"/>
                </a:moveTo>
                <a:lnTo>
                  <a:pt x="9360" y="3"/>
                </a:lnTo>
                <a:lnTo>
                  <a:pt x="9280" y="3"/>
                </a:lnTo>
                <a:lnTo>
                  <a:pt x="9280" y="0"/>
                </a:lnTo>
                <a:lnTo>
                  <a:pt x="9360" y="0"/>
                </a:lnTo>
                <a:moveTo>
                  <a:pt x="9492" y="0"/>
                </a:moveTo>
                <a:lnTo>
                  <a:pt x="9492" y="3"/>
                </a:lnTo>
                <a:lnTo>
                  <a:pt x="9412" y="3"/>
                </a:lnTo>
                <a:lnTo>
                  <a:pt x="9412" y="0"/>
                </a:lnTo>
                <a:lnTo>
                  <a:pt x="9492" y="0"/>
                </a:lnTo>
                <a:moveTo>
                  <a:pt x="9624" y="0"/>
                </a:moveTo>
                <a:lnTo>
                  <a:pt x="9624" y="3"/>
                </a:lnTo>
                <a:lnTo>
                  <a:pt x="9544" y="3"/>
                </a:lnTo>
                <a:lnTo>
                  <a:pt x="9544" y="0"/>
                </a:lnTo>
                <a:lnTo>
                  <a:pt x="9624" y="0"/>
                </a:lnTo>
                <a:moveTo>
                  <a:pt x="9756" y="0"/>
                </a:moveTo>
                <a:lnTo>
                  <a:pt x="9756" y="3"/>
                </a:lnTo>
                <a:lnTo>
                  <a:pt x="9676" y="3"/>
                </a:lnTo>
                <a:lnTo>
                  <a:pt x="9676" y="0"/>
                </a:lnTo>
                <a:lnTo>
                  <a:pt x="9756" y="0"/>
                </a:lnTo>
                <a:moveTo>
                  <a:pt x="9888" y="0"/>
                </a:moveTo>
                <a:lnTo>
                  <a:pt x="9888" y="3"/>
                </a:lnTo>
                <a:lnTo>
                  <a:pt x="9808" y="3"/>
                </a:lnTo>
                <a:lnTo>
                  <a:pt x="9808" y="0"/>
                </a:lnTo>
                <a:lnTo>
                  <a:pt x="9888" y="0"/>
                </a:lnTo>
                <a:moveTo>
                  <a:pt x="10020" y="0"/>
                </a:moveTo>
                <a:lnTo>
                  <a:pt x="10020" y="3"/>
                </a:lnTo>
                <a:lnTo>
                  <a:pt x="9940" y="3"/>
                </a:lnTo>
                <a:lnTo>
                  <a:pt x="9940" y="0"/>
                </a:lnTo>
                <a:lnTo>
                  <a:pt x="10020" y="0"/>
                </a:lnTo>
                <a:moveTo>
                  <a:pt x="10152" y="0"/>
                </a:moveTo>
                <a:lnTo>
                  <a:pt x="10152" y="3"/>
                </a:lnTo>
                <a:lnTo>
                  <a:pt x="10072" y="3"/>
                </a:lnTo>
                <a:lnTo>
                  <a:pt x="10072" y="0"/>
                </a:lnTo>
                <a:lnTo>
                  <a:pt x="10152" y="0"/>
                </a:lnTo>
                <a:moveTo>
                  <a:pt x="10284" y="0"/>
                </a:moveTo>
                <a:lnTo>
                  <a:pt x="10284" y="3"/>
                </a:lnTo>
                <a:lnTo>
                  <a:pt x="10204" y="3"/>
                </a:lnTo>
                <a:lnTo>
                  <a:pt x="10204" y="0"/>
                </a:lnTo>
                <a:lnTo>
                  <a:pt x="10284" y="0"/>
                </a:lnTo>
                <a:moveTo>
                  <a:pt x="10416" y="0"/>
                </a:moveTo>
                <a:lnTo>
                  <a:pt x="10416" y="3"/>
                </a:lnTo>
                <a:lnTo>
                  <a:pt x="10337" y="3"/>
                </a:lnTo>
                <a:lnTo>
                  <a:pt x="10337" y="0"/>
                </a:lnTo>
                <a:lnTo>
                  <a:pt x="10416" y="0"/>
                </a:lnTo>
                <a:moveTo>
                  <a:pt x="10548" y="0"/>
                </a:moveTo>
                <a:lnTo>
                  <a:pt x="10548" y="3"/>
                </a:lnTo>
                <a:lnTo>
                  <a:pt x="10469" y="3"/>
                </a:lnTo>
                <a:lnTo>
                  <a:pt x="10469" y="0"/>
                </a:lnTo>
                <a:lnTo>
                  <a:pt x="10548" y="0"/>
                </a:lnTo>
                <a:moveTo>
                  <a:pt x="10680" y="0"/>
                </a:moveTo>
                <a:lnTo>
                  <a:pt x="10680" y="3"/>
                </a:lnTo>
                <a:lnTo>
                  <a:pt x="10601" y="3"/>
                </a:lnTo>
                <a:lnTo>
                  <a:pt x="10601" y="0"/>
                </a:lnTo>
                <a:lnTo>
                  <a:pt x="10680" y="0"/>
                </a:lnTo>
                <a:moveTo>
                  <a:pt x="10779" y="0"/>
                </a:moveTo>
                <a:cubicBezTo>
                  <a:pt x="10789" y="0"/>
                  <a:pt x="10798" y="0"/>
                  <a:pt x="10808" y="2"/>
                </a:cubicBezTo>
                <a:lnTo>
                  <a:pt x="10807" y="4"/>
                </a:lnTo>
                <a:cubicBezTo>
                  <a:pt x="10798" y="3"/>
                  <a:pt x="10788" y="3"/>
                  <a:pt x="10779" y="3"/>
                </a:cubicBezTo>
                <a:lnTo>
                  <a:pt x="10733" y="3"/>
                </a:lnTo>
                <a:lnTo>
                  <a:pt x="10733" y="0"/>
                </a:lnTo>
                <a:lnTo>
                  <a:pt x="10779" y="0"/>
                </a:lnTo>
                <a:moveTo>
                  <a:pt x="10870" y="18"/>
                </a:moveTo>
                <a:cubicBezTo>
                  <a:pt x="10887" y="25"/>
                  <a:pt x="10904" y="34"/>
                  <a:pt x="10919" y="45"/>
                </a:cubicBezTo>
                <a:lnTo>
                  <a:pt x="10917" y="47"/>
                </a:lnTo>
                <a:cubicBezTo>
                  <a:pt x="10898" y="33"/>
                  <a:pt x="10877" y="22"/>
                  <a:pt x="10854" y="15"/>
                </a:cubicBezTo>
                <a:lnTo>
                  <a:pt x="10855" y="12"/>
                </a:lnTo>
                <a:cubicBezTo>
                  <a:pt x="10860" y="14"/>
                  <a:pt x="10865" y="16"/>
                  <a:pt x="10870" y="18"/>
                </a:cubicBezTo>
                <a:close/>
              </a:path>
            </a:pathLst>
          </a:custGeom>
          <a:solidFill>
            <a:srgbClr val="AFAEA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02" name=""/>
          <p:cNvSpPr/>
          <p:nvPr/>
        </p:nvSpPr>
        <p:spPr>
          <a:xfrm>
            <a:off x="13410000" y="7651080"/>
            <a:ext cx="3929040" cy="26280"/>
          </a:xfrm>
          <a:custGeom>
            <a:avLst/>
            <a:gdLst/>
            <a:ahLst/>
            <a:rect l="0" t="0" r="r" b="b"/>
            <a:pathLst>
              <a:path w="10914" h="73">
                <a:moveTo>
                  <a:pt x="10914" y="2"/>
                </a:moveTo>
                <a:cubicBezTo>
                  <a:pt x="10911" y="6"/>
                  <a:pt x="10907" y="9"/>
                  <a:pt x="10904" y="13"/>
                </a:cubicBezTo>
                <a:lnTo>
                  <a:pt x="10902" y="10"/>
                </a:lnTo>
                <a:cubicBezTo>
                  <a:pt x="10905" y="7"/>
                  <a:pt x="10909" y="4"/>
                  <a:pt x="10912" y="0"/>
                </a:cubicBezTo>
                <a:lnTo>
                  <a:pt x="10914" y="2"/>
                </a:lnTo>
                <a:moveTo>
                  <a:pt x="10837" y="55"/>
                </a:moveTo>
                <a:cubicBezTo>
                  <a:pt x="10824" y="60"/>
                  <a:pt x="10811" y="64"/>
                  <a:pt x="10797" y="67"/>
                </a:cubicBezTo>
                <a:lnTo>
                  <a:pt x="10796" y="65"/>
                </a:lnTo>
                <a:cubicBezTo>
                  <a:pt x="10820" y="60"/>
                  <a:pt x="10842" y="51"/>
                  <a:pt x="10863" y="39"/>
                </a:cubicBezTo>
                <a:lnTo>
                  <a:pt x="10865" y="41"/>
                </a:lnTo>
                <a:cubicBezTo>
                  <a:pt x="10856" y="46"/>
                  <a:pt x="10847" y="51"/>
                  <a:pt x="10837" y="55"/>
                </a:cubicBezTo>
                <a:moveTo>
                  <a:pt x="10746" y="73"/>
                </a:moveTo>
                <a:lnTo>
                  <a:pt x="10672" y="73"/>
                </a:lnTo>
                <a:lnTo>
                  <a:pt x="10672" y="70"/>
                </a:lnTo>
                <a:lnTo>
                  <a:pt x="10746" y="70"/>
                </a:lnTo>
                <a:cubicBezTo>
                  <a:pt x="10747" y="70"/>
                  <a:pt x="10749" y="70"/>
                  <a:pt x="10751" y="70"/>
                </a:cubicBezTo>
                <a:lnTo>
                  <a:pt x="10751" y="73"/>
                </a:lnTo>
                <a:cubicBezTo>
                  <a:pt x="10749" y="73"/>
                  <a:pt x="10748" y="73"/>
                  <a:pt x="10746" y="73"/>
                </a:cubicBezTo>
                <a:moveTo>
                  <a:pt x="10540" y="73"/>
                </a:moveTo>
                <a:lnTo>
                  <a:pt x="10540" y="70"/>
                </a:lnTo>
                <a:lnTo>
                  <a:pt x="10620" y="70"/>
                </a:lnTo>
                <a:lnTo>
                  <a:pt x="10620" y="73"/>
                </a:lnTo>
                <a:lnTo>
                  <a:pt x="10540" y="73"/>
                </a:lnTo>
                <a:moveTo>
                  <a:pt x="10408" y="73"/>
                </a:moveTo>
                <a:lnTo>
                  <a:pt x="10408" y="70"/>
                </a:lnTo>
                <a:lnTo>
                  <a:pt x="10487" y="70"/>
                </a:lnTo>
                <a:lnTo>
                  <a:pt x="10487" y="73"/>
                </a:lnTo>
                <a:lnTo>
                  <a:pt x="10408" y="73"/>
                </a:lnTo>
                <a:moveTo>
                  <a:pt x="10276" y="73"/>
                </a:moveTo>
                <a:lnTo>
                  <a:pt x="10276" y="70"/>
                </a:lnTo>
                <a:lnTo>
                  <a:pt x="10355" y="70"/>
                </a:lnTo>
                <a:lnTo>
                  <a:pt x="10355" y="73"/>
                </a:lnTo>
                <a:lnTo>
                  <a:pt x="10276" y="73"/>
                </a:lnTo>
                <a:moveTo>
                  <a:pt x="10144" y="73"/>
                </a:moveTo>
                <a:lnTo>
                  <a:pt x="10144" y="70"/>
                </a:lnTo>
                <a:lnTo>
                  <a:pt x="10223" y="70"/>
                </a:lnTo>
                <a:lnTo>
                  <a:pt x="10223" y="73"/>
                </a:lnTo>
                <a:lnTo>
                  <a:pt x="10144" y="73"/>
                </a:lnTo>
                <a:moveTo>
                  <a:pt x="10012" y="73"/>
                </a:moveTo>
                <a:lnTo>
                  <a:pt x="10012" y="70"/>
                </a:lnTo>
                <a:lnTo>
                  <a:pt x="10091" y="70"/>
                </a:lnTo>
                <a:lnTo>
                  <a:pt x="10091" y="73"/>
                </a:lnTo>
                <a:lnTo>
                  <a:pt x="10012" y="73"/>
                </a:lnTo>
                <a:moveTo>
                  <a:pt x="9880" y="73"/>
                </a:moveTo>
                <a:lnTo>
                  <a:pt x="9880" y="70"/>
                </a:lnTo>
                <a:lnTo>
                  <a:pt x="9959" y="70"/>
                </a:lnTo>
                <a:lnTo>
                  <a:pt x="9959" y="73"/>
                </a:lnTo>
                <a:lnTo>
                  <a:pt x="9880" y="73"/>
                </a:lnTo>
                <a:moveTo>
                  <a:pt x="9748" y="73"/>
                </a:moveTo>
                <a:lnTo>
                  <a:pt x="9748" y="70"/>
                </a:lnTo>
                <a:lnTo>
                  <a:pt x="9827" y="70"/>
                </a:lnTo>
                <a:lnTo>
                  <a:pt x="9827" y="73"/>
                </a:lnTo>
                <a:lnTo>
                  <a:pt x="9748" y="73"/>
                </a:lnTo>
                <a:moveTo>
                  <a:pt x="9616" y="73"/>
                </a:moveTo>
                <a:lnTo>
                  <a:pt x="9616" y="70"/>
                </a:lnTo>
                <a:lnTo>
                  <a:pt x="9695" y="70"/>
                </a:lnTo>
                <a:lnTo>
                  <a:pt x="9695" y="73"/>
                </a:lnTo>
                <a:lnTo>
                  <a:pt x="9616" y="73"/>
                </a:lnTo>
                <a:moveTo>
                  <a:pt x="9484" y="73"/>
                </a:moveTo>
                <a:lnTo>
                  <a:pt x="9484" y="70"/>
                </a:lnTo>
                <a:lnTo>
                  <a:pt x="9563" y="70"/>
                </a:lnTo>
                <a:lnTo>
                  <a:pt x="9563" y="73"/>
                </a:lnTo>
                <a:lnTo>
                  <a:pt x="9484" y="73"/>
                </a:lnTo>
                <a:moveTo>
                  <a:pt x="9352" y="73"/>
                </a:moveTo>
                <a:lnTo>
                  <a:pt x="9352" y="70"/>
                </a:lnTo>
                <a:lnTo>
                  <a:pt x="9431" y="70"/>
                </a:lnTo>
                <a:lnTo>
                  <a:pt x="9431" y="73"/>
                </a:lnTo>
                <a:lnTo>
                  <a:pt x="9352" y="73"/>
                </a:lnTo>
                <a:moveTo>
                  <a:pt x="9220" y="73"/>
                </a:moveTo>
                <a:lnTo>
                  <a:pt x="9220" y="70"/>
                </a:lnTo>
                <a:lnTo>
                  <a:pt x="9299" y="70"/>
                </a:lnTo>
                <a:lnTo>
                  <a:pt x="9299" y="73"/>
                </a:lnTo>
                <a:lnTo>
                  <a:pt x="9220" y="73"/>
                </a:lnTo>
                <a:moveTo>
                  <a:pt x="9088" y="73"/>
                </a:moveTo>
                <a:lnTo>
                  <a:pt x="9088" y="70"/>
                </a:lnTo>
                <a:lnTo>
                  <a:pt x="9167" y="70"/>
                </a:lnTo>
                <a:lnTo>
                  <a:pt x="9167" y="73"/>
                </a:lnTo>
                <a:lnTo>
                  <a:pt x="9088" y="73"/>
                </a:lnTo>
                <a:moveTo>
                  <a:pt x="8956" y="73"/>
                </a:moveTo>
                <a:lnTo>
                  <a:pt x="8956" y="70"/>
                </a:lnTo>
                <a:lnTo>
                  <a:pt x="9035" y="70"/>
                </a:lnTo>
                <a:lnTo>
                  <a:pt x="9035" y="73"/>
                </a:lnTo>
                <a:lnTo>
                  <a:pt x="8956" y="73"/>
                </a:lnTo>
                <a:moveTo>
                  <a:pt x="8824" y="73"/>
                </a:moveTo>
                <a:lnTo>
                  <a:pt x="8824" y="70"/>
                </a:lnTo>
                <a:lnTo>
                  <a:pt x="8903" y="70"/>
                </a:lnTo>
                <a:lnTo>
                  <a:pt x="8903" y="73"/>
                </a:lnTo>
                <a:lnTo>
                  <a:pt x="8824" y="73"/>
                </a:lnTo>
                <a:moveTo>
                  <a:pt x="8692" y="73"/>
                </a:moveTo>
                <a:lnTo>
                  <a:pt x="8692" y="70"/>
                </a:lnTo>
                <a:lnTo>
                  <a:pt x="8771" y="70"/>
                </a:lnTo>
                <a:lnTo>
                  <a:pt x="8771" y="73"/>
                </a:lnTo>
                <a:lnTo>
                  <a:pt x="8692" y="73"/>
                </a:lnTo>
                <a:moveTo>
                  <a:pt x="8559" y="73"/>
                </a:moveTo>
                <a:lnTo>
                  <a:pt x="8559" y="70"/>
                </a:lnTo>
                <a:lnTo>
                  <a:pt x="8639" y="70"/>
                </a:lnTo>
                <a:lnTo>
                  <a:pt x="8639" y="73"/>
                </a:lnTo>
                <a:lnTo>
                  <a:pt x="8559" y="73"/>
                </a:lnTo>
                <a:moveTo>
                  <a:pt x="8427" y="73"/>
                </a:moveTo>
                <a:lnTo>
                  <a:pt x="8427" y="70"/>
                </a:lnTo>
                <a:lnTo>
                  <a:pt x="8507" y="70"/>
                </a:lnTo>
                <a:lnTo>
                  <a:pt x="8507" y="73"/>
                </a:lnTo>
                <a:lnTo>
                  <a:pt x="8427" y="73"/>
                </a:lnTo>
                <a:moveTo>
                  <a:pt x="8295" y="73"/>
                </a:moveTo>
                <a:lnTo>
                  <a:pt x="8295" y="70"/>
                </a:lnTo>
                <a:lnTo>
                  <a:pt x="8375" y="70"/>
                </a:lnTo>
                <a:lnTo>
                  <a:pt x="8375" y="73"/>
                </a:lnTo>
                <a:lnTo>
                  <a:pt x="8295" y="73"/>
                </a:lnTo>
                <a:moveTo>
                  <a:pt x="8163" y="73"/>
                </a:moveTo>
                <a:lnTo>
                  <a:pt x="8163" y="70"/>
                </a:lnTo>
                <a:lnTo>
                  <a:pt x="8243" y="70"/>
                </a:lnTo>
                <a:lnTo>
                  <a:pt x="8243" y="73"/>
                </a:lnTo>
                <a:lnTo>
                  <a:pt x="8163" y="73"/>
                </a:lnTo>
                <a:moveTo>
                  <a:pt x="8031" y="73"/>
                </a:moveTo>
                <a:lnTo>
                  <a:pt x="8031" y="70"/>
                </a:lnTo>
                <a:lnTo>
                  <a:pt x="8111" y="70"/>
                </a:lnTo>
                <a:lnTo>
                  <a:pt x="8111" y="73"/>
                </a:lnTo>
                <a:lnTo>
                  <a:pt x="8031" y="73"/>
                </a:lnTo>
                <a:moveTo>
                  <a:pt x="7899" y="73"/>
                </a:moveTo>
                <a:lnTo>
                  <a:pt x="7899" y="70"/>
                </a:lnTo>
                <a:lnTo>
                  <a:pt x="7979" y="70"/>
                </a:lnTo>
                <a:lnTo>
                  <a:pt x="7979" y="73"/>
                </a:lnTo>
                <a:lnTo>
                  <a:pt x="7899" y="73"/>
                </a:lnTo>
                <a:moveTo>
                  <a:pt x="7767" y="73"/>
                </a:moveTo>
                <a:lnTo>
                  <a:pt x="7767" y="70"/>
                </a:lnTo>
                <a:lnTo>
                  <a:pt x="7847" y="70"/>
                </a:lnTo>
                <a:lnTo>
                  <a:pt x="7847" y="73"/>
                </a:lnTo>
                <a:lnTo>
                  <a:pt x="7767" y="73"/>
                </a:lnTo>
                <a:moveTo>
                  <a:pt x="7635" y="73"/>
                </a:moveTo>
                <a:lnTo>
                  <a:pt x="7635" y="70"/>
                </a:lnTo>
                <a:lnTo>
                  <a:pt x="7715" y="70"/>
                </a:lnTo>
                <a:lnTo>
                  <a:pt x="7715" y="73"/>
                </a:lnTo>
                <a:lnTo>
                  <a:pt x="7635" y="73"/>
                </a:lnTo>
                <a:moveTo>
                  <a:pt x="7503" y="73"/>
                </a:moveTo>
                <a:lnTo>
                  <a:pt x="7503" y="70"/>
                </a:lnTo>
                <a:lnTo>
                  <a:pt x="7582" y="70"/>
                </a:lnTo>
                <a:lnTo>
                  <a:pt x="7582" y="73"/>
                </a:lnTo>
                <a:lnTo>
                  <a:pt x="7503" y="73"/>
                </a:lnTo>
                <a:moveTo>
                  <a:pt x="7371" y="73"/>
                </a:moveTo>
                <a:lnTo>
                  <a:pt x="7371" y="70"/>
                </a:lnTo>
                <a:lnTo>
                  <a:pt x="7450" y="70"/>
                </a:lnTo>
                <a:lnTo>
                  <a:pt x="7450" y="73"/>
                </a:lnTo>
                <a:lnTo>
                  <a:pt x="7371" y="73"/>
                </a:lnTo>
                <a:moveTo>
                  <a:pt x="7239" y="73"/>
                </a:moveTo>
                <a:lnTo>
                  <a:pt x="7239" y="70"/>
                </a:lnTo>
                <a:lnTo>
                  <a:pt x="7318" y="70"/>
                </a:lnTo>
                <a:lnTo>
                  <a:pt x="7318" y="73"/>
                </a:lnTo>
                <a:lnTo>
                  <a:pt x="7239" y="73"/>
                </a:lnTo>
                <a:moveTo>
                  <a:pt x="7107" y="73"/>
                </a:moveTo>
                <a:lnTo>
                  <a:pt x="7107" y="70"/>
                </a:lnTo>
                <a:lnTo>
                  <a:pt x="7186" y="70"/>
                </a:lnTo>
                <a:lnTo>
                  <a:pt x="7186" y="73"/>
                </a:lnTo>
                <a:lnTo>
                  <a:pt x="7107" y="73"/>
                </a:lnTo>
                <a:moveTo>
                  <a:pt x="6975" y="73"/>
                </a:moveTo>
                <a:lnTo>
                  <a:pt x="6975" y="70"/>
                </a:lnTo>
                <a:lnTo>
                  <a:pt x="7054" y="70"/>
                </a:lnTo>
                <a:lnTo>
                  <a:pt x="7054" y="73"/>
                </a:lnTo>
                <a:lnTo>
                  <a:pt x="6975" y="73"/>
                </a:lnTo>
                <a:moveTo>
                  <a:pt x="6843" y="73"/>
                </a:moveTo>
                <a:lnTo>
                  <a:pt x="6843" y="70"/>
                </a:lnTo>
                <a:lnTo>
                  <a:pt x="6922" y="70"/>
                </a:lnTo>
                <a:lnTo>
                  <a:pt x="6922" y="73"/>
                </a:lnTo>
                <a:lnTo>
                  <a:pt x="6843" y="73"/>
                </a:lnTo>
                <a:moveTo>
                  <a:pt x="6711" y="73"/>
                </a:moveTo>
                <a:lnTo>
                  <a:pt x="6711" y="70"/>
                </a:lnTo>
                <a:lnTo>
                  <a:pt x="6790" y="70"/>
                </a:lnTo>
                <a:lnTo>
                  <a:pt x="6790" y="73"/>
                </a:lnTo>
                <a:lnTo>
                  <a:pt x="6711" y="73"/>
                </a:lnTo>
                <a:moveTo>
                  <a:pt x="6579" y="73"/>
                </a:moveTo>
                <a:lnTo>
                  <a:pt x="6579" y="70"/>
                </a:lnTo>
                <a:lnTo>
                  <a:pt x="6658" y="70"/>
                </a:lnTo>
                <a:lnTo>
                  <a:pt x="6658" y="73"/>
                </a:lnTo>
                <a:lnTo>
                  <a:pt x="6579" y="73"/>
                </a:lnTo>
                <a:moveTo>
                  <a:pt x="6447" y="73"/>
                </a:moveTo>
                <a:lnTo>
                  <a:pt x="6447" y="70"/>
                </a:lnTo>
                <a:lnTo>
                  <a:pt x="6526" y="70"/>
                </a:lnTo>
                <a:lnTo>
                  <a:pt x="6526" y="73"/>
                </a:lnTo>
                <a:lnTo>
                  <a:pt x="6447" y="73"/>
                </a:lnTo>
                <a:moveTo>
                  <a:pt x="6315" y="73"/>
                </a:moveTo>
                <a:lnTo>
                  <a:pt x="6315" y="70"/>
                </a:lnTo>
                <a:lnTo>
                  <a:pt x="6394" y="70"/>
                </a:lnTo>
                <a:lnTo>
                  <a:pt x="6394" y="73"/>
                </a:lnTo>
                <a:lnTo>
                  <a:pt x="6315" y="73"/>
                </a:lnTo>
                <a:moveTo>
                  <a:pt x="6183" y="73"/>
                </a:moveTo>
                <a:lnTo>
                  <a:pt x="6183" y="70"/>
                </a:lnTo>
                <a:lnTo>
                  <a:pt x="6262" y="70"/>
                </a:lnTo>
                <a:lnTo>
                  <a:pt x="6262" y="73"/>
                </a:lnTo>
                <a:lnTo>
                  <a:pt x="6183" y="73"/>
                </a:lnTo>
                <a:moveTo>
                  <a:pt x="6051" y="73"/>
                </a:moveTo>
                <a:lnTo>
                  <a:pt x="6051" y="70"/>
                </a:lnTo>
                <a:lnTo>
                  <a:pt x="6130" y="70"/>
                </a:lnTo>
                <a:lnTo>
                  <a:pt x="6130" y="73"/>
                </a:lnTo>
                <a:lnTo>
                  <a:pt x="6051" y="73"/>
                </a:lnTo>
                <a:moveTo>
                  <a:pt x="5919" y="73"/>
                </a:moveTo>
                <a:lnTo>
                  <a:pt x="5919" y="70"/>
                </a:lnTo>
                <a:lnTo>
                  <a:pt x="5998" y="70"/>
                </a:lnTo>
                <a:lnTo>
                  <a:pt x="5998" y="73"/>
                </a:lnTo>
                <a:lnTo>
                  <a:pt x="5919" y="73"/>
                </a:lnTo>
                <a:moveTo>
                  <a:pt x="5787" y="73"/>
                </a:moveTo>
                <a:lnTo>
                  <a:pt x="5787" y="70"/>
                </a:lnTo>
                <a:lnTo>
                  <a:pt x="5866" y="70"/>
                </a:lnTo>
                <a:lnTo>
                  <a:pt x="5866" y="73"/>
                </a:lnTo>
                <a:lnTo>
                  <a:pt x="5787" y="73"/>
                </a:lnTo>
                <a:moveTo>
                  <a:pt x="5655" y="73"/>
                </a:moveTo>
                <a:lnTo>
                  <a:pt x="5655" y="70"/>
                </a:lnTo>
                <a:lnTo>
                  <a:pt x="5734" y="70"/>
                </a:lnTo>
                <a:lnTo>
                  <a:pt x="5734" y="73"/>
                </a:lnTo>
                <a:lnTo>
                  <a:pt x="5655" y="73"/>
                </a:lnTo>
                <a:moveTo>
                  <a:pt x="5522" y="73"/>
                </a:moveTo>
                <a:lnTo>
                  <a:pt x="5522" y="70"/>
                </a:lnTo>
                <a:lnTo>
                  <a:pt x="5602" y="70"/>
                </a:lnTo>
                <a:lnTo>
                  <a:pt x="5602" y="73"/>
                </a:lnTo>
                <a:lnTo>
                  <a:pt x="5522" y="73"/>
                </a:lnTo>
                <a:moveTo>
                  <a:pt x="5390" y="73"/>
                </a:moveTo>
                <a:lnTo>
                  <a:pt x="5390" y="70"/>
                </a:lnTo>
                <a:lnTo>
                  <a:pt x="5470" y="70"/>
                </a:lnTo>
                <a:lnTo>
                  <a:pt x="5470" y="73"/>
                </a:lnTo>
                <a:lnTo>
                  <a:pt x="5390" y="73"/>
                </a:lnTo>
                <a:moveTo>
                  <a:pt x="5258" y="73"/>
                </a:moveTo>
                <a:lnTo>
                  <a:pt x="5258" y="70"/>
                </a:lnTo>
                <a:lnTo>
                  <a:pt x="5338" y="70"/>
                </a:lnTo>
                <a:lnTo>
                  <a:pt x="5338" y="73"/>
                </a:lnTo>
                <a:lnTo>
                  <a:pt x="5258" y="73"/>
                </a:lnTo>
                <a:moveTo>
                  <a:pt x="5126" y="73"/>
                </a:moveTo>
                <a:lnTo>
                  <a:pt x="5126" y="70"/>
                </a:lnTo>
                <a:lnTo>
                  <a:pt x="5206" y="70"/>
                </a:lnTo>
                <a:lnTo>
                  <a:pt x="5206" y="73"/>
                </a:lnTo>
                <a:lnTo>
                  <a:pt x="5126" y="73"/>
                </a:lnTo>
                <a:moveTo>
                  <a:pt x="4994" y="73"/>
                </a:moveTo>
                <a:lnTo>
                  <a:pt x="4994" y="70"/>
                </a:lnTo>
                <a:lnTo>
                  <a:pt x="5074" y="70"/>
                </a:lnTo>
                <a:lnTo>
                  <a:pt x="5074" y="73"/>
                </a:lnTo>
                <a:lnTo>
                  <a:pt x="4994" y="73"/>
                </a:lnTo>
                <a:moveTo>
                  <a:pt x="4862" y="73"/>
                </a:moveTo>
                <a:lnTo>
                  <a:pt x="4862" y="70"/>
                </a:lnTo>
                <a:lnTo>
                  <a:pt x="4942" y="70"/>
                </a:lnTo>
                <a:lnTo>
                  <a:pt x="4942" y="73"/>
                </a:lnTo>
                <a:lnTo>
                  <a:pt x="4862" y="73"/>
                </a:lnTo>
                <a:moveTo>
                  <a:pt x="4730" y="73"/>
                </a:moveTo>
                <a:lnTo>
                  <a:pt x="4730" y="70"/>
                </a:lnTo>
                <a:lnTo>
                  <a:pt x="4810" y="70"/>
                </a:lnTo>
                <a:lnTo>
                  <a:pt x="4810" y="73"/>
                </a:lnTo>
                <a:lnTo>
                  <a:pt x="4730" y="73"/>
                </a:lnTo>
                <a:moveTo>
                  <a:pt x="4598" y="73"/>
                </a:moveTo>
                <a:lnTo>
                  <a:pt x="4598" y="70"/>
                </a:lnTo>
                <a:lnTo>
                  <a:pt x="4678" y="70"/>
                </a:lnTo>
                <a:lnTo>
                  <a:pt x="4678" y="73"/>
                </a:lnTo>
                <a:lnTo>
                  <a:pt x="4598" y="73"/>
                </a:lnTo>
                <a:moveTo>
                  <a:pt x="4466" y="73"/>
                </a:moveTo>
                <a:lnTo>
                  <a:pt x="4466" y="70"/>
                </a:lnTo>
                <a:lnTo>
                  <a:pt x="4545" y="70"/>
                </a:lnTo>
                <a:lnTo>
                  <a:pt x="4545" y="73"/>
                </a:lnTo>
                <a:lnTo>
                  <a:pt x="4466" y="73"/>
                </a:lnTo>
                <a:moveTo>
                  <a:pt x="4334" y="73"/>
                </a:moveTo>
                <a:lnTo>
                  <a:pt x="4334" y="70"/>
                </a:lnTo>
                <a:lnTo>
                  <a:pt x="4413" y="70"/>
                </a:lnTo>
                <a:lnTo>
                  <a:pt x="4413" y="73"/>
                </a:lnTo>
                <a:lnTo>
                  <a:pt x="4334" y="73"/>
                </a:lnTo>
                <a:moveTo>
                  <a:pt x="4202" y="73"/>
                </a:moveTo>
                <a:lnTo>
                  <a:pt x="4202" y="70"/>
                </a:lnTo>
                <a:lnTo>
                  <a:pt x="4281" y="70"/>
                </a:lnTo>
                <a:lnTo>
                  <a:pt x="4281" y="73"/>
                </a:lnTo>
                <a:lnTo>
                  <a:pt x="4202" y="73"/>
                </a:lnTo>
                <a:moveTo>
                  <a:pt x="4070" y="73"/>
                </a:moveTo>
                <a:lnTo>
                  <a:pt x="4070" y="70"/>
                </a:lnTo>
                <a:lnTo>
                  <a:pt x="4149" y="70"/>
                </a:lnTo>
                <a:lnTo>
                  <a:pt x="4149" y="73"/>
                </a:lnTo>
                <a:lnTo>
                  <a:pt x="4070" y="73"/>
                </a:lnTo>
                <a:moveTo>
                  <a:pt x="3938" y="73"/>
                </a:moveTo>
                <a:lnTo>
                  <a:pt x="3938" y="70"/>
                </a:lnTo>
                <a:lnTo>
                  <a:pt x="4017" y="70"/>
                </a:lnTo>
                <a:lnTo>
                  <a:pt x="4017" y="73"/>
                </a:lnTo>
                <a:lnTo>
                  <a:pt x="3938" y="73"/>
                </a:lnTo>
                <a:moveTo>
                  <a:pt x="3806" y="73"/>
                </a:moveTo>
                <a:lnTo>
                  <a:pt x="3806" y="70"/>
                </a:lnTo>
                <a:lnTo>
                  <a:pt x="3885" y="70"/>
                </a:lnTo>
                <a:lnTo>
                  <a:pt x="3885" y="73"/>
                </a:lnTo>
                <a:lnTo>
                  <a:pt x="3806" y="73"/>
                </a:lnTo>
                <a:moveTo>
                  <a:pt x="3674" y="73"/>
                </a:moveTo>
                <a:lnTo>
                  <a:pt x="3674" y="70"/>
                </a:lnTo>
                <a:lnTo>
                  <a:pt x="3753" y="70"/>
                </a:lnTo>
                <a:lnTo>
                  <a:pt x="3753" y="73"/>
                </a:lnTo>
                <a:lnTo>
                  <a:pt x="3674" y="73"/>
                </a:lnTo>
                <a:moveTo>
                  <a:pt x="3542" y="73"/>
                </a:moveTo>
                <a:lnTo>
                  <a:pt x="3542" y="70"/>
                </a:lnTo>
                <a:lnTo>
                  <a:pt x="3621" y="70"/>
                </a:lnTo>
                <a:lnTo>
                  <a:pt x="3621" y="73"/>
                </a:lnTo>
                <a:lnTo>
                  <a:pt x="3542" y="73"/>
                </a:lnTo>
                <a:moveTo>
                  <a:pt x="3410" y="73"/>
                </a:moveTo>
                <a:lnTo>
                  <a:pt x="3410" y="70"/>
                </a:lnTo>
                <a:lnTo>
                  <a:pt x="3489" y="70"/>
                </a:lnTo>
                <a:lnTo>
                  <a:pt x="3489" y="73"/>
                </a:lnTo>
                <a:lnTo>
                  <a:pt x="3410" y="73"/>
                </a:lnTo>
                <a:moveTo>
                  <a:pt x="3278" y="73"/>
                </a:moveTo>
                <a:lnTo>
                  <a:pt x="3278" y="70"/>
                </a:lnTo>
                <a:lnTo>
                  <a:pt x="3357" y="70"/>
                </a:lnTo>
                <a:lnTo>
                  <a:pt x="3357" y="73"/>
                </a:lnTo>
                <a:lnTo>
                  <a:pt x="3278" y="73"/>
                </a:lnTo>
                <a:moveTo>
                  <a:pt x="3146" y="73"/>
                </a:moveTo>
                <a:lnTo>
                  <a:pt x="3146" y="70"/>
                </a:lnTo>
                <a:lnTo>
                  <a:pt x="3225" y="70"/>
                </a:lnTo>
                <a:lnTo>
                  <a:pt x="3225" y="73"/>
                </a:lnTo>
                <a:lnTo>
                  <a:pt x="3146" y="73"/>
                </a:lnTo>
                <a:moveTo>
                  <a:pt x="3014" y="73"/>
                </a:moveTo>
                <a:lnTo>
                  <a:pt x="3014" y="70"/>
                </a:lnTo>
                <a:lnTo>
                  <a:pt x="3093" y="70"/>
                </a:lnTo>
                <a:lnTo>
                  <a:pt x="3093" y="73"/>
                </a:lnTo>
                <a:lnTo>
                  <a:pt x="3014" y="73"/>
                </a:lnTo>
                <a:moveTo>
                  <a:pt x="2882" y="73"/>
                </a:moveTo>
                <a:lnTo>
                  <a:pt x="2882" y="70"/>
                </a:lnTo>
                <a:lnTo>
                  <a:pt x="2961" y="70"/>
                </a:lnTo>
                <a:lnTo>
                  <a:pt x="2961" y="73"/>
                </a:lnTo>
                <a:lnTo>
                  <a:pt x="2882" y="73"/>
                </a:lnTo>
                <a:moveTo>
                  <a:pt x="2750" y="73"/>
                </a:moveTo>
                <a:lnTo>
                  <a:pt x="2750" y="70"/>
                </a:lnTo>
                <a:lnTo>
                  <a:pt x="2829" y="70"/>
                </a:lnTo>
                <a:lnTo>
                  <a:pt x="2829" y="73"/>
                </a:lnTo>
                <a:lnTo>
                  <a:pt x="2750" y="73"/>
                </a:lnTo>
                <a:moveTo>
                  <a:pt x="2617" y="73"/>
                </a:moveTo>
                <a:lnTo>
                  <a:pt x="2617" y="70"/>
                </a:lnTo>
                <a:lnTo>
                  <a:pt x="2697" y="70"/>
                </a:lnTo>
                <a:lnTo>
                  <a:pt x="2697" y="73"/>
                </a:lnTo>
                <a:lnTo>
                  <a:pt x="2617" y="73"/>
                </a:lnTo>
                <a:moveTo>
                  <a:pt x="2485" y="73"/>
                </a:moveTo>
                <a:lnTo>
                  <a:pt x="2485" y="70"/>
                </a:lnTo>
                <a:lnTo>
                  <a:pt x="2565" y="70"/>
                </a:lnTo>
                <a:lnTo>
                  <a:pt x="2565" y="73"/>
                </a:lnTo>
                <a:lnTo>
                  <a:pt x="2485" y="73"/>
                </a:lnTo>
                <a:moveTo>
                  <a:pt x="2353" y="73"/>
                </a:moveTo>
                <a:lnTo>
                  <a:pt x="2353" y="70"/>
                </a:lnTo>
                <a:lnTo>
                  <a:pt x="2433" y="70"/>
                </a:lnTo>
                <a:lnTo>
                  <a:pt x="2433" y="73"/>
                </a:lnTo>
                <a:lnTo>
                  <a:pt x="2353" y="73"/>
                </a:lnTo>
                <a:moveTo>
                  <a:pt x="2221" y="73"/>
                </a:moveTo>
                <a:lnTo>
                  <a:pt x="2221" y="70"/>
                </a:lnTo>
                <a:lnTo>
                  <a:pt x="2301" y="70"/>
                </a:lnTo>
                <a:lnTo>
                  <a:pt x="2301" y="73"/>
                </a:lnTo>
                <a:lnTo>
                  <a:pt x="2221" y="73"/>
                </a:lnTo>
                <a:moveTo>
                  <a:pt x="2089" y="73"/>
                </a:moveTo>
                <a:lnTo>
                  <a:pt x="2089" y="70"/>
                </a:lnTo>
                <a:lnTo>
                  <a:pt x="2169" y="70"/>
                </a:lnTo>
                <a:lnTo>
                  <a:pt x="2169" y="73"/>
                </a:lnTo>
                <a:lnTo>
                  <a:pt x="2089" y="73"/>
                </a:lnTo>
                <a:moveTo>
                  <a:pt x="1957" y="73"/>
                </a:moveTo>
                <a:lnTo>
                  <a:pt x="1957" y="70"/>
                </a:lnTo>
                <a:lnTo>
                  <a:pt x="2037" y="70"/>
                </a:lnTo>
                <a:lnTo>
                  <a:pt x="2037" y="73"/>
                </a:lnTo>
                <a:lnTo>
                  <a:pt x="1957" y="73"/>
                </a:lnTo>
                <a:moveTo>
                  <a:pt x="1825" y="73"/>
                </a:moveTo>
                <a:lnTo>
                  <a:pt x="1825" y="70"/>
                </a:lnTo>
                <a:lnTo>
                  <a:pt x="1905" y="70"/>
                </a:lnTo>
                <a:lnTo>
                  <a:pt x="1905" y="73"/>
                </a:lnTo>
                <a:lnTo>
                  <a:pt x="1825" y="73"/>
                </a:lnTo>
                <a:moveTo>
                  <a:pt x="1693" y="73"/>
                </a:moveTo>
                <a:lnTo>
                  <a:pt x="1693" y="70"/>
                </a:lnTo>
                <a:lnTo>
                  <a:pt x="1773" y="70"/>
                </a:lnTo>
                <a:lnTo>
                  <a:pt x="1773" y="73"/>
                </a:lnTo>
                <a:lnTo>
                  <a:pt x="1693" y="73"/>
                </a:lnTo>
                <a:moveTo>
                  <a:pt x="1561" y="73"/>
                </a:moveTo>
                <a:lnTo>
                  <a:pt x="1561" y="70"/>
                </a:lnTo>
                <a:lnTo>
                  <a:pt x="1640" y="70"/>
                </a:lnTo>
                <a:lnTo>
                  <a:pt x="1640" y="73"/>
                </a:lnTo>
                <a:lnTo>
                  <a:pt x="1561" y="73"/>
                </a:lnTo>
                <a:moveTo>
                  <a:pt x="1429" y="73"/>
                </a:moveTo>
                <a:lnTo>
                  <a:pt x="1429" y="70"/>
                </a:lnTo>
                <a:lnTo>
                  <a:pt x="1508" y="70"/>
                </a:lnTo>
                <a:lnTo>
                  <a:pt x="1508" y="73"/>
                </a:lnTo>
                <a:lnTo>
                  <a:pt x="1429" y="73"/>
                </a:lnTo>
                <a:moveTo>
                  <a:pt x="1297" y="73"/>
                </a:moveTo>
                <a:lnTo>
                  <a:pt x="1297" y="70"/>
                </a:lnTo>
                <a:lnTo>
                  <a:pt x="1376" y="70"/>
                </a:lnTo>
                <a:lnTo>
                  <a:pt x="1376" y="73"/>
                </a:lnTo>
                <a:lnTo>
                  <a:pt x="1297" y="73"/>
                </a:lnTo>
                <a:moveTo>
                  <a:pt x="1165" y="73"/>
                </a:moveTo>
                <a:lnTo>
                  <a:pt x="1165" y="70"/>
                </a:lnTo>
                <a:lnTo>
                  <a:pt x="1244" y="70"/>
                </a:lnTo>
                <a:lnTo>
                  <a:pt x="1244" y="73"/>
                </a:lnTo>
                <a:lnTo>
                  <a:pt x="1165" y="73"/>
                </a:lnTo>
                <a:moveTo>
                  <a:pt x="1033" y="73"/>
                </a:moveTo>
                <a:lnTo>
                  <a:pt x="1033" y="70"/>
                </a:lnTo>
                <a:lnTo>
                  <a:pt x="1112" y="70"/>
                </a:lnTo>
                <a:lnTo>
                  <a:pt x="1112" y="73"/>
                </a:lnTo>
                <a:lnTo>
                  <a:pt x="1033" y="73"/>
                </a:lnTo>
                <a:moveTo>
                  <a:pt x="900" y="73"/>
                </a:moveTo>
                <a:lnTo>
                  <a:pt x="900" y="70"/>
                </a:lnTo>
                <a:lnTo>
                  <a:pt x="980" y="70"/>
                </a:lnTo>
                <a:lnTo>
                  <a:pt x="980" y="73"/>
                </a:lnTo>
                <a:lnTo>
                  <a:pt x="900" y="73"/>
                </a:lnTo>
                <a:moveTo>
                  <a:pt x="768" y="73"/>
                </a:moveTo>
                <a:lnTo>
                  <a:pt x="768" y="70"/>
                </a:lnTo>
                <a:lnTo>
                  <a:pt x="847" y="70"/>
                </a:lnTo>
                <a:lnTo>
                  <a:pt x="847" y="73"/>
                </a:lnTo>
                <a:lnTo>
                  <a:pt x="768" y="73"/>
                </a:lnTo>
                <a:moveTo>
                  <a:pt x="636" y="73"/>
                </a:moveTo>
                <a:lnTo>
                  <a:pt x="636" y="70"/>
                </a:lnTo>
                <a:lnTo>
                  <a:pt x="715" y="70"/>
                </a:lnTo>
                <a:lnTo>
                  <a:pt x="715" y="73"/>
                </a:lnTo>
                <a:lnTo>
                  <a:pt x="636" y="73"/>
                </a:lnTo>
                <a:moveTo>
                  <a:pt x="504" y="73"/>
                </a:moveTo>
                <a:lnTo>
                  <a:pt x="504" y="70"/>
                </a:lnTo>
                <a:lnTo>
                  <a:pt x="583" y="70"/>
                </a:lnTo>
                <a:lnTo>
                  <a:pt x="583" y="73"/>
                </a:lnTo>
                <a:lnTo>
                  <a:pt x="504" y="73"/>
                </a:lnTo>
                <a:moveTo>
                  <a:pt x="372" y="73"/>
                </a:moveTo>
                <a:lnTo>
                  <a:pt x="372" y="70"/>
                </a:lnTo>
                <a:lnTo>
                  <a:pt x="451" y="70"/>
                </a:lnTo>
                <a:lnTo>
                  <a:pt x="451" y="73"/>
                </a:lnTo>
                <a:lnTo>
                  <a:pt x="372" y="73"/>
                </a:lnTo>
                <a:moveTo>
                  <a:pt x="240" y="73"/>
                </a:moveTo>
                <a:lnTo>
                  <a:pt x="240" y="70"/>
                </a:lnTo>
                <a:lnTo>
                  <a:pt x="319" y="70"/>
                </a:lnTo>
                <a:lnTo>
                  <a:pt x="319" y="73"/>
                </a:lnTo>
                <a:lnTo>
                  <a:pt x="240" y="73"/>
                </a:lnTo>
                <a:moveTo>
                  <a:pt x="135" y="73"/>
                </a:moveTo>
                <a:cubicBezTo>
                  <a:pt x="127" y="73"/>
                  <a:pt x="119" y="73"/>
                  <a:pt x="111" y="72"/>
                </a:cubicBezTo>
                <a:lnTo>
                  <a:pt x="112" y="69"/>
                </a:lnTo>
                <a:cubicBezTo>
                  <a:pt x="119" y="70"/>
                  <a:pt x="127" y="70"/>
                  <a:pt x="135" y="70"/>
                </a:cubicBezTo>
                <a:lnTo>
                  <a:pt x="187" y="70"/>
                </a:lnTo>
                <a:lnTo>
                  <a:pt x="187" y="73"/>
                </a:lnTo>
                <a:lnTo>
                  <a:pt x="135" y="73"/>
                </a:lnTo>
                <a:moveTo>
                  <a:pt x="44" y="55"/>
                </a:moveTo>
                <a:cubicBezTo>
                  <a:pt x="28" y="48"/>
                  <a:pt x="13" y="40"/>
                  <a:pt x="0" y="31"/>
                </a:cubicBezTo>
                <a:lnTo>
                  <a:pt x="1" y="29"/>
                </a:lnTo>
                <a:cubicBezTo>
                  <a:pt x="21" y="42"/>
                  <a:pt x="42" y="53"/>
                  <a:pt x="65" y="60"/>
                </a:cubicBezTo>
                <a:lnTo>
                  <a:pt x="64" y="62"/>
                </a:lnTo>
                <a:cubicBezTo>
                  <a:pt x="58" y="60"/>
                  <a:pt x="51" y="58"/>
                  <a:pt x="44" y="55"/>
                </a:cubicBezTo>
                <a:close/>
              </a:path>
            </a:pathLst>
          </a:custGeom>
          <a:solidFill>
            <a:srgbClr val="AFAEA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03" name=""/>
          <p:cNvSpPr/>
          <p:nvPr/>
        </p:nvSpPr>
        <p:spPr>
          <a:xfrm>
            <a:off x="17337960" y="6561720"/>
            <a:ext cx="26280" cy="1090440"/>
          </a:xfrm>
          <a:custGeom>
            <a:avLst/>
            <a:gdLst/>
            <a:ahLst/>
            <a:rect l="0" t="0" r="r" b="b"/>
            <a:pathLst>
              <a:path w="73" h="3029">
                <a:moveTo>
                  <a:pt x="51" y="60"/>
                </a:moveTo>
                <a:lnTo>
                  <a:pt x="48" y="61"/>
                </a:lnTo>
                <a:cubicBezTo>
                  <a:pt x="38" y="39"/>
                  <a:pt x="25" y="20"/>
                  <a:pt x="8" y="2"/>
                </a:cubicBezTo>
                <a:lnTo>
                  <a:pt x="10" y="0"/>
                </a:lnTo>
                <a:cubicBezTo>
                  <a:pt x="27" y="18"/>
                  <a:pt x="40" y="38"/>
                  <a:pt x="51" y="60"/>
                </a:cubicBezTo>
                <a:moveTo>
                  <a:pt x="73" y="161"/>
                </a:moveTo>
                <a:lnTo>
                  <a:pt x="73" y="177"/>
                </a:lnTo>
                <a:lnTo>
                  <a:pt x="70" y="177"/>
                </a:lnTo>
                <a:lnTo>
                  <a:pt x="70" y="161"/>
                </a:lnTo>
                <a:cubicBezTo>
                  <a:pt x="70" y="143"/>
                  <a:pt x="68" y="124"/>
                  <a:pt x="64" y="106"/>
                </a:cubicBezTo>
                <a:lnTo>
                  <a:pt x="67" y="106"/>
                </a:lnTo>
                <a:cubicBezTo>
                  <a:pt x="71" y="124"/>
                  <a:pt x="73" y="142"/>
                  <a:pt x="73" y="161"/>
                </a:cubicBezTo>
                <a:moveTo>
                  <a:pt x="73" y="309"/>
                </a:moveTo>
                <a:lnTo>
                  <a:pt x="70" y="309"/>
                </a:lnTo>
                <a:lnTo>
                  <a:pt x="70" y="230"/>
                </a:lnTo>
                <a:lnTo>
                  <a:pt x="73" y="230"/>
                </a:lnTo>
                <a:lnTo>
                  <a:pt x="73" y="309"/>
                </a:lnTo>
                <a:moveTo>
                  <a:pt x="73" y="441"/>
                </a:moveTo>
                <a:lnTo>
                  <a:pt x="70" y="441"/>
                </a:lnTo>
                <a:lnTo>
                  <a:pt x="70" y="362"/>
                </a:lnTo>
                <a:lnTo>
                  <a:pt x="73" y="362"/>
                </a:lnTo>
                <a:lnTo>
                  <a:pt x="73" y="441"/>
                </a:lnTo>
                <a:moveTo>
                  <a:pt x="73" y="574"/>
                </a:moveTo>
                <a:lnTo>
                  <a:pt x="70" y="574"/>
                </a:lnTo>
                <a:lnTo>
                  <a:pt x="70" y="494"/>
                </a:lnTo>
                <a:lnTo>
                  <a:pt x="73" y="494"/>
                </a:lnTo>
                <a:lnTo>
                  <a:pt x="73" y="574"/>
                </a:lnTo>
                <a:moveTo>
                  <a:pt x="73" y="706"/>
                </a:moveTo>
                <a:lnTo>
                  <a:pt x="70" y="706"/>
                </a:lnTo>
                <a:lnTo>
                  <a:pt x="70" y="626"/>
                </a:lnTo>
                <a:lnTo>
                  <a:pt x="73" y="626"/>
                </a:lnTo>
                <a:lnTo>
                  <a:pt x="73" y="706"/>
                </a:lnTo>
                <a:moveTo>
                  <a:pt x="73" y="838"/>
                </a:moveTo>
                <a:lnTo>
                  <a:pt x="70" y="838"/>
                </a:lnTo>
                <a:lnTo>
                  <a:pt x="70" y="758"/>
                </a:lnTo>
                <a:lnTo>
                  <a:pt x="73" y="758"/>
                </a:lnTo>
                <a:lnTo>
                  <a:pt x="73" y="838"/>
                </a:lnTo>
                <a:moveTo>
                  <a:pt x="73" y="970"/>
                </a:moveTo>
                <a:lnTo>
                  <a:pt x="70" y="970"/>
                </a:lnTo>
                <a:lnTo>
                  <a:pt x="70" y="890"/>
                </a:lnTo>
                <a:lnTo>
                  <a:pt x="73" y="890"/>
                </a:lnTo>
                <a:lnTo>
                  <a:pt x="73" y="970"/>
                </a:lnTo>
                <a:moveTo>
                  <a:pt x="73" y="1102"/>
                </a:moveTo>
                <a:lnTo>
                  <a:pt x="70" y="1102"/>
                </a:lnTo>
                <a:lnTo>
                  <a:pt x="70" y="1022"/>
                </a:lnTo>
                <a:lnTo>
                  <a:pt x="73" y="1022"/>
                </a:lnTo>
                <a:lnTo>
                  <a:pt x="73" y="1102"/>
                </a:lnTo>
                <a:moveTo>
                  <a:pt x="73" y="1234"/>
                </a:moveTo>
                <a:lnTo>
                  <a:pt x="70" y="1234"/>
                </a:lnTo>
                <a:lnTo>
                  <a:pt x="70" y="1154"/>
                </a:lnTo>
                <a:lnTo>
                  <a:pt x="73" y="1154"/>
                </a:lnTo>
                <a:lnTo>
                  <a:pt x="73" y="1234"/>
                </a:lnTo>
                <a:moveTo>
                  <a:pt x="73" y="1366"/>
                </a:moveTo>
                <a:lnTo>
                  <a:pt x="70" y="1366"/>
                </a:lnTo>
                <a:lnTo>
                  <a:pt x="70" y="1286"/>
                </a:lnTo>
                <a:lnTo>
                  <a:pt x="73" y="1286"/>
                </a:lnTo>
                <a:lnTo>
                  <a:pt x="73" y="1366"/>
                </a:lnTo>
                <a:moveTo>
                  <a:pt x="73" y="1499"/>
                </a:moveTo>
                <a:lnTo>
                  <a:pt x="70" y="1499"/>
                </a:lnTo>
                <a:lnTo>
                  <a:pt x="70" y="1418"/>
                </a:lnTo>
                <a:lnTo>
                  <a:pt x="73" y="1418"/>
                </a:lnTo>
                <a:lnTo>
                  <a:pt x="73" y="1499"/>
                </a:lnTo>
                <a:moveTo>
                  <a:pt x="73" y="1631"/>
                </a:moveTo>
                <a:lnTo>
                  <a:pt x="70" y="1631"/>
                </a:lnTo>
                <a:lnTo>
                  <a:pt x="70" y="1551"/>
                </a:lnTo>
                <a:lnTo>
                  <a:pt x="73" y="1551"/>
                </a:lnTo>
                <a:lnTo>
                  <a:pt x="73" y="1631"/>
                </a:lnTo>
                <a:moveTo>
                  <a:pt x="73" y="1763"/>
                </a:moveTo>
                <a:lnTo>
                  <a:pt x="70" y="1763"/>
                </a:lnTo>
                <a:lnTo>
                  <a:pt x="70" y="1684"/>
                </a:lnTo>
                <a:lnTo>
                  <a:pt x="73" y="1684"/>
                </a:lnTo>
                <a:lnTo>
                  <a:pt x="73" y="1763"/>
                </a:lnTo>
                <a:moveTo>
                  <a:pt x="73" y="1895"/>
                </a:moveTo>
                <a:lnTo>
                  <a:pt x="70" y="1895"/>
                </a:lnTo>
                <a:lnTo>
                  <a:pt x="70" y="1816"/>
                </a:lnTo>
                <a:lnTo>
                  <a:pt x="73" y="1816"/>
                </a:lnTo>
                <a:lnTo>
                  <a:pt x="73" y="1895"/>
                </a:lnTo>
                <a:moveTo>
                  <a:pt x="73" y="2027"/>
                </a:moveTo>
                <a:lnTo>
                  <a:pt x="70" y="2027"/>
                </a:lnTo>
                <a:lnTo>
                  <a:pt x="70" y="1948"/>
                </a:lnTo>
                <a:lnTo>
                  <a:pt x="73" y="1948"/>
                </a:lnTo>
                <a:lnTo>
                  <a:pt x="73" y="2027"/>
                </a:lnTo>
                <a:moveTo>
                  <a:pt x="73" y="2159"/>
                </a:moveTo>
                <a:lnTo>
                  <a:pt x="70" y="2159"/>
                </a:lnTo>
                <a:lnTo>
                  <a:pt x="70" y="2080"/>
                </a:lnTo>
                <a:lnTo>
                  <a:pt x="73" y="2080"/>
                </a:lnTo>
                <a:lnTo>
                  <a:pt x="73" y="2159"/>
                </a:lnTo>
                <a:moveTo>
                  <a:pt x="73" y="2291"/>
                </a:moveTo>
                <a:lnTo>
                  <a:pt x="70" y="2291"/>
                </a:lnTo>
                <a:lnTo>
                  <a:pt x="70" y="2212"/>
                </a:lnTo>
                <a:lnTo>
                  <a:pt x="73" y="2212"/>
                </a:lnTo>
                <a:lnTo>
                  <a:pt x="73" y="2291"/>
                </a:lnTo>
                <a:moveTo>
                  <a:pt x="73" y="2423"/>
                </a:moveTo>
                <a:lnTo>
                  <a:pt x="70" y="2423"/>
                </a:lnTo>
                <a:lnTo>
                  <a:pt x="70" y="2344"/>
                </a:lnTo>
                <a:lnTo>
                  <a:pt x="73" y="2344"/>
                </a:lnTo>
                <a:lnTo>
                  <a:pt x="73" y="2423"/>
                </a:lnTo>
                <a:moveTo>
                  <a:pt x="73" y="2555"/>
                </a:moveTo>
                <a:lnTo>
                  <a:pt x="70" y="2555"/>
                </a:lnTo>
                <a:lnTo>
                  <a:pt x="70" y="2476"/>
                </a:lnTo>
                <a:lnTo>
                  <a:pt x="73" y="2476"/>
                </a:lnTo>
                <a:lnTo>
                  <a:pt x="73" y="2555"/>
                </a:lnTo>
                <a:moveTo>
                  <a:pt x="73" y="2687"/>
                </a:moveTo>
                <a:lnTo>
                  <a:pt x="70" y="2687"/>
                </a:lnTo>
                <a:lnTo>
                  <a:pt x="70" y="2608"/>
                </a:lnTo>
                <a:lnTo>
                  <a:pt x="73" y="2608"/>
                </a:lnTo>
                <a:lnTo>
                  <a:pt x="73" y="2687"/>
                </a:lnTo>
                <a:moveTo>
                  <a:pt x="73" y="2819"/>
                </a:moveTo>
                <a:lnTo>
                  <a:pt x="70" y="2819"/>
                </a:lnTo>
                <a:lnTo>
                  <a:pt x="70" y="2740"/>
                </a:lnTo>
                <a:lnTo>
                  <a:pt x="73" y="2740"/>
                </a:lnTo>
                <a:lnTo>
                  <a:pt x="73" y="2819"/>
                </a:lnTo>
                <a:moveTo>
                  <a:pt x="59" y="2941"/>
                </a:moveTo>
                <a:lnTo>
                  <a:pt x="57" y="2940"/>
                </a:lnTo>
                <a:cubicBezTo>
                  <a:pt x="65" y="2917"/>
                  <a:pt x="69" y="2894"/>
                  <a:pt x="70" y="2870"/>
                </a:cubicBezTo>
                <a:lnTo>
                  <a:pt x="73" y="2870"/>
                </a:lnTo>
                <a:cubicBezTo>
                  <a:pt x="72" y="2895"/>
                  <a:pt x="67" y="2918"/>
                  <a:pt x="59" y="2941"/>
                </a:cubicBezTo>
                <a:moveTo>
                  <a:pt x="2" y="3029"/>
                </a:moveTo>
                <a:lnTo>
                  <a:pt x="0" y="3027"/>
                </a:lnTo>
                <a:cubicBezTo>
                  <a:pt x="15" y="3014"/>
                  <a:pt x="27" y="2999"/>
                  <a:pt x="37" y="2982"/>
                </a:cubicBezTo>
                <a:lnTo>
                  <a:pt x="39" y="2984"/>
                </a:lnTo>
                <a:cubicBezTo>
                  <a:pt x="29" y="3000"/>
                  <a:pt x="17" y="3015"/>
                  <a:pt x="2" y="3029"/>
                </a:cubicBezTo>
                <a:close/>
              </a:path>
            </a:pathLst>
          </a:custGeom>
          <a:solidFill>
            <a:srgbClr val="AFAEA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04" name=""/>
          <p:cNvSpPr/>
          <p:nvPr/>
        </p:nvSpPr>
        <p:spPr>
          <a:xfrm>
            <a:off x="13372920" y="6559200"/>
            <a:ext cx="26280" cy="1091520"/>
          </a:xfrm>
          <a:custGeom>
            <a:avLst/>
            <a:gdLst/>
            <a:ahLst/>
            <a:rect l="0" t="0" r="r" b="b"/>
            <a:pathLst>
              <a:path w="73" h="3032">
                <a:moveTo>
                  <a:pt x="26" y="2973"/>
                </a:moveTo>
                <a:lnTo>
                  <a:pt x="28" y="2972"/>
                </a:lnTo>
                <a:cubicBezTo>
                  <a:pt x="39" y="2994"/>
                  <a:pt x="52" y="3013"/>
                  <a:pt x="69" y="3031"/>
                </a:cubicBezTo>
                <a:lnTo>
                  <a:pt x="67" y="3032"/>
                </a:lnTo>
                <a:cubicBezTo>
                  <a:pt x="50" y="3015"/>
                  <a:pt x="36" y="2995"/>
                  <a:pt x="26" y="2973"/>
                </a:cubicBezTo>
                <a:moveTo>
                  <a:pt x="0" y="2868"/>
                </a:moveTo>
                <a:lnTo>
                  <a:pt x="0" y="2857"/>
                </a:lnTo>
                <a:lnTo>
                  <a:pt x="3" y="2857"/>
                </a:lnTo>
                <a:lnTo>
                  <a:pt x="3" y="2868"/>
                </a:lnTo>
                <a:cubicBezTo>
                  <a:pt x="3" y="2888"/>
                  <a:pt x="5" y="2908"/>
                  <a:pt x="10" y="2928"/>
                </a:cubicBezTo>
                <a:lnTo>
                  <a:pt x="8" y="2928"/>
                </a:lnTo>
                <a:cubicBezTo>
                  <a:pt x="3" y="2909"/>
                  <a:pt x="0" y="2888"/>
                  <a:pt x="0" y="2868"/>
                </a:cubicBezTo>
                <a:moveTo>
                  <a:pt x="0" y="2725"/>
                </a:moveTo>
                <a:lnTo>
                  <a:pt x="3" y="2725"/>
                </a:lnTo>
                <a:lnTo>
                  <a:pt x="3" y="2804"/>
                </a:lnTo>
                <a:lnTo>
                  <a:pt x="0" y="2804"/>
                </a:lnTo>
                <a:lnTo>
                  <a:pt x="0" y="2725"/>
                </a:lnTo>
                <a:moveTo>
                  <a:pt x="0" y="2593"/>
                </a:moveTo>
                <a:lnTo>
                  <a:pt x="3" y="2593"/>
                </a:lnTo>
                <a:lnTo>
                  <a:pt x="3" y="2672"/>
                </a:lnTo>
                <a:lnTo>
                  <a:pt x="0" y="2672"/>
                </a:lnTo>
                <a:lnTo>
                  <a:pt x="0" y="2593"/>
                </a:lnTo>
                <a:moveTo>
                  <a:pt x="0" y="2461"/>
                </a:moveTo>
                <a:lnTo>
                  <a:pt x="3" y="2461"/>
                </a:lnTo>
                <a:lnTo>
                  <a:pt x="3" y="2540"/>
                </a:lnTo>
                <a:lnTo>
                  <a:pt x="0" y="2540"/>
                </a:lnTo>
                <a:lnTo>
                  <a:pt x="0" y="2461"/>
                </a:lnTo>
                <a:moveTo>
                  <a:pt x="0" y="2329"/>
                </a:moveTo>
                <a:lnTo>
                  <a:pt x="3" y="2329"/>
                </a:lnTo>
                <a:lnTo>
                  <a:pt x="3" y="2408"/>
                </a:lnTo>
                <a:lnTo>
                  <a:pt x="0" y="2408"/>
                </a:lnTo>
                <a:lnTo>
                  <a:pt x="0" y="2329"/>
                </a:lnTo>
                <a:moveTo>
                  <a:pt x="0" y="2197"/>
                </a:moveTo>
                <a:lnTo>
                  <a:pt x="3" y="2197"/>
                </a:lnTo>
                <a:lnTo>
                  <a:pt x="3" y="2276"/>
                </a:lnTo>
                <a:lnTo>
                  <a:pt x="0" y="2276"/>
                </a:lnTo>
                <a:lnTo>
                  <a:pt x="0" y="2197"/>
                </a:lnTo>
                <a:moveTo>
                  <a:pt x="0" y="2065"/>
                </a:moveTo>
                <a:lnTo>
                  <a:pt x="3" y="2065"/>
                </a:lnTo>
                <a:lnTo>
                  <a:pt x="3" y="2144"/>
                </a:lnTo>
                <a:lnTo>
                  <a:pt x="0" y="2144"/>
                </a:lnTo>
                <a:lnTo>
                  <a:pt x="0" y="2065"/>
                </a:lnTo>
                <a:moveTo>
                  <a:pt x="0" y="1933"/>
                </a:moveTo>
                <a:lnTo>
                  <a:pt x="3" y="1933"/>
                </a:lnTo>
                <a:lnTo>
                  <a:pt x="3" y="2012"/>
                </a:lnTo>
                <a:lnTo>
                  <a:pt x="0" y="2012"/>
                </a:lnTo>
                <a:lnTo>
                  <a:pt x="0" y="1933"/>
                </a:lnTo>
                <a:moveTo>
                  <a:pt x="0" y="1801"/>
                </a:moveTo>
                <a:lnTo>
                  <a:pt x="3" y="1801"/>
                </a:lnTo>
                <a:lnTo>
                  <a:pt x="3" y="1880"/>
                </a:lnTo>
                <a:lnTo>
                  <a:pt x="0" y="1880"/>
                </a:lnTo>
                <a:lnTo>
                  <a:pt x="0" y="1801"/>
                </a:lnTo>
                <a:moveTo>
                  <a:pt x="0" y="1669"/>
                </a:moveTo>
                <a:lnTo>
                  <a:pt x="3" y="1669"/>
                </a:lnTo>
                <a:lnTo>
                  <a:pt x="3" y="1748"/>
                </a:lnTo>
                <a:lnTo>
                  <a:pt x="0" y="1748"/>
                </a:lnTo>
                <a:lnTo>
                  <a:pt x="0" y="1669"/>
                </a:lnTo>
                <a:moveTo>
                  <a:pt x="0" y="1537"/>
                </a:moveTo>
                <a:lnTo>
                  <a:pt x="3" y="1537"/>
                </a:lnTo>
                <a:lnTo>
                  <a:pt x="3" y="1616"/>
                </a:lnTo>
                <a:lnTo>
                  <a:pt x="0" y="1616"/>
                </a:lnTo>
                <a:lnTo>
                  <a:pt x="0" y="1537"/>
                </a:lnTo>
                <a:moveTo>
                  <a:pt x="0" y="1404"/>
                </a:moveTo>
                <a:lnTo>
                  <a:pt x="3" y="1404"/>
                </a:lnTo>
                <a:lnTo>
                  <a:pt x="3" y="1484"/>
                </a:lnTo>
                <a:lnTo>
                  <a:pt x="0" y="1484"/>
                </a:lnTo>
                <a:lnTo>
                  <a:pt x="0" y="1404"/>
                </a:lnTo>
                <a:moveTo>
                  <a:pt x="0" y="1272"/>
                </a:moveTo>
                <a:lnTo>
                  <a:pt x="3" y="1272"/>
                </a:lnTo>
                <a:lnTo>
                  <a:pt x="3" y="1351"/>
                </a:lnTo>
                <a:lnTo>
                  <a:pt x="0" y="1351"/>
                </a:lnTo>
                <a:lnTo>
                  <a:pt x="0" y="1272"/>
                </a:lnTo>
                <a:moveTo>
                  <a:pt x="0" y="1140"/>
                </a:moveTo>
                <a:lnTo>
                  <a:pt x="3" y="1140"/>
                </a:lnTo>
                <a:lnTo>
                  <a:pt x="3" y="1219"/>
                </a:lnTo>
                <a:lnTo>
                  <a:pt x="0" y="1219"/>
                </a:lnTo>
                <a:lnTo>
                  <a:pt x="0" y="1140"/>
                </a:lnTo>
                <a:moveTo>
                  <a:pt x="0" y="1007"/>
                </a:moveTo>
                <a:lnTo>
                  <a:pt x="3" y="1007"/>
                </a:lnTo>
                <a:lnTo>
                  <a:pt x="3" y="1087"/>
                </a:lnTo>
                <a:lnTo>
                  <a:pt x="0" y="1087"/>
                </a:lnTo>
                <a:lnTo>
                  <a:pt x="0" y="1007"/>
                </a:lnTo>
                <a:moveTo>
                  <a:pt x="0" y="875"/>
                </a:moveTo>
                <a:lnTo>
                  <a:pt x="3" y="875"/>
                </a:lnTo>
                <a:lnTo>
                  <a:pt x="3" y="955"/>
                </a:lnTo>
                <a:lnTo>
                  <a:pt x="0" y="955"/>
                </a:lnTo>
                <a:lnTo>
                  <a:pt x="0" y="875"/>
                </a:lnTo>
                <a:moveTo>
                  <a:pt x="0" y="743"/>
                </a:moveTo>
                <a:lnTo>
                  <a:pt x="3" y="743"/>
                </a:lnTo>
                <a:lnTo>
                  <a:pt x="3" y="823"/>
                </a:lnTo>
                <a:lnTo>
                  <a:pt x="0" y="823"/>
                </a:lnTo>
                <a:lnTo>
                  <a:pt x="0" y="743"/>
                </a:lnTo>
                <a:moveTo>
                  <a:pt x="0" y="611"/>
                </a:moveTo>
                <a:lnTo>
                  <a:pt x="3" y="611"/>
                </a:lnTo>
                <a:lnTo>
                  <a:pt x="3" y="691"/>
                </a:lnTo>
                <a:lnTo>
                  <a:pt x="0" y="691"/>
                </a:lnTo>
                <a:lnTo>
                  <a:pt x="0" y="611"/>
                </a:lnTo>
                <a:moveTo>
                  <a:pt x="0" y="479"/>
                </a:moveTo>
                <a:lnTo>
                  <a:pt x="3" y="479"/>
                </a:lnTo>
                <a:lnTo>
                  <a:pt x="3" y="559"/>
                </a:lnTo>
                <a:lnTo>
                  <a:pt x="0" y="559"/>
                </a:lnTo>
                <a:lnTo>
                  <a:pt x="0" y="479"/>
                </a:lnTo>
                <a:moveTo>
                  <a:pt x="0" y="347"/>
                </a:moveTo>
                <a:lnTo>
                  <a:pt x="3" y="347"/>
                </a:lnTo>
                <a:lnTo>
                  <a:pt x="3" y="427"/>
                </a:lnTo>
                <a:lnTo>
                  <a:pt x="0" y="427"/>
                </a:lnTo>
                <a:lnTo>
                  <a:pt x="0" y="347"/>
                </a:lnTo>
                <a:moveTo>
                  <a:pt x="0" y="215"/>
                </a:moveTo>
                <a:lnTo>
                  <a:pt x="3" y="215"/>
                </a:lnTo>
                <a:lnTo>
                  <a:pt x="3" y="295"/>
                </a:lnTo>
                <a:lnTo>
                  <a:pt x="0" y="295"/>
                </a:lnTo>
                <a:lnTo>
                  <a:pt x="0" y="215"/>
                </a:lnTo>
                <a:moveTo>
                  <a:pt x="12" y="93"/>
                </a:moveTo>
                <a:lnTo>
                  <a:pt x="15" y="94"/>
                </a:lnTo>
                <a:cubicBezTo>
                  <a:pt x="7" y="116"/>
                  <a:pt x="3" y="140"/>
                  <a:pt x="3" y="163"/>
                </a:cubicBezTo>
                <a:lnTo>
                  <a:pt x="0" y="163"/>
                </a:lnTo>
                <a:cubicBezTo>
                  <a:pt x="0" y="139"/>
                  <a:pt x="5" y="116"/>
                  <a:pt x="12" y="93"/>
                </a:cubicBezTo>
                <a:moveTo>
                  <a:pt x="71" y="0"/>
                </a:moveTo>
                <a:lnTo>
                  <a:pt x="73" y="2"/>
                </a:lnTo>
                <a:cubicBezTo>
                  <a:pt x="58" y="16"/>
                  <a:pt x="45" y="33"/>
                  <a:pt x="35" y="51"/>
                </a:cubicBezTo>
                <a:lnTo>
                  <a:pt x="33" y="50"/>
                </a:lnTo>
                <a:cubicBezTo>
                  <a:pt x="43" y="31"/>
                  <a:pt x="56" y="15"/>
                  <a:pt x="71" y="0"/>
                </a:cubicBezTo>
                <a:close/>
              </a:path>
            </a:pathLst>
          </a:custGeom>
          <a:solidFill>
            <a:srgbClr val="AFAEA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9372600" y="7143480"/>
            <a:ext cx="81864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13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공식 문서 자동 탐색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13568040" y="6973920"/>
            <a:ext cx="11062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1" u="none" strike="noStrike">
                <a:solidFill>
                  <a:srgbClr val="999999"/>
                </a:solidFill>
                <a:effectLst/>
                <a:uFillTx/>
                <a:latin typeface="PretendardVariable-Semi"/>
                <a:ea typeface="PretendardVariable-Semi"/>
              </a:rPr>
              <a:t>+ </a:t>
            </a:r>
            <a:r>
              <a:rPr lang="ko-KR" sz="1390" b="1" u="none" strike="noStrike">
                <a:solidFill>
                  <a:srgbClr val="999999"/>
                </a:solidFill>
                <a:effectLst/>
                <a:uFillTx/>
                <a:latin typeface="PretendardVariable-Semi"/>
                <a:ea typeface="PretendardVariable-Semi"/>
              </a:rPr>
              <a:t>계속 추가 중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6846480" y="8193600"/>
            <a:ext cx="358416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★ 표시 두 개</a:t>
            </a:r>
            <a:r>
              <a:rPr lang="en-US" sz="195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, </a:t>
            </a:r>
            <a:r>
              <a:rPr lang="ko-KR" sz="195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오늘 세미나에서 같이 써봅니다 →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09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10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11" name=""/>
          <p:cNvSpPr/>
          <p:nvPr/>
        </p:nvSpPr>
        <p:spPr>
          <a:xfrm>
            <a:off x="8953200" y="2076120"/>
            <a:ext cx="4124880" cy="1038600"/>
          </a:xfrm>
          <a:custGeom>
            <a:avLst/>
            <a:gdLst/>
            <a:ahLst/>
            <a:rect l="0" t="0" r="r" b="b"/>
            <a:pathLst>
              <a:path w="11458" h="2885">
                <a:moveTo>
                  <a:pt x="0" y="2621"/>
                </a:moveTo>
                <a:lnTo>
                  <a:pt x="0" y="265"/>
                </a:lnTo>
                <a:cubicBezTo>
                  <a:pt x="0" y="248"/>
                  <a:pt x="2" y="230"/>
                  <a:pt x="5" y="213"/>
                </a:cubicBezTo>
                <a:cubicBezTo>
                  <a:pt x="9" y="196"/>
                  <a:pt x="14" y="180"/>
                  <a:pt x="20" y="164"/>
                </a:cubicBezTo>
                <a:cubicBezTo>
                  <a:pt x="27" y="148"/>
                  <a:pt x="35" y="132"/>
                  <a:pt x="45" y="118"/>
                </a:cubicBezTo>
                <a:cubicBezTo>
                  <a:pt x="55" y="104"/>
                  <a:pt x="66" y="90"/>
                  <a:pt x="78" y="78"/>
                </a:cubicBezTo>
                <a:cubicBezTo>
                  <a:pt x="90" y="66"/>
                  <a:pt x="103" y="55"/>
                  <a:pt x="118" y="45"/>
                </a:cubicBezTo>
                <a:cubicBezTo>
                  <a:pt x="132" y="35"/>
                  <a:pt x="148" y="27"/>
                  <a:pt x="164" y="21"/>
                </a:cubicBezTo>
                <a:cubicBezTo>
                  <a:pt x="180" y="14"/>
                  <a:pt x="196" y="9"/>
                  <a:pt x="213" y="6"/>
                </a:cubicBezTo>
                <a:cubicBezTo>
                  <a:pt x="230" y="2"/>
                  <a:pt x="248" y="0"/>
                  <a:pt x="265" y="0"/>
                </a:cubicBezTo>
                <a:lnTo>
                  <a:pt x="11193" y="0"/>
                </a:lnTo>
                <a:cubicBezTo>
                  <a:pt x="11211" y="0"/>
                  <a:pt x="11228" y="2"/>
                  <a:pt x="11245" y="6"/>
                </a:cubicBezTo>
                <a:cubicBezTo>
                  <a:pt x="11262" y="9"/>
                  <a:pt x="11278" y="14"/>
                  <a:pt x="11294" y="21"/>
                </a:cubicBezTo>
                <a:cubicBezTo>
                  <a:pt x="11311" y="27"/>
                  <a:pt x="11326" y="35"/>
                  <a:pt x="11340" y="45"/>
                </a:cubicBezTo>
                <a:cubicBezTo>
                  <a:pt x="11355" y="55"/>
                  <a:pt x="11368" y="66"/>
                  <a:pt x="11380" y="78"/>
                </a:cubicBezTo>
                <a:cubicBezTo>
                  <a:pt x="11393" y="90"/>
                  <a:pt x="11404" y="104"/>
                  <a:pt x="11413" y="118"/>
                </a:cubicBezTo>
                <a:cubicBezTo>
                  <a:pt x="11423" y="132"/>
                  <a:pt x="11431" y="148"/>
                  <a:pt x="11438" y="164"/>
                </a:cubicBezTo>
                <a:cubicBezTo>
                  <a:pt x="11444" y="180"/>
                  <a:pt x="11449" y="196"/>
                  <a:pt x="11453" y="213"/>
                </a:cubicBezTo>
                <a:cubicBezTo>
                  <a:pt x="11456" y="230"/>
                  <a:pt x="11458" y="248"/>
                  <a:pt x="11458" y="265"/>
                </a:cubicBezTo>
                <a:lnTo>
                  <a:pt x="11458" y="2621"/>
                </a:lnTo>
                <a:cubicBezTo>
                  <a:pt x="11458" y="2638"/>
                  <a:pt x="11456" y="2655"/>
                  <a:pt x="11453" y="2672"/>
                </a:cubicBezTo>
                <a:cubicBezTo>
                  <a:pt x="11449" y="2689"/>
                  <a:pt x="11444" y="2706"/>
                  <a:pt x="11438" y="2722"/>
                </a:cubicBezTo>
                <a:cubicBezTo>
                  <a:pt x="11431" y="2738"/>
                  <a:pt x="11423" y="2753"/>
                  <a:pt x="11413" y="2768"/>
                </a:cubicBezTo>
                <a:cubicBezTo>
                  <a:pt x="11404" y="2782"/>
                  <a:pt x="11393" y="2796"/>
                  <a:pt x="11380" y="2808"/>
                </a:cubicBezTo>
                <a:cubicBezTo>
                  <a:pt x="11368" y="2820"/>
                  <a:pt x="11355" y="2831"/>
                  <a:pt x="11340" y="2841"/>
                </a:cubicBezTo>
                <a:cubicBezTo>
                  <a:pt x="11326" y="2850"/>
                  <a:pt x="11311" y="2859"/>
                  <a:pt x="11294" y="2865"/>
                </a:cubicBezTo>
                <a:cubicBezTo>
                  <a:pt x="11278" y="2872"/>
                  <a:pt x="11262" y="2877"/>
                  <a:pt x="11245" y="2880"/>
                </a:cubicBezTo>
                <a:cubicBezTo>
                  <a:pt x="11228" y="2884"/>
                  <a:pt x="11211" y="2885"/>
                  <a:pt x="11193" y="2885"/>
                </a:cubicBezTo>
                <a:lnTo>
                  <a:pt x="265" y="2885"/>
                </a:lnTo>
                <a:cubicBezTo>
                  <a:pt x="248" y="2885"/>
                  <a:pt x="230" y="2884"/>
                  <a:pt x="213" y="2880"/>
                </a:cubicBezTo>
                <a:cubicBezTo>
                  <a:pt x="196" y="2877"/>
                  <a:pt x="180" y="2872"/>
                  <a:pt x="164" y="2865"/>
                </a:cubicBezTo>
                <a:cubicBezTo>
                  <a:pt x="148" y="2859"/>
                  <a:pt x="132" y="2850"/>
                  <a:pt x="118" y="2841"/>
                </a:cubicBezTo>
                <a:cubicBezTo>
                  <a:pt x="103" y="2831"/>
                  <a:pt x="90" y="2820"/>
                  <a:pt x="78" y="2808"/>
                </a:cubicBezTo>
                <a:cubicBezTo>
                  <a:pt x="66" y="2796"/>
                  <a:pt x="55" y="2782"/>
                  <a:pt x="45" y="2768"/>
                </a:cubicBezTo>
                <a:cubicBezTo>
                  <a:pt x="35" y="2753"/>
                  <a:pt x="27" y="2738"/>
                  <a:pt x="20" y="2722"/>
                </a:cubicBezTo>
                <a:cubicBezTo>
                  <a:pt x="14" y="2706"/>
                  <a:pt x="9" y="2689"/>
                  <a:pt x="5" y="2672"/>
                </a:cubicBezTo>
                <a:cubicBezTo>
                  <a:pt x="2" y="2655"/>
                  <a:pt x="0" y="2638"/>
                  <a:pt x="0" y="2621"/>
                </a:cubicBezTo>
                <a:close/>
              </a:path>
            </a:pathLst>
          </a:custGeom>
          <a:solidFill>
            <a:srgbClr val="FFF4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12" name=""/>
          <p:cNvSpPr/>
          <p:nvPr/>
        </p:nvSpPr>
        <p:spPr>
          <a:xfrm>
            <a:off x="919080" y="3776400"/>
            <a:ext cx="5324760" cy="2867400"/>
          </a:xfrm>
          <a:custGeom>
            <a:avLst/>
            <a:gdLst/>
            <a:ahLst/>
            <a:rect l="0" t="0" r="r" b="b"/>
            <a:pathLst>
              <a:path w="14791" h="7965">
                <a:moveTo>
                  <a:pt x="0" y="7714"/>
                </a:moveTo>
                <a:lnTo>
                  <a:pt x="0" y="252"/>
                </a:lnTo>
                <a:cubicBezTo>
                  <a:pt x="0" y="235"/>
                  <a:pt x="1" y="219"/>
                  <a:pt x="5" y="203"/>
                </a:cubicBezTo>
                <a:cubicBezTo>
                  <a:pt x="8" y="186"/>
                  <a:pt x="13" y="171"/>
                  <a:pt x="19" y="155"/>
                </a:cubicBezTo>
                <a:cubicBezTo>
                  <a:pt x="25" y="140"/>
                  <a:pt x="33" y="126"/>
                  <a:pt x="42" y="112"/>
                </a:cubicBezTo>
                <a:cubicBezTo>
                  <a:pt x="51" y="98"/>
                  <a:pt x="62" y="86"/>
                  <a:pt x="73" y="74"/>
                </a:cubicBezTo>
                <a:cubicBezTo>
                  <a:pt x="85" y="62"/>
                  <a:pt x="98" y="52"/>
                  <a:pt x="111" y="43"/>
                </a:cubicBezTo>
                <a:cubicBezTo>
                  <a:pt x="125" y="33"/>
                  <a:pt x="140" y="26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2"/>
                  <a:pt x="235" y="0"/>
                  <a:pt x="251" y="0"/>
                </a:cubicBezTo>
                <a:lnTo>
                  <a:pt x="14540" y="0"/>
                </a:lnTo>
                <a:cubicBezTo>
                  <a:pt x="14556" y="0"/>
                  <a:pt x="14572" y="2"/>
                  <a:pt x="14589" y="5"/>
                </a:cubicBezTo>
                <a:cubicBezTo>
                  <a:pt x="14605" y="8"/>
                  <a:pt x="14621" y="13"/>
                  <a:pt x="14636" y="19"/>
                </a:cubicBezTo>
                <a:cubicBezTo>
                  <a:pt x="14651" y="26"/>
                  <a:pt x="14666" y="33"/>
                  <a:pt x="14679" y="43"/>
                </a:cubicBezTo>
                <a:cubicBezTo>
                  <a:pt x="14693" y="52"/>
                  <a:pt x="14706" y="62"/>
                  <a:pt x="14717" y="74"/>
                </a:cubicBezTo>
                <a:cubicBezTo>
                  <a:pt x="14729" y="86"/>
                  <a:pt x="14739" y="98"/>
                  <a:pt x="14749" y="112"/>
                </a:cubicBezTo>
                <a:cubicBezTo>
                  <a:pt x="14758" y="126"/>
                  <a:pt x="14765" y="140"/>
                  <a:pt x="14772" y="155"/>
                </a:cubicBezTo>
                <a:cubicBezTo>
                  <a:pt x="14778" y="171"/>
                  <a:pt x="14783" y="186"/>
                  <a:pt x="14786" y="203"/>
                </a:cubicBezTo>
                <a:cubicBezTo>
                  <a:pt x="14789" y="219"/>
                  <a:pt x="14791" y="235"/>
                  <a:pt x="14791" y="252"/>
                </a:cubicBezTo>
                <a:lnTo>
                  <a:pt x="14791" y="7714"/>
                </a:lnTo>
                <a:cubicBezTo>
                  <a:pt x="14791" y="7730"/>
                  <a:pt x="14789" y="7747"/>
                  <a:pt x="14786" y="7763"/>
                </a:cubicBezTo>
                <a:cubicBezTo>
                  <a:pt x="14783" y="7779"/>
                  <a:pt x="14778" y="7795"/>
                  <a:pt x="14772" y="7810"/>
                </a:cubicBezTo>
                <a:cubicBezTo>
                  <a:pt x="14765" y="7825"/>
                  <a:pt x="14758" y="7840"/>
                  <a:pt x="14749" y="7853"/>
                </a:cubicBezTo>
                <a:cubicBezTo>
                  <a:pt x="14739" y="7867"/>
                  <a:pt x="14729" y="7880"/>
                  <a:pt x="14717" y="7892"/>
                </a:cubicBezTo>
                <a:cubicBezTo>
                  <a:pt x="14706" y="7903"/>
                  <a:pt x="14693" y="7914"/>
                  <a:pt x="14679" y="7923"/>
                </a:cubicBezTo>
                <a:cubicBezTo>
                  <a:pt x="14666" y="7932"/>
                  <a:pt x="14651" y="7940"/>
                  <a:pt x="14636" y="7946"/>
                </a:cubicBezTo>
                <a:cubicBezTo>
                  <a:pt x="14621" y="7952"/>
                  <a:pt x="14605" y="7957"/>
                  <a:pt x="14589" y="7960"/>
                </a:cubicBezTo>
                <a:cubicBezTo>
                  <a:pt x="14572" y="7964"/>
                  <a:pt x="14556" y="7965"/>
                  <a:pt x="14540" y="7965"/>
                </a:cubicBezTo>
                <a:lnTo>
                  <a:pt x="251" y="7965"/>
                </a:lnTo>
                <a:cubicBezTo>
                  <a:pt x="235" y="7965"/>
                  <a:pt x="218" y="7964"/>
                  <a:pt x="202" y="7960"/>
                </a:cubicBezTo>
                <a:cubicBezTo>
                  <a:pt x="186" y="7957"/>
                  <a:pt x="170" y="7952"/>
                  <a:pt x="155" y="7946"/>
                </a:cubicBezTo>
                <a:cubicBezTo>
                  <a:pt x="140" y="7940"/>
                  <a:pt x="125" y="7932"/>
                  <a:pt x="111" y="7923"/>
                </a:cubicBezTo>
                <a:cubicBezTo>
                  <a:pt x="98" y="7914"/>
                  <a:pt x="85" y="7903"/>
                  <a:pt x="73" y="7892"/>
                </a:cubicBezTo>
                <a:cubicBezTo>
                  <a:pt x="62" y="7880"/>
                  <a:pt x="51" y="7867"/>
                  <a:pt x="42" y="7853"/>
                </a:cubicBezTo>
                <a:cubicBezTo>
                  <a:pt x="33" y="7840"/>
                  <a:pt x="25" y="7825"/>
                  <a:pt x="19" y="7810"/>
                </a:cubicBezTo>
                <a:cubicBezTo>
                  <a:pt x="13" y="7795"/>
                  <a:pt x="8" y="7779"/>
                  <a:pt x="5" y="7763"/>
                </a:cubicBezTo>
                <a:cubicBezTo>
                  <a:pt x="1" y="7747"/>
                  <a:pt x="0" y="7730"/>
                  <a:pt x="0" y="771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13" name=""/>
          <p:cNvSpPr/>
          <p:nvPr/>
        </p:nvSpPr>
        <p:spPr>
          <a:xfrm>
            <a:off x="919080" y="3776400"/>
            <a:ext cx="5324760" cy="2867400"/>
          </a:xfrm>
          <a:custGeom>
            <a:avLst/>
            <a:gdLst/>
            <a:ahLst/>
            <a:rect l="0" t="0" r="r" b="b"/>
            <a:pathLst>
              <a:path w="14791" h="7965">
                <a:moveTo>
                  <a:pt x="0" y="7714"/>
                </a:moveTo>
                <a:lnTo>
                  <a:pt x="0" y="252"/>
                </a:lnTo>
                <a:cubicBezTo>
                  <a:pt x="0" y="235"/>
                  <a:pt x="1" y="219"/>
                  <a:pt x="5" y="203"/>
                </a:cubicBezTo>
                <a:cubicBezTo>
                  <a:pt x="8" y="186"/>
                  <a:pt x="13" y="171"/>
                  <a:pt x="19" y="155"/>
                </a:cubicBezTo>
                <a:cubicBezTo>
                  <a:pt x="25" y="140"/>
                  <a:pt x="33" y="126"/>
                  <a:pt x="42" y="112"/>
                </a:cubicBezTo>
                <a:cubicBezTo>
                  <a:pt x="51" y="98"/>
                  <a:pt x="62" y="86"/>
                  <a:pt x="73" y="74"/>
                </a:cubicBezTo>
                <a:cubicBezTo>
                  <a:pt x="85" y="62"/>
                  <a:pt x="98" y="52"/>
                  <a:pt x="111" y="43"/>
                </a:cubicBezTo>
                <a:cubicBezTo>
                  <a:pt x="125" y="33"/>
                  <a:pt x="140" y="26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8" y="2"/>
                  <a:pt x="235" y="0"/>
                  <a:pt x="251" y="0"/>
                </a:cubicBezTo>
                <a:lnTo>
                  <a:pt x="14540" y="0"/>
                </a:lnTo>
                <a:cubicBezTo>
                  <a:pt x="14556" y="0"/>
                  <a:pt x="14572" y="2"/>
                  <a:pt x="14589" y="5"/>
                </a:cubicBezTo>
                <a:cubicBezTo>
                  <a:pt x="14605" y="8"/>
                  <a:pt x="14621" y="13"/>
                  <a:pt x="14636" y="19"/>
                </a:cubicBezTo>
                <a:cubicBezTo>
                  <a:pt x="14651" y="26"/>
                  <a:pt x="14666" y="33"/>
                  <a:pt x="14679" y="43"/>
                </a:cubicBezTo>
                <a:cubicBezTo>
                  <a:pt x="14693" y="52"/>
                  <a:pt x="14706" y="62"/>
                  <a:pt x="14717" y="74"/>
                </a:cubicBezTo>
                <a:cubicBezTo>
                  <a:pt x="14729" y="86"/>
                  <a:pt x="14739" y="98"/>
                  <a:pt x="14749" y="112"/>
                </a:cubicBezTo>
                <a:cubicBezTo>
                  <a:pt x="14758" y="126"/>
                  <a:pt x="14765" y="140"/>
                  <a:pt x="14772" y="155"/>
                </a:cubicBezTo>
                <a:cubicBezTo>
                  <a:pt x="14778" y="171"/>
                  <a:pt x="14783" y="186"/>
                  <a:pt x="14786" y="203"/>
                </a:cubicBezTo>
                <a:cubicBezTo>
                  <a:pt x="14789" y="219"/>
                  <a:pt x="14791" y="235"/>
                  <a:pt x="14791" y="252"/>
                </a:cubicBezTo>
                <a:lnTo>
                  <a:pt x="14791" y="7714"/>
                </a:lnTo>
                <a:cubicBezTo>
                  <a:pt x="14791" y="7730"/>
                  <a:pt x="14789" y="7747"/>
                  <a:pt x="14786" y="7763"/>
                </a:cubicBezTo>
                <a:cubicBezTo>
                  <a:pt x="14783" y="7779"/>
                  <a:pt x="14778" y="7795"/>
                  <a:pt x="14772" y="7810"/>
                </a:cubicBezTo>
                <a:cubicBezTo>
                  <a:pt x="14765" y="7825"/>
                  <a:pt x="14758" y="7840"/>
                  <a:pt x="14749" y="7853"/>
                </a:cubicBezTo>
                <a:cubicBezTo>
                  <a:pt x="14739" y="7867"/>
                  <a:pt x="14729" y="7880"/>
                  <a:pt x="14717" y="7892"/>
                </a:cubicBezTo>
                <a:cubicBezTo>
                  <a:pt x="14706" y="7903"/>
                  <a:pt x="14693" y="7914"/>
                  <a:pt x="14679" y="7923"/>
                </a:cubicBezTo>
                <a:cubicBezTo>
                  <a:pt x="14666" y="7932"/>
                  <a:pt x="14651" y="7940"/>
                  <a:pt x="14636" y="7946"/>
                </a:cubicBezTo>
                <a:cubicBezTo>
                  <a:pt x="14621" y="7952"/>
                  <a:pt x="14605" y="7957"/>
                  <a:pt x="14589" y="7960"/>
                </a:cubicBezTo>
                <a:cubicBezTo>
                  <a:pt x="14572" y="7964"/>
                  <a:pt x="14556" y="7965"/>
                  <a:pt x="14540" y="7965"/>
                </a:cubicBezTo>
                <a:lnTo>
                  <a:pt x="251" y="7965"/>
                </a:lnTo>
                <a:cubicBezTo>
                  <a:pt x="235" y="7965"/>
                  <a:pt x="218" y="7964"/>
                  <a:pt x="202" y="7960"/>
                </a:cubicBezTo>
                <a:cubicBezTo>
                  <a:pt x="186" y="7957"/>
                  <a:pt x="170" y="7952"/>
                  <a:pt x="155" y="7946"/>
                </a:cubicBezTo>
                <a:cubicBezTo>
                  <a:pt x="140" y="7940"/>
                  <a:pt x="125" y="7932"/>
                  <a:pt x="111" y="7923"/>
                </a:cubicBezTo>
                <a:cubicBezTo>
                  <a:pt x="98" y="7914"/>
                  <a:pt x="85" y="7903"/>
                  <a:pt x="73" y="7892"/>
                </a:cubicBezTo>
                <a:cubicBezTo>
                  <a:pt x="62" y="7880"/>
                  <a:pt x="51" y="7867"/>
                  <a:pt x="42" y="7853"/>
                </a:cubicBezTo>
                <a:cubicBezTo>
                  <a:pt x="33" y="7840"/>
                  <a:pt x="25" y="7825"/>
                  <a:pt x="19" y="7810"/>
                </a:cubicBezTo>
                <a:cubicBezTo>
                  <a:pt x="13" y="7795"/>
                  <a:pt x="8" y="7779"/>
                  <a:pt x="5" y="7763"/>
                </a:cubicBezTo>
                <a:cubicBezTo>
                  <a:pt x="1" y="7747"/>
                  <a:pt x="0" y="7730"/>
                  <a:pt x="0" y="7714"/>
                </a:cubicBezTo>
                <a:close/>
              </a:path>
            </a:pathLst>
          </a:custGeom>
          <a:noFill/>
          <a:ln w="9360">
            <a:solidFill>
              <a:srgbClr val="E3E2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5209920" y="1972800"/>
            <a:ext cx="8913600" cy="1181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66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오늘 </a:t>
            </a:r>
            <a:r>
              <a:rPr lang="en-US" sz="66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1</a:t>
            </a:r>
            <a:r>
              <a:rPr lang="ko-KR" sz="66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시간</a:t>
            </a:r>
            <a:r>
              <a:rPr lang="en-US" sz="66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, </a:t>
            </a:r>
            <a:r>
              <a:rPr lang="ko-KR" sz="66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우리가 한 것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3379320" y="4163760"/>
            <a:ext cx="456840" cy="52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6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①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2468160" y="4851720"/>
            <a:ext cx="274428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7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GPTaku Plugin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3017160" y="5510160"/>
            <a:ext cx="741960" cy="24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65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플러그인 소개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18" name=""/>
          <p:cNvSpPr/>
          <p:nvPr/>
        </p:nvSpPr>
        <p:spPr>
          <a:xfrm>
            <a:off x="6481440" y="3776400"/>
            <a:ext cx="5325120" cy="2867400"/>
          </a:xfrm>
          <a:custGeom>
            <a:avLst/>
            <a:gdLst/>
            <a:ahLst/>
            <a:rect l="0" t="0" r="r" b="b"/>
            <a:pathLst>
              <a:path w="14792" h="7965">
                <a:moveTo>
                  <a:pt x="0" y="7714"/>
                </a:moveTo>
                <a:lnTo>
                  <a:pt x="0" y="252"/>
                </a:lnTo>
                <a:cubicBezTo>
                  <a:pt x="0" y="235"/>
                  <a:pt x="2" y="219"/>
                  <a:pt x="5" y="203"/>
                </a:cubicBezTo>
                <a:cubicBezTo>
                  <a:pt x="8" y="186"/>
                  <a:pt x="13" y="171"/>
                  <a:pt x="20" y="155"/>
                </a:cubicBezTo>
                <a:cubicBezTo>
                  <a:pt x="26" y="140"/>
                  <a:pt x="34" y="126"/>
                  <a:pt x="43" y="112"/>
                </a:cubicBezTo>
                <a:cubicBezTo>
                  <a:pt x="52" y="98"/>
                  <a:pt x="62" y="86"/>
                  <a:pt x="74" y="74"/>
                </a:cubicBezTo>
                <a:cubicBezTo>
                  <a:pt x="86" y="62"/>
                  <a:pt x="98" y="52"/>
                  <a:pt x="112" y="43"/>
                </a:cubicBezTo>
                <a:cubicBezTo>
                  <a:pt x="126" y="33"/>
                  <a:pt x="140" y="26"/>
                  <a:pt x="156" y="19"/>
                </a:cubicBezTo>
                <a:cubicBezTo>
                  <a:pt x="171" y="13"/>
                  <a:pt x="187" y="8"/>
                  <a:pt x="203" y="5"/>
                </a:cubicBezTo>
                <a:cubicBezTo>
                  <a:pt x="219" y="2"/>
                  <a:pt x="235" y="0"/>
                  <a:pt x="252" y="0"/>
                </a:cubicBezTo>
                <a:lnTo>
                  <a:pt x="14540" y="0"/>
                </a:lnTo>
                <a:cubicBezTo>
                  <a:pt x="14557" y="0"/>
                  <a:pt x="14573" y="2"/>
                  <a:pt x="14589" y="5"/>
                </a:cubicBezTo>
                <a:cubicBezTo>
                  <a:pt x="14605" y="8"/>
                  <a:pt x="14621" y="13"/>
                  <a:pt x="14636" y="19"/>
                </a:cubicBezTo>
                <a:cubicBezTo>
                  <a:pt x="14652" y="26"/>
                  <a:pt x="14666" y="33"/>
                  <a:pt x="14680" y="43"/>
                </a:cubicBezTo>
                <a:cubicBezTo>
                  <a:pt x="14694" y="52"/>
                  <a:pt x="14706" y="62"/>
                  <a:pt x="14718" y="74"/>
                </a:cubicBezTo>
                <a:cubicBezTo>
                  <a:pt x="14730" y="86"/>
                  <a:pt x="14740" y="98"/>
                  <a:pt x="14749" y="112"/>
                </a:cubicBezTo>
                <a:cubicBezTo>
                  <a:pt x="14758" y="126"/>
                  <a:pt x="14766" y="140"/>
                  <a:pt x="14772" y="155"/>
                </a:cubicBezTo>
                <a:cubicBezTo>
                  <a:pt x="14779" y="171"/>
                  <a:pt x="14784" y="186"/>
                  <a:pt x="14787" y="203"/>
                </a:cubicBezTo>
                <a:cubicBezTo>
                  <a:pt x="14790" y="219"/>
                  <a:pt x="14792" y="235"/>
                  <a:pt x="14792" y="252"/>
                </a:cubicBezTo>
                <a:lnTo>
                  <a:pt x="14792" y="7714"/>
                </a:lnTo>
                <a:cubicBezTo>
                  <a:pt x="14792" y="7730"/>
                  <a:pt x="14790" y="7747"/>
                  <a:pt x="14787" y="7763"/>
                </a:cubicBezTo>
                <a:cubicBezTo>
                  <a:pt x="14784" y="7779"/>
                  <a:pt x="14779" y="7795"/>
                  <a:pt x="14772" y="7810"/>
                </a:cubicBezTo>
                <a:cubicBezTo>
                  <a:pt x="14766" y="7825"/>
                  <a:pt x="14758" y="7840"/>
                  <a:pt x="14749" y="7853"/>
                </a:cubicBezTo>
                <a:cubicBezTo>
                  <a:pt x="14740" y="7867"/>
                  <a:pt x="14730" y="7880"/>
                  <a:pt x="14718" y="7892"/>
                </a:cubicBezTo>
                <a:cubicBezTo>
                  <a:pt x="14706" y="7903"/>
                  <a:pt x="14694" y="7914"/>
                  <a:pt x="14680" y="7923"/>
                </a:cubicBezTo>
                <a:cubicBezTo>
                  <a:pt x="14666" y="7932"/>
                  <a:pt x="14652" y="7940"/>
                  <a:pt x="14636" y="7946"/>
                </a:cubicBezTo>
                <a:cubicBezTo>
                  <a:pt x="14621" y="7952"/>
                  <a:pt x="14605" y="7957"/>
                  <a:pt x="14589" y="7960"/>
                </a:cubicBezTo>
                <a:cubicBezTo>
                  <a:pt x="14573" y="7964"/>
                  <a:pt x="14557" y="7965"/>
                  <a:pt x="14540" y="7965"/>
                </a:cubicBezTo>
                <a:lnTo>
                  <a:pt x="252" y="7965"/>
                </a:lnTo>
                <a:cubicBezTo>
                  <a:pt x="235" y="7965"/>
                  <a:pt x="219" y="7964"/>
                  <a:pt x="203" y="7960"/>
                </a:cubicBezTo>
                <a:cubicBezTo>
                  <a:pt x="187" y="7957"/>
                  <a:pt x="171" y="7952"/>
                  <a:pt x="156" y="7946"/>
                </a:cubicBezTo>
                <a:cubicBezTo>
                  <a:pt x="140" y="7940"/>
                  <a:pt x="126" y="7932"/>
                  <a:pt x="112" y="7923"/>
                </a:cubicBezTo>
                <a:cubicBezTo>
                  <a:pt x="98" y="7914"/>
                  <a:pt x="86" y="7903"/>
                  <a:pt x="74" y="7892"/>
                </a:cubicBezTo>
                <a:cubicBezTo>
                  <a:pt x="62" y="7880"/>
                  <a:pt x="52" y="7867"/>
                  <a:pt x="43" y="7853"/>
                </a:cubicBezTo>
                <a:cubicBezTo>
                  <a:pt x="34" y="7840"/>
                  <a:pt x="26" y="7825"/>
                  <a:pt x="20" y="7810"/>
                </a:cubicBezTo>
                <a:cubicBezTo>
                  <a:pt x="13" y="7795"/>
                  <a:pt x="8" y="7779"/>
                  <a:pt x="5" y="7763"/>
                </a:cubicBezTo>
                <a:cubicBezTo>
                  <a:pt x="2" y="7747"/>
                  <a:pt x="0" y="7730"/>
                  <a:pt x="0" y="771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19" name=""/>
          <p:cNvSpPr/>
          <p:nvPr/>
        </p:nvSpPr>
        <p:spPr>
          <a:xfrm>
            <a:off x="6481440" y="3776400"/>
            <a:ext cx="5325120" cy="2867400"/>
          </a:xfrm>
          <a:custGeom>
            <a:avLst/>
            <a:gdLst/>
            <a:ahLst/>
            <a:rect l="0" t="0" r="r" b="b"/>
            <a:pathLst>
              <a:path w="14792" h="7965">
                <a:moveTo>
                  <a:pt x="0" y="7714"/>
                </a:moveTo>
                <a:lnTo>
                  <a:pt x="0" y="252"/>
                </a:lnTo>
                <a:cubicBezTo>
                  <a:pt x="0" y="235"/>
                  <a:pt x="2" y="219"/>
                  <a:pt x="5" y="203"/>
                </a:cubicBezTo>
                <a:cubicBezTo>
                  <a:pt x="8" y="186"/>
                  <a:pt x="13" y="171"/>
                  <a:pt x="20" y="155"/>
                </a:cubicBezTo>
                <a:cubicBezTo>
                  <a:pt x="26" y="140"/>
                  <a:pt x="34" y="126"/>
                  <a:pt x="43" y="112"/>
                </a:cubicBezTo>
                <a:cubicBezTo>
                  <a:pt x="52" y="98"/>
                  <a:pt x="62" y="86"/>
                  <a:pt x="74" y="74"/>
                </a:cubicBezTo>
                <a:cubicBezTo>
                  <a:pt x="86" y="62"/>
                  <a:pt x="98" y="52"/>
                  <a:pt x="112" y="43"/>
                </a:cubicBezTo>
                <a:cubicBezTo>
                  <a:pt x="126" y="33"/>
                  <a:pt x="140" y="26"/>
                  <a:pt x="156" y="19"/>
                </a:cubicBezTo>
                <a:cubicBezTo>
                  <a:pt x="171" y="13"/>
                  <a:pt x="187" y="8"/>
                  <a:pt x="203" y="5"/>
                </a:cubicBezTo>
                <a:cubicBezTo>
                  <a:pt x="219" y="2"/>
                  <a:pt x="235" y="0"/>
                  <a:pt x="252" y="0"/>
                </a:cubicBezTo>
                <a:lnTo>
                  <a:pt x="14540" y="0"/>
                </a:lnTo>
                <a:cubicBezTo>
                  <a:pt x="14557" y="0"/>
                  <a:pt x="14573" y="2"/>
                  <a:pt x="14589" y="5"/>
                </a:cubicBezTo>
                <a:cubicBezTo>
                  <a:pt x="14605" y="8"/>
                  <a:pt x="14621" y="13"/>
                  <a:pt x="14636" y="19"/>
                </a:cubicBezTo>
                <a:cubicBezTo>
                  <a:pt x="14652" y="26"/>
                  <a:pt x="14666" y="33"/>
                  <a:pt x="14680" y="43"/>
                </a:cubicBezTo>
                <a:cubicBezTo>
                  <a:pt x="14694" y="52"/>
                  <a:pt x="14706" y="62"/>
                  <a:pt x="14718" y="74"/>
                </a:cubicBezTo>
                <a:cubicBezTo>
                  <a:pt x="14730" y="86"/>
                  <a:pt x="14740" y="98"/>
                  <a:pt x="14749" y="112"/>
                </a:cubicBezTo>
                <a:cubicBezTo>
                  <a:pt x="14758" y="126"/>
                  <a:pt x="14766" y="140"/>
                  <a:pt x="14772" y="155"/>
                </a:cubicBezTo>
                <a:cubicBezTo>
                  <a:pt x="14779" y="171"/>
                  <a:pt x="14784" y="186"/>
                  <a:pt x="14787" y="203"/>
                </a:cubicBezTo>
                <a:cubicBezTo>
                  <a:pt x="14790" y="219"/>
                  <a:pt x="14792" y="235"/>
                  <a:pt x="14792" y="252"/>
                </a:cubicBezTo>
                <a:lnTo>
                  <a:pt x="14792" y="7714"/>
                </a:lnTo>
                <a:cubicBezTo>
                  <a:pt x="14792" y="7730"/>
                  <a:pt x="14790" y="7747"/>
                  <a:pt x="14787" y="7763"/>
                </a:cubicBezTo>
                <a:cubicBezTo>
                  <a:pt x="14784" y="7779"/>
                  <a:pt x="14779" y="7795"/>
                  <a:pt x="14772" y="7810"/>
                </a:cubicBezTo>
                <a:cubicBezTo>
                  <a:pt x="14766" y="7825"/>
                  <a:pt x="14758" y="7840"/>
                  <a:pt x="14749" y="7853"/>
                </a:cubicBezTo>
                <a:cubicBezTo>
                  <a:pt x="14740" y="7867"/>
                  <a:pt x="14730" y="7880"/>
                  <a:pt x="14718" y="7892"/>
                </a:cubicBezTo>
                <a:cubicBezTo>
                  <a:pt x="14706" y="7903"/>
                  <a:pt x="14694" y="7914"/>
                  <a:pt x="14680" y="7923"/>
                </a:cubicBezTo>
                <a:cubicBezTo>
                  <a:pt x="14666" y="7932"/>
                  <a:pt x="14652" y="7940"/>
                  <a:pt x="14636" y="7946"/>
                </a:cubicBezTo>
                <a:cubicBezTo>
                  <a:pt x="14621" y="7952"/>
                  <a:pt x="14605" y="7957"/>
                  <a:pt x="14589" y="7960"/>
                </a:cubicBezTo>
                <a:cubicBezTo>
                  <a:pt x="14573" y="7964"/>
                  <a:pt x="14557" y="7965"/>
                  <a:pt x="14540" y="7965"/>
                </a:cubicBezTo>
                <a:lnTo>
                  <a:pt x="252" y="7965"/>
                </a:lnTo>
                <a:cubicBezTo>
                  <a:pt x="235" y="7965"/>
                  <a:pt x="219" y="7964"/>
                  <a:pt x="203" y="7960"/>
                </a:cubicBezTo>
                <a:cubicBezTo>
                  <a:pt x="187" y="7957"/>
                  <a:pt x="171" y="7952"/>
                  <a:pt x="156" y="7946"/>
                </a:cubicBezTo>
                <a:cubicBezTo>
                  <a:pt x="140" y="7940"/>
                  <a:pt x="126" y="7932"/>
                  <a:pt x="112" y="7923"/>
                </a:cubicBezTo>
                <a:cubicBezTo>
                  <a:pt x="98" y="7914"/>
                  <a:pt x="86" y="7903"/>
                  <a:pt x="74" y="7892"/>
                </a:cubicBezTo>
                <a:cubicBezTo>
                  <a:pt x="62" y="7880"/>
                  <a:pt x="52" y="7867"/>
                  <a:pt x="43" y="7853"/>
                </a:cubicBezTo>
                <a:cubicBezTo>
                  <a:pt x="34" y="7840"/>
                  <a:pt x="26" y="7825"/>
                  <a:pt x="20" y="7810"/>
                </a:cubicBezTo>
                <a:cubicBezTo>
                  <a:pt x="13" y="7795"/>
                  <a:pt x="8" y="7779"/>
                  <a:pt x="5" y="7763"/>
                </a:cubicBezTo>
                <a:cubicBezTo>
                  <a:pt x="2" y="7747"/>
                  <a:pt x="0" y="7730"/>
                  <a:pt x="0" y="7714"/>
                </a:cubicBezTo>
                <a:close/>
              </a:path>
            </a:pathLst>
          </a:custGeom>
          <a:noFill/>
          <a:ln w="9360">
            <a:solidFill>
              <a:srgbClr val="E3E2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3080160" y="5833800"/>
            <a:ext cx="10566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(Session 1)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8942040" y="4163760"/>
            <a:ext cx="456840" cy="52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6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②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8355960" y="4851720"/>
            <a:ext cx="190080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7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Skill </a:t>
            </a:r>
            <a:r>
              <a:rPr lang="ko-KR" sz="27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만들기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8464320" y="5510160"/>
            <a:ext cx="979920" cy="24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65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커머스 검색 스킬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24" name=""/>
          <p:cNvSpPr/>
          <p:nvPr/>
        </p:nvSpPr>
        <p:spPr>
          <a:xfrm>
            <a:off x="12044160" y="3776400"/>
            <a:ext cx="5324760" cy="2867400"/>
          </a:xfrm>
          <a:custGeom>
            <a:avLst/>
            <a:gdLst/>
            <a:ahLst/>
            <a:rect l="0" t="0" r="r" b="b"/>
            <a:pathLst>
              <a:path w="14791" h="7965">
                <a:moveTo>
                  <a:pt x="0" y="7714"/>
                </a:moveTo>
                <a:lnTo>
                  <a:pt x="0" y="252"/>
                </a:lnTo>
                <a:cubicBezTo>
                  <a:pt x="0" y="235"/>
                  <a:pt x="2" y="219"/>
                  <a:pt x="5" y="203"/>
                </a:cubicBezTo>
                <a:cubicBezTo>
                  <a:pt x="8" y="186"/>
                  <a:pt x="13" y="171"/>
                  <a:pt x="19" y="155"/>
                </a:cubicBezTo>
                <a:cubicBezTo>
                  <a:pt x="26" y="140"/>
                  <a:pt x="33" y="126"/>
                  <a:pt x="42" y="112"/>
                </a:cubicBezTo>
                <a:cubicBezTo>
                  <a:pt x="52" y="98"/>
                  <a:pt x="62" y="86"/>
                  <a:pt x="74" y="74"/>
                </a:cubicBezTo>
                <a:cubicBezTo>
                  <a:pt x="85" y="62"/>
                  <a:pt x="98" y="52"/>
                  <a:pt x="112" y="43"/>
                </a:cubicBezTo>
                <a:cubicBezTo>
                  <a:pt x="125" y="33"/>
                  <a:pt x="140" y="26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9" y="2"/>
                  <a:pt x="235" y="0"/>
                  <a:pt x="251" y="0"/>
                </a:cubicBezTo>
                <a:lnTo>
                  <a:pt x="14540" y="0"/>
                </a:lnTo>
                <a:cubicBezTo>
                  <a:pt x="14556" y="0"/>
                  <a:pt x="14573" y="2"/>
                  <a:pt x="14589" y="5"/>
                </a:cubicBezTo>
                <a:cubicBezTo>
                  <a:pt x="14605" y="8"/>
                  <a:pt x="14621" y="13"/>
                  <a:pt x="14636" y="19"/>
                </a:cubicBezTo>
                <a:cubicBezTo>
                  <a:pt x="14651" y="26"/>
                  <a:pt x="14666" y="33"/>
                  <a:pt x="14680" y="43"/>
                </a:cubicBezTo>
                <a:cubicBezTo>
                  <a:pt x="14693" y="52"/>
                  <a:pt x="14706" y="62"/>
                  <a:pt x="14718" y="74"/>
                </a:cubicBezTo>
                <a:cubicBezTo>
                  <a:pt x="14729" y="86"/>
                  <a:pt x="14740" y="98"/>
                  <a:pt x="14749" y="112"/>
                </a:cubicBezTo>
                <a:cubicBezTo>
                  <a:pt x="14758" y="126"/>
                  <a:pt x="14766" y="140"/>
                  <a:pt x="14772" y="155"/>
                </a:cubicBezTo>
                <a:cubicBezTo>
                  <a:pt x="14778" y="171"/>
                  <a:pt x="14783" y="186"/>
                  <a:pt x="14786" y="203"/>
                </a:cubicBezTo>
                <a:cubicBezTo>
                  <a:pt x="14790" y="219"/>
                  <a:pt x="14791" y="235"/>
                  <a:pt x="14791" y="252"/>
                </a:cubicBezTo>
                <a:lnTo>
                  <a:pt x="14791" y="7714"/>
                </a:lnTo>
                <a:cubicBezTo>
                  <a:pt x="14791" y="7730"/>
                  <a:pt x="14790" y="7747"/>
                  <a:pt x="14786" y="7763"/>
                </a:cubicBezTo>
                <a:cubicBezTo>
                  <a:pt x="14783" y="7779"/>
                  <a:pt x="14778" y="7795"/>
                  <a:pt x="14772" y="7810"/>
                </a:cubicBezTo>
                <a:cubicBezTo>
                  <a:pt x="14766" y="7825"/>
                  <a:pt x="14758" y="7840"/>
                  <a:pt x="14749" y="7853"/>
                </a:cubicBezTo>
                <a:cubicBezTo>
                  <a:pt x="14740" y="7867"/>
                  <a:pt x="14729" y="7880"/>
                  <a:pt x="14718" y="7892"/>
                </a:cubicBezTo>
                <a:cubicBezTo>
                  <a:pt x="14706" y="7903"/>
                  <a:pt x="14693" y="7914"/>
                  <a:pt x="14680" y="7923"/>
                </a:cubicBezTo>
                <a:cubicBezTo>
                  <a:pt x="14666" y="7932"/>
                  <a:pt x="14651" y="7940"/>
                  <a:pt x="14636" y="7946"/>
                </a:cubicBezTo>
                <a:cubicBezTo>
                  <a:pt x="14621" y="7952"/>
                  <a:pt x="14605" y="7957"/>
                  <a:pt x="14589" y="7960"/>
                </a:cubicBezTo>
                <a:cubicBezTo>
                  <a:pt x="14573" y="7964"/>
                  <a:pt x="14556" y="7965"/>
                  <a:pt x="14540" y="7965"/>
                </a:cubicBezTo>
                <a:lnTo>
                  <a:pt x="251" y="7965"/>
                </a:lnTo>
                <a:cubicBezTo>
                  <a:pt x="235" y="7965"/>
                  <a:pt x="219" y="7964"/>
                  <a:pt x="202" y="7960"/>
                </a:cubicBezTo>
                <a:cubicBezTo>
                  <a:pt x="186" y="7957"/>
                  <a:pt x="170" y="7952"/>
                  <a:pt x="155" y="7946"/>
                </a:cubicBezTo>
                <a:cubicBezTo>
                  <a:pt x="140" y="7940"/>
                  <a:pt x="125" y="7932"/>
                  <a:pt x="112" y="7923"/>
                </a:cubicBezTo>
                <a:cubicBezTo>
                  <a:pt x="98" y="7914"/>
                  <a:pt x="85" y="7903"/>
                  <a:pt x="74" y="7892"/>
                </a:cubicBezTo>
                <a:cubicBezTo>
                  <a:pt x="62" y="7880"/>
                  <a:pt x="52" y="7867"/>
                  <a:pt x="42" y="7853"/>
                </a:cubicBezTo>
                <a:cubicBezTo>
                  <a:pt x="33" y="7840"/>
                  <a:pt x="26" y="7825"/>
                  <a:pt x="19" y="7810"/>
                </a:cubicBezTo>
                <a:cubicBezTo>
                  <a:pt x="13" y="7795"/>
                  <a:pt x="8" y="7779"/>
                  <a:pt x="5" y="7763"/>
                </a:cubicBezTo>
                <a:cubicBezTo>
                  <a:pt x="2" y="7747"/>
                  <a:pt x="0" y="7730"/>
                  <a:pt x="0" y="771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25" name=""/>
          <p:cNvSpPr/>
          <p:nvPr/>
        </p:nvSpPr>
        <p:spPr>
          <a:xfrm>
            <a:off x="12044160" y="3776400"/>
            <a:ext cx="5324760" cy="2867400"/>
          </a:xfrm>
          <a:custGeom>
            <a:avLst/>
            <a:gdLst/>
            <a:ahLst/>
            <a:rect l="0" t="0" r="r" b="b"/>
            <a:pathLst>
              <a:path w="14791" h="7965">
                <a:moveTo>
                  <a:pt x="0" y="7714"/>
                </a:moveTo>
                <a:lnTo>
                  <a:pt x="0" y="252"/>
                </a:lnTo>
                <a:cubicBezTo>
                  <a:pt x="0" y="235"/>
                  <a:pt x="2" y="219"/>
                  <a:pt x="5" y="203"/>
                </a:cubicBezTo>
                <a:cubicBezTo>
                  <a:pt x="8" y="186"/>
                  <a:pt x="13" y="171"/>
                  <a:pt x="19" y="155"/>
                </a:cubicBezTo>
                <a:cubicBezTo>
                  <a:pt x="26" y="140"/>
                  <a:pt x="33" y="126"/>
                  <a:pt x="42" y="112"/>
                </a:cubicBezTo>
                <a:cubicBezTo>
                  <a:pt x="52" y="98"/>
                  <a:pt x="62" y="86"/>
                  <a:pt x="74" y="74"/>
                </a:cubicBezTo>
                <a:cubicBezTo>
                  <a:pt x="85" y="62"/>
                  <a:pt x="98" y="52"/>
                  <a:pt x="112" y="43"/>
                </a:cubicBezTo>
                <a:cubicBezTo>
                  <a:pt x="125" y="33"/>
                  <a:pt x="140" y="26"/>
                  <a:pt x="155" y="19"/>
                </a:cubicBezTo>
                <a:cubicBezTo>
                  <a:pt x="170" y="13"/>
                  <a:pt x="186" y="8"/>
                  <a:pt x="202" y="5"/>
                </a:cubicBezTo>
                <a:cubicBezTo>
                  <a:pt x="219" y="2"/>
                  <a:pt x="235" y="0"/>
                  <a:pt x="251" y="0"/>
                </a:cubicBezTo>
                <a:lnTo>
                  <a:pt x="14540" y="0"/>
                </a:lnTo>
                <a:cubicBezTo>
                  <a:pt x="14556" y="0"/>
                  <a:pt x="14573" y="2"/>
                  <a:pt x="14589" y="5"/>
                </a:cubicBezTo>
                <a:cubicBezTo>
                  <a:pt x="14605" y="8"/>
                  <a:pt x="14621" y="13"/>
                  <a:pt x="14636" y="19"/>
                </a:cubicBezTo>
                <a:cubicBezTo>
                  <a:pt x="14651" y="26"/>
                  <a:pt x="14666" y="33"/>
                  <a:pt x="14680" y="43"/>
                </a:cubicBezTo>
                <a:cubicBezTo>
                  <a:pt x="14693" y="52"/>
                  <a:pt x="14706" y="62"/>
                  <a:pt x="14718" y="74"/>
                </a:cubicBezTo>
                <a:cubicBezTo>
                  <a:pt x="14729" y="86"/>
                  <a:pt x="14740" y="98"/>
                  <a:pt x="14749" y="112"/>
                </a:cubicBezTo>
                <a:cubicBezTo>
                  <a:pt x="14758" y="126"/>
                  <a:pt x="14766" y="140"/>
                  <a:pt x="14772" y="155"/>
                </a:cubicBezTo>
                <a:cubicBezTo>
                  <a:pt x="14778" y="171"/>
                  <a:pt x="14783" y="186"/>
                  <a:pt x="14786" y="203"/>
                </a:cubicBezTo>
                <a:cubicBezTo>
                  <a:pt x="14790" y="219"/>
                  <a:pt x="14791" y="235"/>
                  <a:pt x="14791" y="252"/>
                </a:cubicBezTo>
                <a:lnTo>
                  <a:pt x="14791" y="7714"/>
                </a:lnTo>
                <a:cubicBezTo>
                  <a:pt x="14791" y="7730"/>
                  <a:pt x="14790" y="7747"/>
                  <a:pt x="14786" y="7763"/>
                </a:cubicBezTo>
                <a:cubicBezTo>
                  <a:pt x="14783" y="7779"/>
                  <a:pt x="14778" y="7795"/>
                  <a:pt x="14772" y="7810"/>
                </a:cubicBezTo>
                <a:cubicBezTo>
                  <a:pt x="14766" y="7825"/>
                  <a:pt x="14758" y="7840"/>
                  <a:pt x="14749" y="7853"/>
                </a:cubicBezTo>
                <a:cubicBezTo>
                  <a:pt x="14740" y="7867"/>
                  <a:pt x="14729" y="7880"/>
                  <a:pt x="14718" y="7892"/>
                </a:cubicBezTo>
                <a:cubicBezTo>
                  <a:pt x="14706" y="7903"/>
                  <a:pt x="14693" y="7914"/>
                  <a:pt x="14680" y="7923"/>
                </a:cubicBezTo>
                <a:cubicBezTo>
                  <a:pt x="14666" y="7932"/>
                  <a:pt x="14651" y="7940"/>
                  <a:pt x="14636" y="7946"/>
                </a:cubicBezTo>
                <a:cubicBezTo>
                  <a:pt x="14621" y="7952"/>
                  <a:pt x="14605" y="7957"/>
                  <a:pt x="14589" y="7960"/>
                </a:cubicBezTo>
                <a:cubicBezTo>
                  <a:pt x="14573" y="7964"/>
                  <a:pt x="14556" y="7965"/>
                  <a:pt x="14540" y="7965"/>
                </a:cubicBezTo>
                <a:lnTo>
                  <a:pt x="251" y="7965"/>
                </a:lnTo>
                <a:cubicBezTo>
                  <a:pt x="235" y="7965"/>
                  <a:pt x="219" y="7964"/>
                  <a:pt x="202" y="7960"/>
                </a:cubicBezTo>
                <a:cubicBezTo>
                  <a:pt x="186" y="7957"/>
                  <a:pt x="170" y="7952"/>
                  <a:pt x="155" y="7946"/>
                </a:cubicBezTo>
                <a:cubicBezTo>
                  <a:pt x="140" y="7940"/>
                  <a:pt x="125" y="7932"/>
                  <a:pt x="112" y="7923"/>
                </a:cubicBezTo>
                <a:cubicBezTo>
                  <a:pt x="98" y="7914"/>
                  <a:pt x="85" y="7903"/>
                  <a:pt x="74" y="7892"/>
                </a:cubicBezTo>
                <a:cubicBezTo>
                  <a:pt x="62" y="7880"/>
                  <a:pt x="52" y="7867"/>
                  <a:pt x="42" y="7853"/>
                </a:cubicBezTo>
                <a:cubicBezTo>
                  <a:pt x="33" y="7840"/>
                  <a:pt x="26" y="7825"/>
                  <a:pt x="19" y="7810"/>
                </a:cubicBezTo>
                <a:cubicBezTo>
                  <a:pt x="13" y="7795"/>
                  <a:pt x="8" y="7779"/>
                  <a:pt x="5" y="7763"/>
                </a:cubicBezTo>
                <a:cubicBezTo>
                  <a:pt x="2" y="7747"/>
                  <a:pt x="0" y="7730"/>
                  <a:pt x="0" y="7714"/>
                </a:cubicBezTo>
                <a:close/>
              </a:path>
            </a:pathLst>
          </a:custGeom>
          <a:noFill/>
          <a:ln w="9360">
            <a:solidFill>
              <a:srgbClr val="E3E2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8627040" y="5833800"/>
            <a:ext cx="10566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(Session 2)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14504760" y="4163760"/>
            <a:ext cx="456840" cy="52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6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③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13691160" y="4851720"/>
            <a:ext cx="2477520" cy="484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7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Agent Teams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13743360" y="5510160"/>
            <a:ext cx="15444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kkirikkiri </a:t>
            </a:r>
            <a:r>
              <a:rPr lang="ko-KR" sz="165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트렌드 리포트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14186520" y="5833800"/>
            <a:ext cx="105660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(Session 3)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31" name=""/>
          <p:cNvSpPr/>
          <p:nvPr/>
        </p:nvSpPr>
        <p:spPr>
          <a:xfrm>
            <a:off x="9677160" y="7657920"/>
            <a:ext cx="1524240" cy="457560"/>
          </a:xfrm>
          <a:custGeom>
            <a:avLst/>
            <a:gdLst/>
            <a:ahLst/>
            <a:rect l="0" t="0" r="r" b="b"/>
            <a:pathLst>
              <a:path w="4234" h="1271">
                <a:moveTo>
                  <a:pt x="0" y="1112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076" y="0"/>
                </a:lnTo>
                <a:cubicBezTo>
                  <a:pt x="4086" y="0"/>
                  <a:pt x="4096" y="1"/>
                  <a:pt x="4107" y="3"/>
                </a:cubicBezTo>
                <a:cubicBezTo>
                  <a:pt x="4117" y="5"/>
                  <a:pt x="4127" y="8"/>
                  <a:pt x="4136" y="12"/>
                </a:cubicBezTo>
                <a:cubicBezTo>
                  <a:pt x="4146" y="16"/>
                  <a:pt x="4155" y="21"/>
                  <a:pt x="4164" y="27"/>
                </a:cubicBezTo>
                <a:cubicBezTo>
                  <a:pt x="4173" y="33"/>
                  <a:pt x="4181" y="39"/>
                  <a:pt x="4188" y="46"/>
                </a:cubicBezTo>
                <a:cubicBezTo>
                  <a:pt x="4195" y="54"/>
                  <a:pt x="4202" y="62"/>
                  <a:pt x="4208" y="71"/>
                </a:cubicBezTo>
                <a:cubicBezTo>
                  <a:pt x="4214" y="79"/>
                  <a:pt x="4218" y="88"/>
                  <a:pt x="4222" y="98"/>
                </a:cubicBezTo>
                <a:cubicBezTo>
                  <a:pt x="4226" y="108"/>
                  <a:pt x="4229" y="118"/>
                  <a:pt x="4231" y="128"/>
                </a:cubicBezTo>
                <a:cubicBezTo>
                  <a:pt x="4233" y="138"/>
                  <a:pt x="4234" y="148"/>
                  <a:pt x="4234" y="159"/>
                </a:cubicBezTo>
                <a:lnTo>
                  <a:pt x="4234" y="1112"/>
                </a:lnTo>
                <a:cubicBezTo>
                  <a:pt x="4234" y="1123"/>
                  <a:pt x="4233" y="1133"/>
                  <a:pt x="4231" y="1143"/>
                </a:cubicBezTo>
                <a:cubicBezTo>
                  <a:pt x="4229" y="1153"/>
                  <a:pt x="4226" y="1163"/>
                  <a:pt x="4222" y="1173"/>
                </a:cubicBezTo>
                <a:cubicBezTo>
                  <a:pt x="4218" y="1183"/>
                  <a:pt x="4214" y="1192"/>
                  <a:pt x="4208" y="1200"/>
                </a:cubicBezTo>
                <a:cubicBezTo>
                  <a:pt x="4202" y="1209"/>
                  <a:pt x="4195" y="1217"/>
                  <a:pt x="4188" y="1224"/>
                </a:cubicBezTo>
                <a:cubicBezTo>
                  <a:pt x="4181" y="1232"/>
                  <a:pt x="4173" y="1238"/>
                  <a:pt x="4164" y="1244"/>
                </a:cubicBezTo>
                <a:cubicBezTo>
                  <a:pt x="4155" y="1250"/>
                  <a:pt x="4146" y="1255"/>
                  <a:pt x="4136" y="1259"/>
                </a:cubicBezTo>
                <a:cubicBezTo>
                  <a:pt x="4127" y="1263"/>
                  <a:pt x="4117" y="1266"/>
                  <a:pt x="4107" y="1268"/>
                </a:cubicBezTo>
                <a:cubicBezTo>
                  <a:pt x="4096" y="1270"/>
                  <a:pt x="4086" y="1271"/>
                  <a:pt x="4076" y="1271"/>
                </a:cubicBezTo>
                <a:lnTo>
                  <a:pt x="159" y="1271"/>
                </a:lnTo>
                <a:cubicBezTo>
                  <a:pt x="148" y="1271"/>
                  <a:pt x="138" y="1270"/>
                  <a:pt x="128" y="1268"/>
                </a:cubicBezTo>
                <a:cubicBezTo>
                  <a:pt x="118" y="1266"/>
                  <a:pt x="108" y="1263"/>
                  <a:pt x="98" y="1259"/>
                </a:cubicBezTo>
                <a:cubicBezTo>
                  <a:pt x="89" y="1255"/>
                  <a:pt x="79" y="1250"/>
                  <a:pt x="71" y="1244"/>
                </a:cubicBezTo>
                <a:cubicBezTo>
                  <a:pt x="62" y="1238"/>
                  <a:pt x="54" y="1232"/>
                  <a:pt x="47" y="1224"/>
                </a:cubicBezTo>
                <a:cubicBezTo>
                  <a:pt x="39" y="1217"/>
                  <a:pt x="33" y="1209"/>
                  <a:pt x="27" y="1200"/>
                </a:cubicBezTo>
                <a:cubicBezTo>
                  <a:pt x="21" y="1192"/>
                  <a:pt x="16" y="1183"/>
                  <a:pt x="12" y="1173"/>
                </a:cubicBezTo>
                <a:cubicBezTo>
                  <a:pt x="8" y="1163"/>
                  <a:pt x="5" y="1153"/>
                  <a:pt x="3" y="1143"/>
                </a:cubicBezTo>
                <a:cubicBezTo>
                  <a:pt x="1" y="1133"/>
                  <a:pt x="0" y="1123"/>
                  <a:pt x="0" y="1112"/>
                </a:cubicBezTo>
                <a:close/>
              </a:path>
            </a:pathLst>
          </a:custGeom>
          <a:solidFill>
            <a:srgbClr val="D977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7082640" y="7654680"/>
            <a:ext cx="2025000" cy="43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2550" b="0" u="none" strike="noStrike">
                <a:solidFill>
                  <a:srgbClr val="000000"/>
                </a:solidFill>
                <a:effectLst/>
                <a:uFillTx/>
                <a:latin typeface="PretendardVariable"/>
                <a:ea typeface="PretendardVariable"/>
              </a:rPr>
              <a:t>더도 말고 덜도 말고</a:t>
            </a:r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PretendardVariable"/>
                <a:ea typeface="PretendardVariable"/>
              </a:rPr>
              <a:t>,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9812520" y="7644600"/>
            <a:ext cx="142236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2550" b="1" u="none" strike="noStrike">
                <a:solidFill>
                  <a:srgbClr val="FFFFFF"/>
                </a:solidFill>
                <a:effectLst/>
                <a:uFillTx/>
                <a:latin typeface="PretendardVariable-Semi"/>
                <a:ea typeface="PretendardVariable-Semi"/>
              </a:rPr>
              <a:t>딱 이 </a:t>
            </a:r>
            <a:r>
              <a:rPr lang="en-US" sz="2550" b="1" u="none" strike="noStrike">
                <a:solidFill>
                  <a:srgbClr val="FFFFFF"/>
                </a:solidFill>
                <a:effectLst/>
                <a:uFillTx/>
                <a:latin typeface="PretendardVariable-Semi"/>
                <a:ea typeface="PretendardVariable-Semi"/>
              </a:rPr>
              <a:t>3</a:t>
            </a:r>
            <a:r>
              <a:rPr lang="ko-KR" sz="2550" b="1" u="none" strike="noStrike">
                <a:solidFill>
                  <a:srgbClr val="FFFFFF"/>
                </a:solidFill>
                <a:effectLst/>
                <a:uFillTx/>
                <a:latin typeface="PretendardVariable-Semi"/>
                <a:ea typeface="PretendardVariable-Semi"/>
              </a:rPr>
              <a:t>개</a:t>
            </a:r>
            <a:r>
              <a:rPr lang="en-US" sz="2550" b="1" u="none" strike="noStrike">
                <a:solidFill>
                  <a:srgbClr val="FFFFFF"/>
                </a:solidFill>
                <a:effectLst/>
                <a:uFillTx/>
                <a:latin typeface="PretendardVariable-Semi"/>
                <a:ea typeface="PretendardVariable-Semi"/>
              </a:rPr>
              <a:t>.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35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36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6960960" y="2364480"/>
            <a:ext cx="3246120" cy="510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3000" b="0" u="none" strike="noStrike">
                <a:solidFill>
                  <a:srgbClr val="B0B0B0"/>
                </a:solidFill>
                <a:effectLst/>
                <a:uFillTx/>
                <a:latin typeface="PretendardVariable"/>
                <a:ea typeface="PretendardVariable"/>
              </a:rPr>
              <a:t>제가 진심으로 드리고 싶은 말</a:t>
            </a:r>
            <a:r>
              <a:rPr lang="en-US" sz="3000" b="0" u="none" strike="noStrike">
                <a:solidFill>
                  <a:srgbClr val="B0B0B0"/>
                </a:solidFill>
                <a:effectLst/>
                <a:uFillTx/>
                <a:latin typeface="PretendardVariable"/>
                <a:ea typeface="PretendardVariable"/>
              </a:rPr>
              <a:t>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5429880" y="3483000"/>
            <a:ext cx="9083520" cy="177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900" b="1" u="none" strike="noStrike">
                <a:solidFill>
                  <a:srgbClr val="F7F7F7"/>
                </a:solidFill>
                <a:effectLst/>
                <a:uFillTx/>
                <a:latin typeface="PretendardVariable-Semi"/>
                <a:ea typeface="PretendardVariable-Semi"/>
              </a:rPr>
              <a:t>Claude Code,</a:t>
            </a:r>
            <a:endParaRPr lang="en-US" sz="9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4914720" y="4816440"/>
            <a:ext cx="9748440" cy="177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9900" b="1" u="none" strike="noStrike">
                <a:solidFill>
                  <a:srgbClr val="F7F7F7"/>
                </a:solidFill>
                <a:effectLst/>
                <a:uFillTx/>
                <a:latin typeface="PretendardVariable-Semi"/>
                <a:ea typeface="PretendardVariable-Semi"/>
              </a:rPr>
              <a:t>꼭 한 번 써보세요</a:t>
            </a:r>
            <a:r>
              <a:rPr lang="en-US" sz="9900" b="1" u="none" strike="noStrike">
                <a:solidFill>
                  <a:srgbClr val="F7F7F7"/>
                </a:solidFill>
                <a:effectLst/>
                <a:uFillTx/>
                <a:latin typeface="PretendardVariable-Semi"/>
                <a:ea typeface="PretendardVariable-Semi"/>
              </a:rPr>
              <a:t>.</a:t>
            </a:r>
            <a:endParaRPr lang="en-US" sz="99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41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42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43" name=""/>
          <p:cNvSpPr/>
          <p:nvPr/>
        </p:nvSpPr>
        <p:spPr>
          <a:xfrm>
            <a:off x="1857240" y="1571400"/>
            <a:ext cx="4200840" cy="676800"/>
          </a:xfrm>
          <a:custGeom>
            <a:avLst/>
            <a:gdLst/>
            <a:ahLst/>
            <a:rect l="0" t="0" r="r" b="b"/>
            <a:pathLst>
              <a:path w="11669" h="1880">
                <a:moveTo>
                  <a:pt x="0" y="1615"/>
                </a:moveTo>
                <a:lnTo>
                  <a:pt x="0" y="265"/>
                </a:lnTo>
                <a:cubicBezTo>
                  <a:pt x="0" y="247"/>
                  <a:pt x="2" y="230"/>
                  <a:pt x="5" y="213"/>
                </a:cubicBezTo>
                <a:cubicBezTo>
                  <a:pt x="8" y="196"/>
                  <a:pt x="13" y="180"/>
                  <a:pt x="20" y="163"/>
                </a:cubicBezTo>
                <a:cubicBezTo>
                  <a:pt x="27" y="147"/>
                  <a:pt x="35" y="132"/>
                  <a:pt x="44" y="118"/>
                </a:cubicBezTo>
                <a:cubicBezTo>
                  <a:pt x="54" y="103"/>
                  <a:pt x="65" y="90"/>
                  <a:pt x="77" y="78"/>
                </a:cubicBezTo>
                <a:cubicBezTo>
                  <a:pt x="90" y="65"/>
                  <a:pt x="103" y="54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4"/>
                  <a:pt x="196" y="9"/>
                  <a:pt x="213" y="5"/>
                </a:cubicBezTo>
                <a:cubicBezTo>
                  <a:pt x="230" y="2"/>
                  <a:pt x="247" y="0"/>
                  <a:pt x="264" y="0"/>
                </a:cubicBezTo>
                <a:lnTo>
                  <a:pt x="11404" y="0"/>
                </a:lnTo>
                <a:cubicBezTo>
                  <a:pt x="11422" y="0"/>
                  <a:pt x="11439" y="2"/>
                  <a:pt x="11456" y="5"/>
                </a:cubicBezTo>
                <a:cubicBezTo>
                  <a:pt x="11473" y="9"/>
                  <a:pt x="11490" y="14"/>
                  <a:pt x="11506" y="20"/>
                </a:cubicBezTo>
                <a:cubicBezTo>
                  <a:pt x="11522" y="27"/>
                  <a:pt x="11537" y="35"/>
                  <a:pt x="11551" y="45"/>
                </a:cubicBezTo>
                <a:cubicBezTo>
                  <a:pt x="11566" y="54"/>
                  <a:pt x="11579" y="65"/>
                  <a:pt x="11592" y="78"/>
                </a:cubicBezTo>
                <a:cubicBezTo>
                  <a:pt x="11604" y="90"/>
                  <a:pt x="11615" y="103"/>
                  <a:pt x="11624" y="118"/>
                </a:cubicBezTo>
                <a:cubicBezTo>
                  <a:pt x="11634" y="132"/>
                  <a:pt x="11642" y="147"/>
                  <a:pt x="11649" y="163"/>
                </a:cubicBezTo>
                <a:cubicBezTo>
                  <a:pt x="11656" y="180"/>
                  <a:pt x="11661" y="196"/>
                  <a:pt x="11664" y="213"/>
                </a:cubicBezTo>
                <a:cubicBezTo>
                  <a:pt x="11667" y="230"/>
                  <a:pt x="11669" y="247"/>
                  <a:pt x="11669" y="265"/>
                </a:cubicBezTo>
                <a:lnTo>
                  <a:pt x="11669" y="1615"/>
                </a:lnTo>
                <a:cubicBezTo>
                  <a:pt x="11669" y="1632"/>
                  <a:pt x="11667" y="1650"/>
                  <a:pt x="11664" y="1667"/>
                </a:cubicBezTo>
                <a:cubicBezTo>
                  <a:pt x="11661" y="1684"/>
                  <a:pt x="11656" y="1700"/>
                  <a:pt x="11649" y="1716"/>
                </a:cubicBezTo>
                <a:cubicBezTo>
                  <a:pt x="11642" y="1732"/>
                  <a:pt x="11634" y="1748"/>
                  <a:pt x="11624" y="1762"/>
                </a:cubicBezTo>
                <a:cubicBezTo>
                  <a:pt x="11615" y="1777"/>
                  <a:pt x="11604" y="1790"/>
                  <a:pt x="11592" y="1802"/>
                </a:cubicBezTo>
                <a:cubicBezTo>
                  <a:pt x="11579" y="1814"/>
                  <a:pt x="11566" y="1825"/>
                  <a:pt x="11551" y="1835"/>
                </a:cubicBezTo>
                <a:cubicBezTo>
                  <a:pt x="11537" y="1845"/>
                  <a:pt x="11522" y="1853"/>
                  <a:pt x="11506" y="1860"/>
                </a:cubicBezTo>
                <a:cubicBezTo>
                  <a:pt x="11490" y="1866"/>
                  <a:pt x="11473" y="1871"/>
                  <a:pt x="11456" y="1875"/>
                </a:cubicBezTo>
                <a:cubicBezTo>
                  <a:pt x="11439" y="1878"/>
                  <a:pt x="11422" y="1880"/>
                  <a:pt x="11404" y="1880"/>
                </a:cubicBezTo>
                <a:lnTo>
                  <a:pt x="264" y="1880"/>
                </a:lnTo>
                <a:cubicBezTo>
                  <a:pt x="247" y="1880"/>
                  <a:pt x="230" y="1878"/>
                  <a:pt x="213" y="1875"/>
                </a:cubicBezTo>
                <a:cubicBezTo>
                  <a:pt x="196" y="1871"/>
                  <a:pt x="179" y="1866"/>
                  <a:pt x="163" y="1860"/>
                </a:cubicBezTo>
                <a:cubicBezTo>
                  <a:pt x="147" y="1853"/>
                  <a:pt x="132" y="1845"/>
                  <a:pt x="117" y="1835"/>
                </a:cubicBezTo>
                <a:cubicBezTo>
                  <a:pt x="103" y="1825"/>
                  <a:pt x="90" y="1814"/>
                  <a:pt x="77" y="1802"/>
                </a:cubicBezTo>
                <a:cubicBezTo>
                  <a:pt x="65" y="1790"/>
                  <a:pt x="54" y="1777"/>
                  <a:pt x="44" y="1762"/>
                </a:cubicBezTo>
                <a:cubicBezTo>
                  <a:pt x="35" y="1748"/>
                  <a:pt x="27" y="1732"/>
                  <a:pt x="20" y="1716"/>
                </a:cubicBezTo>
                <a:cubicBezTo>
                  <a:pt x="13" y="1700"/>
                  <a:pt x="8" y="1684"/>
                  <a:pt x="5" y="1667"/>
                </a:cubicBezTo>
                <a:cubicBezTo>
                  <a:pt x="2" y="1650"/>
                  <a:pt x="0" y="1632"/>
                  <a:pt x="0" y="1615"/>
                </a:cubicBezTo>
                <a:close/>
              </a:path>
            </a:pathLst>
          </a:custGeom>
          <a:solidFill>
            <a:srgbClr val="FFF4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1858680" y="841320"/>
            <a:ext cx="4961520" cy="614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42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더 깊게 가고 싶으시면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45" name=""/>
          <p:cNvSpPr/>
          <p:nvPr/>
        </p:nvSpPr>
        <p:spPr>
          <a:xfrm>
            <a:off x="1876320" y="2747880"/>
            <a:ext cx="4681800" cy="4696200"/>
          </a:xfrm>
          <a:custGeom>
            <a:avLst/>
            <a:gdLst/>
            <a:ahLst/>
            <a:rect l="0" t="0" r="r" b="b"/>
            <a:pathLst>
              <a:path w="13005" h="13045">
                <a:moveTo>
                  <a:pt x="0" y="12793"/>
                </a:moveTo>
                <a:lnTo>
                  <a:pt x="0" y="251"/>
                </a:lnTo>
                <a:cubicBezTo>
                  <a:pt x="0" y="235"/>
                  <a:pt x="1" y="218"/>
                  <a:pt x="4" y="202"/>
                </a:cubicBezTo>
                <a:cubicBezTo>
                  <a:pt x="7" y="186"/>
                  <a:pt x="11" y="170"/>
                  <a:pt x="16" y="155"/>
                </a:cubicBezTo>
                <a:cubicBezTo>
                  <a:pt x="21" y="140"/>
                  <a:pt x="28" y="125"/>
                  <a:pt x="35" y="111"/>
                </a:cubicBezTo>
                <a:cubicBezTo>
                  <a:pt x="43" y="98"/>
                  <a:pt x="52" y="85"/>
                  <a:pt x="62" y="73"/>
                </a:cubicBezTo>
                <a:cubicBezTo>
                  <a:pt x="72" y="62"/>
                  <a:pt x="82" y="51"/>
                  <a:pt x="94" y="42"/>
                </a:cubicBezTo>
                <a:cubicBezTo>
                  <a:pt x="105" y="33"/>
                  <a:pt x="118" y="25"/>
                  <a:pt x="130" y="19"/>
                </a:cubicBezTo>
                <a:cubicBezTo>
                  <a:pt x="143" y="13"/>
                  <a:pt x="157" y="8"/>
                  <a:pt x="170" y="5"/>
                </a:cubicBezTo>
                <a:cubicBezTo>
                  <a:pt x="184" y="1"/>
                  <a:pt x="198" y="0"/>
                  <a:pt x="211" y="0"/>
                </a:cubicBezTo>
                <a:lnTo>
                  <a:pt x="12754" y="0"/>
                </a:lnTo>
                <a:cubicBezTo>
                  <a:pt x="12770" y="0"/>
                  <a:pt x="12787" y="1"/>
                  <a:pt x="12803" y="5"/>
                </a:cubicBezTo>
                <a:cubicBezTo>
                  <a:pt x="12819" y="8"/>
                  <a:pt x="12835" y="13"/>
                  <a:pt x="12850" y="19"/>
                </a:cubicBezTo>
                <a:cubicBezTo>
                  <a:pt x="12865" y="25"/>
                  <a:pt x="12880" y="33"/>
                  <a:pt x="12893" y="42"/>
                </a:cubicBezTo>
                <a:cubicBezTo>
                  <a:pt x="12907" y="51"/>
                  <a:pt x="12920" y="62"/>
                  <a:pt x="12931" y="73"/>
                </a:cubicBezTo>
                <a:cubicBezTo>
                  <a:pt x="12943" y="85"/>
                  <a:pt x="12954" y="98"/>
                  <a:pt x="12963" y="111"/>
                </a:cubicBezTo>
                <a:cubicBezTo>
                  <a:pt x="12972" y="125"/>
                  <a:pt x="12980" y="140"/>
                  <a:pt x="12986" y="155"/>
                </a:cubicBezTo>
                <a:cubicBezTo>
                  <a:pt x="12992" y="170"/>
                  <a:pt x="12997" y="186"/>
                  <a:pt x="13000" y="202"/>
                </a:cubicBezTo>
                <a:cubicBezTo>
                  <a:pt x="13003" y="218"/>
                  <a:pt x="13005" y="235"/>
                  <a:pt x="13005" y="251"/>
                </a:cubicBezTo>
                <a:lnTo>
                  <a:pt x="13005" y="12793"/>
                </a:lnTo>
                <a:cubicBezTo>
                  <a:pt x="13005" y="12810"/>
                  <a:pt x="13003" y="12826"/>
                  <a:pt x="13000" y="12842"/>
                </a:cubicBezTo>
                <a:cubicBezTo>
                  <a:pt x="12997" y="12859"/>
                  <a:pt x="12992" y="12874"/>
                  <a:pt x="12986" y="12890"/>
                </a:cubicBezTo>
                <a:cubicBezTo>
                  <a:pt x="12980" y="12905"/>
                  <a:pt x="12972" y="12919"/>
                  <a:pt x="12963" y="12933"/>
                </a:cubicBezTo>
                <a:cubicBezTo>
                  <a:pt x="12954" y="12947"/>
                  <a:pt x="12943" y="12959"/>
                  <a:pt x="12931" y="12971"/>
                </a:cubicBezTo>
                <a:cubicBezTo>
                  <a:pt x="12920" y="12983"/>
                  <a:pt x="12907" y="12993"/>
                  <a:pt x="12893" y="13002"/>
                </a:cubicBezTo>
                <a:cubicBezTo>
                  <a:pt x="12880" y="13011"/>
                  <a:pt x="12865" y="13019"/>
                  <a:pt x="12850" y="13026"/>
                </a:cubicBezTo>
                <a:cubicBezTo>
                  <a:pt x="12835" y="13032"/>
                  <a:pt x="12819" y="13037"/>
                  <a:pt x="12803" y="13040"/>
                </a:cubicBezTo>
                <a:cubicBezTo>
                  <a:pt x="12787" y="13043"/>
                  <a:pt x="12770" y="13045"/>
                  <a:pt x="12754" y="13045"/>
                </a:cubicBezTo>
                <a:lnTo>
                  <a:pt x="211" y="13045"/>
                </a:lnTo>
                <a:cubicBezTo>
                  <a:pt x="198" y="13045"/>
                  <a:pt x="184" y="13043"/>
                  <a:pt x="170" y="13040"/>
                </a:cubicBezTo>
                <a:cubicBezTo>
                  <a:pt x="157" y="13037"/>
                  <a:pt x="143" y="13032"/>
                  <a:pt x="130" y="13026"/>
                </a:cubicBezTo>
                <a:cubicBezTo>
                  <a:pt x="118" y="13019"/>
                  <a:pt x="105" y="13011"/>
                  <a:pt x="94" y="13002"/>
                </a:cubicBezTo>
                <a:cubicBezTo>
                  <a:pt x="82" y="12993"/>
                  <a:pt x="72" y="12983"/>
                  <a:pt x="62" y="12971"/>
                </a:cubicBezTo>
                <a:cubicBezTo>
                  <a:pt x="52" y="12959"/>
                  <a:pt x="43" y="12947"/>
                  <a:pt x="35" y="12933"/>
                </a:cubicBezTo>
                <a:cubicBezTo>
                  <a:pt x="28" y="12919"/>
                  <a:pt x="21" y="12905"/>
                  <a:pt x="16" y="12890"/>
                </a:cubicBezTo>
                <a:cubicBezTo>
                  <a:pt x="11" y="12874"/>
                  <a:pt x="7" y="12859"/>
                  <a:pt x="4" y="12842"/>
                </a:cubicBezTo>
                <a:cubicBezTo>
                  <a:pt x="1" y="12826"/>
                  <a:pt x="0" y="12810"/>
                  <a:pt x="0" y="1279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46" name=""/>
          <p:cNvSpPr/>
          <p:nvPr/>
        </p:nvSpPr>
        <p:spPr>
          <a:xfrm>
            <a:off x="1927800" y="2752560"/>
            <a:ext cx="4600800" cy="43200"/>
          </a:xfrm>
          <a:custGeom>
            <a:avLst/>
            <a:gdLst/>
            <a:ahLst/>
            <a:rect l="0" t="0" r="r" b="b"/>
            <a:pathLst>
              <a:path w="12780" h="120">
                <a:moveTo>
                  <a:pt x="12732" y="120"/>
                </a:moveTo>
                <a:lnTo>
                  <a:pt x="383" y="120"/>
                </a:lnTo>
                <a:lnTo>
                  <a:pt x="0" y="23"/>
                </a:lnTo>
                <a:cubicBezTo>
                  <a:pt x="3" y="21"/>
                  <a:pt x="5" y="20"/>
                  <a:pt x="8" y="18"/>
                </a:cubicBezTo>
                <a:cubicBezTo>
                  <a:pt x="27" y="6"/>
                  <a:pt x="47" y="0"/>
                  <a:pt x="68" y="0"/>
                </a:cubicBezTo>
                <a:lnTo>
                  <a:pt x="12611" y="0"/>
                </a:lnTo>
                <a:cubicBezTo>
                  <a:pt x="12642" y="0"/>
                  <a:pt x="12673" y="6"/>
                  <a:pt x="12702" y="18"/>
                </a:cubicBezTo>
                <a:cubicBezTo>
                  <a:pt x="12731" y="31"/>
                  <a:pt x="12757" y="48"/>
                  <a:pt x="12779" y="71"/>
                </a:cubicBezTo>
                <a:cubicBezTo>
                  <a:pt x="12780" y="71"/>
                  <a:pt x="12780" y="72"/>
                  <a:pt x="12780" y="72"/>
                </a:cubicBezTo>
                <a:lnTo>
                  <a:pt x="12732" y="120"/>
                </a:lnTo>
                <a:close/>
              </a:path>
            </a:pathLst>
          </a:custGeom>
          <a:solidFill>
            <a:srgbClr val="E3E2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47" name=""/>
          <p:cNvSpPr/>
          <p:nvPr/>
        </p:nvSpPr>
        <p:spPr>
          <a:xfrm>
            <a:off x="1927800" y="7395840"/>
            <a:ext cx="4600800" cy="43200"/>
          </a:xfrm>
          <a:custGeom>
            <a:avLst/>
            <a:gdLst/>
            <a:ahLst/>
            <a:rect l="0" t="0" r="r" b="b"/>
            <a:pathLst>
              <a:path w="12780" h="120">
                <a:moveTo>
                  <a:pt x="383" y="0"/>
                </a:moveTo>
                <a:lnTo>
                  <a:pt x="12732" y="0"/>
                </a:lnTo>
                <a:lnTo>
                  <a:pt x="12780" y="48"/>
                </a:lnTo>
                <a:cubicBezTo>
                  <a:pt x="12780" y="49"/>
                  <a:pt x="12780" y="49"/>
                  <a:pt x="12779" y="50"/>
                </a:cubicBezTo>
                <a:cubicBezTo>
                  <a:pt x="12757" y="72"/>
                  <a:pt x="12731" y="89"/>
                  <a:pt x="12702" y="101"/>
                </a:cubicBezTo>
                <a:cubicBezTo>
                  <a:pt x="12673" y="114"/>
                  <a:pt x="12642" y="120"/>
                  <a:pt x="12611" y="120"/>
                </a:cubicBezTo>
                <a:lnTo>
                  <a:pt x="68" y="120"/>
                </a:lnTo>
                <a:cubicBezTo>
                  <a:pt x="47" y="120"/>
                  <a:pt x="27" y="114"/>
                  <a:pt x="8" y="101"/>
                </a:cubicBezTo>
                <a:cubicBezTo>
                  <a:pt x="5" y="100"/>
                  <a:pt x="3" y="98"/>
                  <a:pt x="0" y="96"/>
                </a:cubicBezTo>
                <a:lnTo>
                  <a:pt x="383" y="0"/>
                </a:lnTo>
                <a:close/>
              </a:path>
            </a:pathLst>
          </a:custGeom>
          <a:solidFill>
            <a:srgbClr val="E3E2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48" name=""/>
          <p:cNvSpPr/>
          <p:nvPr/>
        </p:nvSpPr>
        <p:spPr>
          <a:xfrm>
            <a:off x="6510240" y="2777760"/>
            <a:ext cx="43200" cy="4636440"/>
          </a:xfrm>
          <a:custGeom>
            <a:avLst/>
            <a:gdLst/>
            <a:ahLst/>
            <a:rect l="0" t="0" r="r" b="b"/>
            <a:pathLst>
              <a:path w="120" h="12879">
                <a:moveTo>
                  <a:pt x="0" y="12829"/>
                </a:moveTo>
                <a:lnTo>
                  <a:pt x="0" y="49"/>
                </a:lnTo>
                <a:lnTo>
                  <a:pt x="49" y="0"/>
                </a:lnTo>
                <a:cubicBezTo>
                  <a:pt x="72" y="22"/>
                  <a:pt x="90" y="48"/>
                  <a:pt x="102" y="77"/>
                </a:cubicBezTo>
                <a:cubicBezTo>
                  <a:pt x="114" y="106"/>
                  <a:pt x="120" y="137"/>
                  <a:pt x="120" y="168"/>
                </a:cubicBezTo>
                <a:lnTo>
                  <a:pt x="120" y="12710"/>
                </a:lnTo>
                <a:cubicBezTo>
                  <a:pt x="120" y="12742"/>
                  <a:pt x="114" y="12772"/>
                  <a:pt x="102" y="12801"/>
                </a:cubicBezTo>
                <a:cubicBezTo>
                  <a:pt x="90" y="12831"/>
                  <a:pt x="72" y="12856"/>
                  <a:pt x="49" y="12879"/>
                </a:cubicBezTo>
                <a:lnTo>
                  <a:pt x="0" y="12829"/>
                </a:lnTo>
                <a:close/>
              </a:path>
            </a:pathLst>
          </a:custGeom>
          <a:solidFill>
            <a:srgbClr val="E3E2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49" name=""/>
          <p:cNvSpPr/>
          <p:nvPr/>
        </p:nvSpPr>
        <p:spPr>
          <a:xfrm>
            <a:off x="1895400" y="2760840"/>
            <a:ext cx="49320" cy="4670280"/>
          </a:xfrm>
          <a:custGeom>
            <a:avLst/>
            <a:gdLst/>
            <a:ahLst/>
            <a:rect l="0" t="0" r="r" b="b"/>
            <a:pathLst>
              <a:path w="137" h="12973">
                <a:moveTo>
                  <a:pt x="137" y="11"/>
                </a:moveTo>
                <a:lnTo>
                  <a:pt x="137" y="12961"/>
                </a:lnTo>
                <a:lnTo>
                  <a:pt x="91" y="12973"/>
                </a:lnTo>
                <a:cubicBezTo>
                  <a:pt x="74" y="12961"/>
                  <a:pt x="59" y="12945"/>
                  <a:pt x="46" y="12926"/>
                </a:cubicBezTo>
                <a:cubicBezTo>
                  <a:pt x="31" y="12903"/>
                  <a:pt x="20" y="12878"/>
                  <a:pt x="12" y="12848"/>
                </a:cubicBezTo>
                <a:cubicBezTo>
                  <a:pt x="4" y="12819"/>
                  <a:pt x="0" y="12789"/>
                  <a:pt x="0" y="12757"/>
                </a:cubicBezTo>
                <a:lnTo>
                  <a:pt x="0" y="215"/>
                </a:lnTo>
                <a:cubicBezTo>
                  <a:pt x="0" y="184"/>
                  <a:pt x="4" y="153"/>
                  <a:pt x="12" y="124"/>
                </a:cubicBezTo>
                <a:cubicBezTo>
                  <a:pt x="20" y="95"/>
                  <a:pt x="31" y="69"/>
                  <a:pt x="46" y="47"/>
                </a:cubicBezTo>
                <a:cubicBezTo>
                  <a:pt x="59" y="27"/>
                  <a:pt x="74" y="11"/>
                  <a:pt x="91" y="0"/>
                </a:cubicBezTo>
                <a:lnTo>
                  <a:pt x="137" y="11"/>
                </a:lnTo>
                <a:close/>
              </a:path>
            </a:pathLst>
          </a:custGeom>
          <a:solidFill>
            <a:srgbClr val="D977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1973160" y="1508400"/>
            <a:ext cx="4488120" cy="751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42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본강의에 다 있어요</a:t>
            </a:r>
            <a:r>
              <a:rPr lang="en-US" sz="42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.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2125440" y="4538160"/>
            <a:ext cx="8035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D97757"/>
                </a:solidFill>
                <a:effectLst/>
                <a:uFillTx/>
                <a:latin typeface="Menlo"/>
                <a:ea typeface="Menlo"/>
              </a:rPr>
              <a:t>PART 04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52" name=""/>
          <p:cNvSpPr txBox="1"/>
          <p:nvPr/>
        </p:nvSpPr>
        <p:spPr>
          <a:xfrm>
            <a:off x="2125440" y="4855680"/>
            <a:ext cx="3114360" cy="43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GPTaku Plugin </a:t>
            </a:r>
            <a:r>
              <a:rPr lang="ko-KR" sz="24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체험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53" name=""/>
          <p:cNvSpPr/>
          <p:nvPr/>
        </p:nvSpPr>
        <p:spPr>
          <a:xfrm>
            <a:off x="6810120" y="2747880"/>
            <a:ext cx="4681800" cy="4696200"/>
          </a:xfrm>
          <a:custGeom>
            <a:avLst/>
            <a:gdLst/>
            <a:ahLst/>
            <a:rect l="0" t="0" r="r" b="b"/>
            <a:pathLst>
              <a:path w="13005" h="13045">
                <a:moveTo>
                  <a:pt x="0" y="12793"/>
                </a:moveTo>
                <a:lnTo>
                  <a:pt x="0" y="251"/>
                </a:lnTo>
                <a:cubicBezTo>
                  <a:pt x="0" y="235"/>
                  <a:pt x="2" y="218"/>
                  <a:pt x="4" y="202"/>
                </a:cubicBezTo>
                <a:cubicBezTo>
                  <a:pt x="7" y="186"/>
                  <a:pt x="11" y="170"/>
                  <a:pt x="16" y="155"/>
                </a:cubicBezTo>
                <a:cubicBezTo>
                  <a:pt x="22" y="140"/>
                  <a:pt x="28" y="125"/>
                  <a:pt x="36" y="111"/>
                </a:cubicBezTo>
                <a:cubicBezTo>
                  <a:pt x="44" y="98"/>
                  <a:pt x="52" y="85"/>
                  <a:pt x="62" y="73"/>
                </a:cubicBezTo>
                <a:cubicBezTo>
                  <a:pt x="72" y="62"/>
                  <a:pt x="83" y="51"/>
                  <a:pt x="94" y="42"/>
                </a:cubicBezTo>
                <a:cubicBezTo>
                  <a:pt x="106" y="33"/>
                  <a:pt x="118" y="25"/>
                  <a:pt x="131" y="19"/>
                </a:cubicBezTo>
                <a:cubicBezTo>
                  <a:pt x="144" y="13"/>
                  <a:pt x="157" y="8"/>
                  <a:pt x="171" y="5"/>
                </a:cubicBezTo>
                <a:cubicBezTo>
                  <a:pt x="184" y="1"/>
                  <a:pt x="198" y="0"/>
                  <a:pt x="212" y="0"/>
                </a:cubicBezTo>
                <a:lnTo>
                  <a:pt x="12754" y="0"/>
                </a:lnTo>
                <a:cubicBezTo>
                  <a:pt x="12771" y="0"/>
                  <a:pt x="12787" y="1"/>
                  <a:pt x="12803" y="5"/>
                </a:cubicBezTo>
                <a:cubicBezTo>
                  <a:pt x="12819" y="8"/>
                  <a:pt x="12835" y="13"/>
                  <a:pt x="12850" y="19"/>
                </a:cubicBezTo>
                <a:cubicBezTo>
                  <a:pt x="12866" y="25"/>
                  <a:pt x="12880" y="33"/>
                  <a:pt x="12894" y="42"/>
                </a:cubicBezTo>
                <a:cubicBezTo>
                  <a:pt x="12907" y="51"/>
                  <a:pt x="12920" y="62"/>
                  <a:pt x="12932" y="73"/>
                </a:cubicBezTo>
                <a:cubicBezTo>
                  <a:pt x="12944" y="85"/>
                  <a:pt x="12954" y="98"/>
                  <a:pt x="12963" y="111"/>
                </a:cubicBezTo>
                <a:cubicBezTo>
                  <a:pt x="12972" y="125"/>
                  <a:pt x="12980" y="140"/>
                  <a:pt x="12986" y="155"/>
                </a:cubicBezTo>
                <a:cubicBezTo>
                  <a:pt x="12993" y="170"/>
                  <a:pt x="12997" y="186"/>
                  <a:pt x="13001" y="202"/>
                </a:cubicBezTo>
                <a:cubicBezTo>
                  <a:pt x="13004" y="218"/>
                  <a:pt x="13005" y="235"/>
                  <a:pt x="13005" y="251"/>
                </a:cubicBezTo>
                <a:lnTo>
                  <a:pt x="13005" y="12793"/>
                </a:lnTo>
                <a:cubicBezTo>
                  <a:pt x="13005" y="12810"/>
                  <a:pt x="13004" y="12826"/>
                  <a:pt x="13001" y="12842"/>
                </a:cubicBezTo>
                <a:cubicBezTo>
                  <a:pt x="12997" y="12859"/>
                  <a:pt x="12993" y="12874"/>
                  <a:pt x="12986" y="12890"/>
                </a:cubicBezTo>
                <a:cubicBezTo>
                  <a:pt x="12980" y="12905"/>
                  <a:pt x="12972" y="12919"/>
                  <a:pt x="12963" y="12933"/>
                </a:cubicBezTo>
                <a:cubicBezTo>
                  <a:pt x="12954" y="12947"/>
                  <a:pt x="12944" y="12959"/>
                  <a:pt x="12932" y="12971"/>
                </a:cubicBezTo>
                <a:cubicBezTo>
                  <a:pt x="12920" y="12983"/>
                  <a:pt x="12907" y="12993"/>
                  <a:pt x="12894" y="13002"/>
                </a:cubicBezTo>
                <a:cubicBezTo>
                  <a:pt x="12880" y="13011"/>
                  <a:pt x="12866" y="13019"/>
                  <a:pt x="12850" y="13026"/>
                </a:cubicBezTo>
                <a:cubicBezTo>
                  <a:pt x="12835" y="13032"/>
                  <a:pt x="12819" y="13037"/>
                  <a:pt x="12803" y="13040"/>
                </a:cubicBezTo>
                <a:cubicBezTo>
                  <a:pt x="12787" y="13043"/>
                  <a:pt x="12771" y="13045"/>
                  <a:pt x="12754" y="13045"/>
                </a:cubicBezTo>
                <a:lnTo>
                  <a:pt x="212" y="13045"/>
                </a:lnTo>
                <a:cubicBezTo>
                  <a:pt x="198" y="13045"/>
                  <a:pt x="184" y="13043"/>
                  <a:pt x="171" y="13040"/>
                </a:cubicBezTo>
                <a:cubicBezTo>
                  <a:pt x="157" y="13037"/>
                  <a:pt x="144" y="13032"/>
                  <a:pt x="131" y="13026"/>
                </a:cubicBezTo>
                <a:cubicBezTo>
                  <a:pt x="118" y="13019"/>
                  <a:pt x="106" y="13011"/>
                  <a:pt x="94" y="13002"/>
                </a:cubicBezTo>
                <a:cubicBezTo>
                  <a:pt x="83" y="12993"/>
                  <a:pt x="72" y="12983"/>
                  <a:pt x="62" y="12971"/>
                </a:cubicBezTo>
                <a:cubicBezTo>
                  <a:pt x="52" y="12959"/>
                  <a:pt x="44" y="12947"/>
                  <a:pt x="36" y="12933"/>
                </a:cubicBezTo>
                <a:cubicBezTo>
                  <a:pt x="28" y="12919"/>
                  <a:pt x="22" y="12905"/>
                  <a:pt x="16" y="12890"/>
                </a:cubicBezTo>
                <a:cubicBezTo>
                  <a:pt x="11" y="12874"/>
                  <a:pt x="7" y="12859"/>
                  <a:pt x="4" y="12842"/>
                </a:cubicBezTo>
                <a:cubicBezTo>
                  <a:pt x="2" y="12826"/>
                  <a:pt x="0" y="12810"/>
                  <a:pt x="0" y="1279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54" name=""/>
          <p:cNvSpPr/>
          <p:nvPr/>
        </p:nvSpPr>
        <p:spPr>
          <a:xfrm>
            <a:off x="6861600" y="2752560"/>
            <a:ext cx="4601160" cy="43200"/>
          </a:xfrm>
          <a:custGeom>
            <a:avLst/>
            <a:gdLst/>
            <a:ahLst/>
            <a:rect l="0" t="0" r="r" b="b"/>
            <a:pathLst>
              <a:path w="12781" h="120">
                <a:moveTo>
                  <a:pt x="12733" y="120"/>
                </a:moveTo>
                <a:lnTo>
                  <a:pt x="385" y="120"/>
                </a:lnTo>
                <a:lnTo>
                  <a:pt x="0" y="23"/>
                </a:lnTo>
                <a:cubicBezTo>
                  <a:pt x="3" y="21"/>
                  <a:pt x="6" y="20"/>
                  <a:pt x="8" y="18"/>
                </a:cubicBezTo>
                <a:cubicBezTo>
                  <a:pt x="28" y="6"/>
                  <a:pt x="48" y="0"/>
                  <a:pt x="69" y="0"/>
                </a:cubicBezTo>
                <a:lnTo>
                  <a:pt x="12611" y="0"/>
                </a:lnTo>
                <a:cubicBezTo>
                  <a:pt x="12643" y="0"/>
                  <a:pt x="12673" y="6"/>
                  <a:pt x="12702" y="18"/>
                </a:cubicBezTo>
                <a:cubicBezTo>
                  <a:pt x="12731" y="31"/>
                  <a:pt x="12757" y="48"/>
                  <a:pt x="12780" y="71"/>
                </a:cubicBezTo>
                <a:cubicBezTo>
                  <a:pt x="12780" y="71"/>
                  <a:pt x="12780" y="72"/>
                  <a:pt x="12781" y="72"/>
                </a:cubicBezTo>
                <a:lnTo>
                  <a:pt x="12733" y="120"/>
                </a:lnTo>
                <a:close/>
              </a:path>
            </a:pathLst>
          </a:custGeom>
          <a:solidFill>
            <a:srgbClr val="E3E2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55" name=""/>
          <p:cNvSpPr/>
          <p:nvPr/>
        </p:nvSpPr>
        <p:spPr>
          <a:xfrm>
            <a:off x="6861600" y="7395840"/>
            <a:ext cx="4601160" cy="43200"/>
          </a:xfrm>
          <a:custGeom>
            <a:avLst/>
            <a:gdLst/>
            <a:ahLst/>
            <a:rect l="0" t="0" r="r" b="b"/>
            <a:pathLst>
              <a:path w="12781" h="120">
                <a:moveTo>
                  <a:pt x="385" y="0"/>
                </a:moveTo>
                <a:lnTo>
                  <a:pt x="12733" y="0"/>
                </a:lnTo>
                <a:lnTo>
                  <a:pt x="12781" y="48"/>
                </a:lnTo>
                <a:cubicBezTo>
                  <a:pt x="12780" y="49"/>
                  <a:pt x="12780" y="49"/>
                  <a:pt x="12780" y="50"/>
                </a:cubicBezTo>
                <a:cubicBezTo>
                  <a:pt x="12757" y="72"/>
                  <a:pt x="12731" y="89"/>
                  <a:pt x="12702" y="101"/>
                </a:cubicBezTo>
                <a:cubicBezTo>
                  <a:pt x="12673" y="114"/>
                  <a:pt x="12643" y="120"/>
                  <a:pt x="12611" y="120"/>
                </a:cubicBezTo>
                <a:lnTo>
                  <a:pt x="69" y="120"/>
                </a:lnTo>
                <a:cubicBezTo>
                  <a:pt x="48" y="120"/>
                  <a:pt x="28" y="114"/>
                  <a:pt x="8" y="101"/>
                </a:cubicBezTo>
                <a:cubicBezTo>
                  <a:pt x="6" y="100"/>
                  <a:pt x="3" y="98"/>
                  <a:pt x="0" y="96"/>
                </a:cubicBezTo>
                <a:lnTo>
                  <a:pt x="385" y="0"/>
                </a:lnTo>
                <a:close/>
              </a:path>
            </a:pathLst>
          </a:custGeom>
          <a:solidFill>
            <a:srgbClr val="E3E2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56" name=""/>
          <p:cNvSpPr/>
          <p:nvPr/>
        </p:nvSpPr>
        <p:spPr>
          <a:xfrm>
            <a:off x="11444040" y="2777760"/>
            <a:ext cx="43200" cy="4636440"/>
          </a:xfrm>
          <a:custGeom>
            <a:avLst/>
            <a:gdLst/>
            <a:ahLst/>
            <a:rect l="0" t="0" r="r" b="b"/>
            <a:pathLst>
              <a:path w="120" h="12879">
                <a:moveTo>
                  <a:pt x="0" y="12829"/>
                </a:moveTo>
                <a:lnTo>
                  <a:pt x="0" y="49"/>
                </a:lnTo>
                <a:lnTo>
                  <a:pt x="51" y="0"/>
                </a:lnTo>
                <a:cubicBezTo>
                  <a:pt x="73" y="22"/>
                  <a:pt x="90" y="48"/>
                  <a:pt x="102" y="77"/>
                </a:cubicBezTo>
                <a:cubicBezTo>
                  <a:pt x="114" y="106"/>
                  <a:pt x="120" y="137"/>
                  <a:pt x="120" y="168"/>
                </a:cubicBezTo>
                <a:lnTo>
                  <a:pt x="120" y="12710"/>
                </a:lnTo>
                <a:cubicBezTo>
                  <a:pt x="120" y="12742"/>
                  <a:pt x="114" y="12772"/>
                  <a:pt x="102" y="12801"/>
                </a:cubicBezTo>
                <a:cubicBezTo>
                  <a:pt x="90" y="12831"/>
                  <a:pt x="73" y="12856"/>
                  <a:pt x="51" y="12879"/>
                </a:cubicBezTo>
                <a:lnTo>
                  <a:pt x="0" y="12829"/>
                </a:lnTo>
                <a:close/>
              </a:path>
            </a:pathLst>
          </a:custGeom>
          <a:solidFill>
            <a:srgbClr val="E3E2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57" name=""/>
          <p:cNvSpPr/>
          <p:nvPr/>
        </p:nvSpPr>
        <p:spPr>
          <a:xfrm>
            <a:off x="6829200" y="2760840"/>
            <a:ext cx="49320" cy="4670280"/>
          </a:xfrm>
          <a:custGeom>
            <a:avLst/>
            <a:gdLst/>
            <a:ahLst/>
            <a:rect l="0" t="0" r="r" b="b"/>
            <a:pathLst>
              <a:path w="137" h="12973">
                <a:moveTo>
                  <a:pt x="137" y="11"/>
                </a:moveTo>
                <a:lnTo>
                  <a:pt x="137" y="12961"/>
                </a:lnTo>
                <a:lnTo>
                  <a:pt x="92" y="12973"/>
                </a:lnTo>
                <a:cubicBezTo>
                  <a:pt x="76" y="12961"/>
                  <a:pt x="61" y="12945"/>
                  <a:pt x="48" y="12926"/>
                </a:cubicBezTo>
                <a:cubicBezTo>
                  <a:pt x="33" y="12903"/>
                  <a:pt x="21" y="12878"/>
                  <a:pt x="13" y="12848"/>
                </a:cubicBezTo>
                <a:cubicBezTo>
                  <a:pt x="5" y="12819"/>
                  <a:pt x="0" y="12789"/>
                  <a:pt x="0" y="12757"/>
                </a:cubicBezTo>
                <a:lnTo>
                  <a:pt x="0" y="215"/>
                </a:lnTo>
                <a:cubicBezTo>
                  <a:pt x="0" y="184"/>
                  <a:pt x="5" y="153"/>
                  <a:pt x="13" y="124"/>
                </a:cubicBezTo>
                <a:cubicBezTo>
                  <a:pt x="21" y="95"/>
                  <a:pt x="33" y="69"/>
                  <a:pt x="48" y="47"/>
                </a:cubicBezTo>
                <a:cubicBezTo>
                  <a:pt x="61" y="27"/>
                  <a:pt x="76" y="11"/>
                  <a:pt x="92" y="0"/>
                </a:cubicBezTo>
                <a:lnTo>
                  <a:pt x="137" y="11"/>
                </a:lnTo>
                <a:close/>
              </a:path>
            </a:pathLst>
          </a:custGeom>
          <a:solidFill>
            <a:srgbClr val="D977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758" name=""/>
          <p:cNvSpPr txBox="1"/>
          <p:nvPr/>
        </p:nvSpPr>
        <p:spPr>
          <a:xfrm>
            <a:off x="2125440" y="5397120"/>
            <a:ext cx="1859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설치 </a:t>
            </a:r>
            <a:r>
              <a:rPr lang="en-US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+ </a:t>
            </a:r>
            <a:r>
              <a:rPr lang="ko-KR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주요 스킬 </a:t>
            </a:r>
            <a:r>
              <a:rPr lang="en-US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4</a:t>
            </a:r>
            <a:r>
              <a:rPr lang="ko-KR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개 직접 써보기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59" name=""/>
          <p:cNvSpPr txBox="1"/>
          <p:nvPr/>
        </p:nvSpPr>
        <p:spPr>
          <a:xfrm>
            <a:off x="7058520" y="4538160"/>
            <a:ext cx="103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D97757"/>
                </a:solidFill>
                <a:effectLst/>
                <a:uFillTx/>
                <a:latin typeface="Menlo"/>
                <a:ea typeface="Menlo"/>
              </a:rPr>
              <a:t>PART 06 ★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60" name=""/>
          <p:cNvSpPr txBox="1"/>
          <p:nvPr/>
        </p:nvSpPr>
        <p:spPr>
          <a:xfrm>
            <a:off x="7058520" y="4855680"/>
            <a:ext cx="2093760" cy="43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24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스킬 만들기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9</a:t>
            </a:r>
            <a:r>
              <a:rPr lang="ko-KR" sz="24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개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61" name=""/>
          <p:cNvSpPr/>
          <p:nvPr/>
        </p:nvSpPr>
        <p:spPr>
          <a:xfrm>
            <a:off x="11744280" y="2747880"/>
            <a:ext cx="4681800" cy="4696200"/>
          </a:xfrm>
          <a:custGeom>
            <a:avLst/>
            <a:gdLst/>
            <a:ahLst/>
            <a:rect l="0" t="0" r="r" b="b"/>
            <a:pathLst>
              <a:path w="13005" h="13045">
                <a:moveTo>
                  <a:pt x="0" y="12793"/>
                </a:moveTo>
                <a:lnTo>
                  <a:pt x="0" y="251"/>
                </a:lnTo>
                <a:cubicBezTo>
                  <a:pt x="0" y="235"/>
                  <a:pt x="1" y="218"/>
                  <a:pt x="4" y="202"/>
                </a:cubicBezTo>
                <a:cubicBezTo>
                  <a:pt x="6" y="186"/>
                  <a:pt x="10" y="170"/>
                  <a:pt x="16" y="155"/>
                </a:cubicBezTo>
                <a:cubicBezTo>
                  <a:pt x="21" y="140"/>
                  <a:pt x="28" y="125"/>
                  <a:pt x="35" y="111"/>
                </a:cubicBezTo>
                <a:cubicBezTo>
                  <a:pt x="43" y="98"/>
                  <a:pt x="52" y="85"/>
                  <a:pt x="62" y="73"/>
                </a:cubicBezTo>
                <a:cubicBezTo>
                  <a:pt x="71" y="62"/>
                  <a:pt x="82" y="51"/>
                  <a:pt x="94" y="42"/>
                </a:cubicBezTo>
                <a:cubicBezTo>
                  <a:pt x="105" y="33"/>
                  <a:pt x="117" y="25"/>
                  <a:pt x="130" y="19"/>
                </a:cubicBezTo>
                <a:cubicBezTo>
                  <a:pt x="143" y="13"/>
                  <a:pt x="156" y="8"/>
                  <a:pt x="170" y="5"/>
                </a:cubicBezTo>
                <a:cubicBezTo>
                  <a:pt x="184" y="1"/>
                  <a:pt x="197" y="0"/>
                  <a:pt x="211" y="0"/>
                </a:cubicBezTo>
                <a:lnTo>
                  <a:pt x="12753" y="0"/>
                </a:lnTo>
                <a:cubicBezTo>
                  <a:pt x="12769" y="0"/>
                  <a:pt x="12785" y="1"/>
                  <a:pt x="12802" y="5"/>
                </a:cubicBezTo>
                <a:cubicBezTo>
                  <a:pt x="12818" y="8"/>
                  <a:pt x="12833" y="13"/>
                  <a:pt x="12849" y="19"/>
                </a:cubicBezTo>
                <a:cubicBezTo>
                  <a:pt x="12864" y="25"/>
                  <a:pt x="12878" y="33"/>
                  <a:pt x="12893" y="42"/>
                </a:cubicBezTo>
                <a:cubicBezTo>
                  <a:pt x="12907" y="51"/>
                  <a:pt x="12920" y="62"/>
                  <a:pt x="12931" y="73"/>
                </a:cubicBezTo>
                <a:cubicBezTo>
                  <a:pt x="12943" y="85"/>
                  <a:pt x="12953" y="98"/>
                  <a:pt x="12963" y="111"/>
                </a:cubicBezTo>
                <a:cubicBezTo>
                  <a:pt x="12972" y="125"/>
                  <a:pt x="12979" y="140"/>
                  <a:pt x="12986" y="155"/>
                </a:cubicBezTo>
                <a:cubicBezTo>
                  <a:pt x="12992" y="170"/>
                  <a:pt x="12997" y="186"/>
                  <a:pt x="13000" y="202"/>
                </a:cubicBezTo>
                <a:cubicBezTo>
                  <a:pt x="13003" y="218"/>
                  <a:pt x="13005" y="235"/>
                  <a:pt x="13005" y="251"/>
                </a:cubicBezTo>
                <a:lnTo>
                  <a:pt x="13005" y="12793"/>
                </a:lnTo>
                <a:cubicBezTo>
                  <a:pt x="13005" y="12810"/>
                  <a:pt x="13003" y="12826"/>
                  <a:pt x="13000" y="12842"/>
                </a:cubicBezTo>
                <a:cubicBezTo>
                  <a:pt x="12997" y="12859"/>
                  <a:pt x="12992" y="12874"/>
                  <a:pt x="12986" y="12890"/>
                </a:cubicBezTo>
                <a:cubicBezTo>
                  <a:pt x="12979" y="12905"/>
                  <a:pt x="12972" y="12919"/>
                  <a:pt x="12963" y="12933"/>
                </a:cubicBezTo>
                <a:cubicBezTo>
                  <a:pt x="12953" y="12947"/>
                  <a:pt x="12943" y="12959"/>
                  <a:pt x="12931" y="12971"/>
                </a:cubicBezTo>
                <a:cubicBezTo>
                  <a:pt x="12920" y="12983"/>
                  <a:pt x="12907" y="12993"/>
                  <a:pt x="12893" y="13002"/>
                </a:cubicBezTo>
                <a:cubicBezTo>
                  <a:pt x="12878" y="13011"/>
                  <a:pt x="12864" y="13019"/>
                  <a:pt x="12849" y="13026"/>
                </a:cubicBezTo>
                <a:cubicBezTo>
                  <a:pt x="12833" y="13032"/>
                  <a:pt x="12818" y="13037"/>
                  <a:pt x="12802" y="13040"/>
                </a:cubicBezTo>
                <a:cubicBezTo>
                  <a:pt x="12785" y="13043"/>
                  <a:pt x="12769" y="13045"/>
                  <a:pt x="12753" y="13045"/>
                </a:cubicBezTo>
                <a:lnTo>
                  <a:pt x="211" y="13045"/>
                </a:lnTo>
                <a:cubicBezTo>
                  <a:pt x="197" y="13045"/>
                  <a:pt x="184" y="13043"/>
                  <a:pt x="170" y="13040"/>
                </a:cubicBezTo>
                <a:cubicBezTo>
                  <a:pt x="156" y="13037"/>
                  <a:pt x="143" y="13032"/>
                  <a:pt x="130" y="13026"/>
                </a:cubicBezTo>
                <a:cubicBezTo>
                  <a:pt x="117" y="13019"/>
                  <a:pt x="105" y="13011"/>
                  <a:pt x="94" y="13002"/>
                </a:cubicBezTo>
                <a:cubicBezTo>
                  <a:pt x="82" y="12993"/>
                  <a:pt x="71" y="12983"/>
                  <a:pt x="62" y="12971"/>
                </a:cubicBezTo>
                <a:cubicBezTo>
                  <a:pt x="52" y="12959"/>
                  <a:pt x="43" y="12947"/>
                  <a:pt x="35" y="12933"/>
                </a:cubicBezTo>
                <a:cubicBezTo>
                  <a:pt x="28" y="12919"/>
                  <a:pt x="21" y="12905"/>
                  <a:pt x="16" y="12890"/>
                </a:cubicBezTo>
                <a:cubicBezTo>
                  <a:pt x="10" y="12874"/>
                  <a:pt x="6" y="12859"/>
                  <a:pt x="4" y="12842"/>
                </a:cubicBezTo>
                <a:cubicBezTo>
                  <a:pt x="1" y="12826"/>
                  <a:pt x="0" y="12810"/>
                  <a:pt x="0" y="1279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62" name=""/>
          <p:cNvSpPr/>
          <p:nvPr/>
        </p:nvSpPr>
        <p:spPr>
          <a:xfrm>
            <a:off x="11795760" y="2752560"/>
            <a:ext cx="4600800" cy="43200"/>
          </a:xfrm>
          <a:custGeom>
            <a:avLst/>
            <a:gdLst/>
            <a:ahLst/>
            <a:rect l="0" t="0" r="r" b="b"/>
            <a:pathLst>
              <a:path w="12780" h="120">
                <a:moveTo>
                  <a:pt x="12732" y="120"/>
                </a:moveTo>
                <a:lnTo>
                  <a:pt x="383" y="120"/>
                </a:lnTo>
                <a:lnTo>
                  <a:pt x="0" y="23"/>
                </a:lnTo>
                <a:cubicBezTo>
                  <a:pt x="2" y="21"/>
                  <a:pt x="5" y="20"/>
                  <a:pt x="8" y="18"/>
                </a:cubicBezTo>
                <a:cubicBezTo>
                  <a:pt x="27" y="6"/>
                  <a:pt x="47" y="0"/>
                  <a:pt x="68" y="0"/>
                </a:cubicBezTo>
                <a:lnTo>
                  <a:pt x="12611" y="0"/>
                </a:lnTo>
                <a:cubicBezTo>
                  <a:pt x="12642" y="0"/>
                  <a:pt x="12672" y="6"/>
                  <a:pt x="12702" y="18"/>
                </a:cubicBezTo>
                <a:cubicBezTo>
                  <a:pt x="12731" y="31"/>
                  <a:pt x="12757" y="48"/>
                  <a:pt x="12779" y="71"/>
                </a:cubicBezTo>
                <a:lnTo>
                  <a:pt x="12780" y="72"/>
                </a:lnTo>
                <a:lnTo>
                  <a:pt x="12732" y="120"/>
                </a:lnTo>
                <a:close/>
              </a:path>
            </a:pathLst>
          </a:custGeom>
          <a:solidFill>
            <a:srgbClr val="E3E2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63" name=""/>
          <p:cNvSpPr/>
          <p:nvPr/>
        </p:nvSpPr>
        <p:spPr>
          <a:xfrm>
            <a:off x="11795760" y="7395840"/>
            <a:ext cx="4600800" cy="43200"/>
          </a:xfrm>
          <a:custGeom>
            <a:avLst/>
            <a:gdLst/>
            <a:ahLst/>
            <a:rect l="0" t="0" r="r" b="b"/>
            <a:pathLst>
              <a:path w="12780" h="120">
                <a:moveTo>
                  <a:pt x="383" y="0"/>
                </a:moveTo>
                <a:lnTo>
                  <a:pt x="12732" y="0"/>
                </a:lnTo>
                <a:lnTo>
                  <a:pt x="12780" y="48"/>
                </a:lnTo>
                <a:cubicBezTo>
                  <a:pt x="12780" y="49"/>
                  <a:pt x="12779" y="49"/>
                  <a:pt x="12779" y="50"/>
                </a:cubicBezTo>
                <a:cubicBezTo>
                  <a:pt x="12757" y="72"/>
                  <a:pt x="12731" y="89"/>
                  <a:pt x="12702" y="101"/>
                </a:cubicBezTo>
                <a:cubicBezTo>
                  <a:pt x="12672" y="114"/>
                  <a:pt x="12642" y="120"/>
                  <a:pt x="12611" y="120"/>
                </a:cubicBezTo>
                <a:lnTo>
                  <a:pt x="68" y="120"/>
                </a:lnTo>
                <a:cubicBezTo>
                  <a:pt x="47" y="120"/>
                  <a:pt x="27" y="114"/>
                  <a:pt x="8" y="101"/>
                </a:cubicBezTo>
                <a:cubicBezTo>
                  <a:pt x="5" y="100"/>
                  <a:pt x="2" y="98"/>
                  <a:pt x="0" y="96"/>
                </a:cubicBezTo>
                <a:lnTo>
                  <a:pt x="383" y="0"/>
                </a:lnTo>
                <a:close/>
              </a:path>
            </a:pathLst>
          </a:custGeom>
          <a:solidFill>
            <a:srgbClr val="E3E2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64" name=""/>
          <p:cNvSpPr/>
          <p:nvPr/>
        </p:nvSpPr>
        <p:spPr>
          <a:xfrm>
            <a:off x="16378200" y="2777760"/>
            <a:ext cx="43200" cy="4636440"/>
          </a:xfrm>
          <a:custGeom>
            <a:avLst/>
            <a:gdLst/>
            <a:ahLst/>
            <a:rect l="0" t="0" r="r" b="b"/>
            <a:pathLst>
              <a:path w="120" h="12879">
                <a:moveTo>
                  <a:pt x="0" y="12829"/>
                </a:moveTo>
                <a:lnTo>
                  <a:pt x="0" y="49"/>
                </a:lnTo>
                <a:lnTo>
                  <a:pt x="50" y="0"/>
                </a:lnTo>
                <a:cubicBezTo>
                  <a:pt x="72" y="22"/>
                  <a:pt x="89" y="48"/>
                  <a:pt x="102" y="77"/>
                </a:cubicBezTo>
                <a:cubicBezTo>
                  <a:pt x="114" y="106"/>
                  <a:pt x="120" y="137"/>
                  <a:pt x="120" y="168"/>
                </a:cubicBezTo>
                <a:lnTo>
                  <a:pt x="120" y="12710"/>
                </a:lnTo>
                <a:cubicBezTo>
                  <a:pt x="120" y="12742"/>
                  <a:pt x="114" y="12772"/>
                  <a:pt x="102" y="12801"/>
                </a:cubicBezTo>
                <a:cubicBezTo>
                  <a:pt x="89" y="12831"/>
                  <a:pt x="72" y="12856"/>
                  <a:pt x="50" y="12879"/>
                </a:cubicBezTo>
                <a:lnTo>
                  <a:pt x="0" y="12829"/>
                </a:lnTo>
                <a:close/>
              </a:path>
            </a:pathLst>
          </a:custGeom>
          <a:solidFill>
            <a:srgbClr val="E3E2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65" name=""/>
          <p:cNvSpPr/>
          <p:nvPr/>
        </p:nvSpPr>
        <p:spPr>
          <a:xfrm>
            <a:off x="11763360" y="2760840"/>
            <a:ext cx="49320" cy="4670280"/>
          </a:xfrm>
          <a:custGeom>
            <a:avLst/>
            <a:gdLst/>
            <a:ahLst/>
            <a:rect l="0" t="0" r="r" b="b"/>
            <a:pathLst>
              <a:path w="137" h="12973">
                <a:moveTo>
                  <a:pt x="137" y="11"/>
                </a:moveTo>
                <a:lnTo>
                  <a:pt x="137" y="12961"/>
                </a:lnTo>
                <a:lnTo>
                  <a:pt x="92" y="12973"/>
                </a:lnTo>
                <a:cubicBezTo>
                  <a:pt x="75" y="12961"/>
                  <a:pt x="60" y="12945"/>
                  <a:pt x="47" y="12926"/>
                </a:cubicBezTo>
                <a:cubicBezTo>
                  <a:pt x="31" y="12903"/>
                  <a:pt x="20" y="12878"/>
                  <a:pt x="12" y="12848"/>
                </a:cubicBezTo>
                <a:cubicBezTo>
                  <a:pt x="4" y="12819"/>
                  <a:pt x="0" y="12789"/>
                  <a:pt x="0" y="12757"/>
                </a:cubicBezTo>
                <a:lnTo>
                  <a:pt x="0" y="215"/>
                </a:lnTo>
                <a:cubicBezTo>
                  <a:pt x="0" y="184"/>
                  <a:pt x="4" y="153"/>
                  <a:pt x="12" y="124"/>
                </a:cubicBezTo>
                <a:cubicBezTo>
                  <a:pt x="20" y="95"/>
                  <a:pt x="31" y="69"/>
                  <a:pt x="47" y="47"/>
                </a:cubicBezTo>
                <a:cubicBezTo>
                  <a:pt x="60" y="27"/>
                  <a:pt x="75" y="11"/>
                  <a:pt x="92" y="0"/>
                </a:cubicBezTo>
                <a:lnTo>
                  <a:pt x="137" y="11"/>
                </a:lnTo>
                <a:close/>
              </a:path>
            </a:pathLst>
          </a:custGeom>
          <a:solidFill>
            <a:srgbClr val="D977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766" name=""/>
          <p:cNvSpPr txBox="1"/>
          <p:nvPr/>
        </p:nvSpPr>
        <p:spPr>
          <a:xfrm>
            <a:off x="7058520" y="5397120"/>
            <a:ext cx="31176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딥리서치</a:t>
            </a:r>
            <a:r>
              <a:rPr lang="en-US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·</a:t>
            </a:r>
            <a:r>
              <a:rPr lang="ko-KR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검색</a:t>
            </a:r>
            <a:r>
              <a:rPr lang="en-US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API·</a:t>
            </a:r>
            <a:r>
              <a:rPr lang="ko-KR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웹크롤</a:t>
            </a:r>
            <a:r>
              <a:rPr lang="en-US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·</a:t>
            </a:r>
            <a:r>
              <a:rPr lang="ko-KR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모닝브리핑</a:t>
            </a:r>
            <a:r>
              <a:rPr lang="en-US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·</a:t>
            </a:r>
            <a:r>
              <a:rPr lang="ko-KR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콘텐츠파이프라인…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67" name=""/>
          <p:cNvSpPr txBox="1"/>
          <p:nvPr/>
        </p:nvSpPr>
        <p:spPr>
          <a:xfrm>
            <a:off x="11991600" y="4538160"/>
            <a:ext cx="8035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D97757"/>
                </a:solidFill>
                <a:effectLst/>
                <a:uFillTx/>
                <a:latin typeface="Menlo"/>
                <a:ea typeface="Menlo"/>
              </a:rPr>
              <a:t>PART 07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68" name=""/>
          <p:cNvSpPr txBox="1"/>
          <p:nvPr/>
        </p:nvSpPr>
        <p:spPr>
          <a:xfrm>
            <a:off x="11991600" y="4855680"/>
            <a:ext cx="2385360" cy="43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24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나만의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PretendardVariable-Semi"/>
                <a:ea typeface="PretendardVariable-Semi"/>
              </a:rPr>
              <a:t>AI Agent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69" name=""/>
          <p:cNvSpPr/>
          <p:nvPr/>
        </p:nvSpPr>
        <p:spPr>
          <a:xfrm>
            <a:off x="1857240" y="7943760"/>
            <a:ext cx="14573520" cy="1428840"/>
          </a:xfrm>
          <a:custGeom>
            <a:avLst/>
            <a:gdLst/>
            <a:ahLst/>
            <a:rect l="0" t="0" r="r" b="b"/>
            <a:pathLst>
              <a:path w="40482" h="3969">
                <a:moveTo>
                  <a:pt x="0" y="3704"/>
                </a:moveTo>
                <a:lnTo>
                  <a:pt x="0" y="264"/>
                </a:lnTo>
                <a:cubicBezTo>
                  <a:pt x="0" y="247"/>
                  <a:pt x="2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7" y="147"/>
                  <a:pt x="35" y="132"/>
                  <a:pt x="44" y="117"/>
                </a:cubicBezTo>
                <a:cubicBezTo>
                  <a:pt x="54" y="103"/>
                  <a:pt x="65" y="90"/>
                  <a:pt x="77" y="77"/>
                </a:cubicBezTo>
                <a:cubicBezTo>
                  <a:pt x="90" y="65"/>
                  <a:pt x="103" y="54"/>
                  <a:pt x="117" y="44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1"/>
                  <a:pt x="247" y="0"/>
                  <a:pt x="264" y="0"/>
                </a:cubicBezTo>
                <a:lnTo>
                  <a:pt x="40218" y="0"/>
                </a:lnTo>
                <a:cubicBezTo>
                  <a:pt x="40235" y="0"/>
                  <a:pt x="40252" y="1"/>
                  <a:pt x="40269" y="5"/>
                </a:cubicBezTo>
                <a:cubicBezTo>
                  <a:pt x="40286" y="8"/>
                  <a:pt x="40303" y="13"/>
                  <a:pt x="40319" y="20"/>
                </a:cubicBezTo>
                <a:cubicBezTo>
                  <a:pt x="40335" y="27"/>
                  <a:pt x="40350" y="35"/>
                  <a:pt x="40365" y="44"/>
                </a:cubicBezTo>
                <a:cubicBezTo>
                  <a:pt x="40379" y="54"/>
                  <a:pt x="40392" y="65"/>
                  <a:pt x="40405" y="77"/>
                </a:cubicBezTo>
                <a:cubicBezTo>
                  <a:pt x="40417" y="90"/>
                  <a:pt x="40428" y="103"/>
                  <a:pt x="40438" y="117"/>
                </a:cubicBezTo>
                <a:cubicBezTo>
                  <a:pt x="40447" y="132"/>
                  <a:pt x="40455" y="147"/>
                  <a:pt x="40462" y="163"/>
                </a:cubicBezTo>
                <a:cubicBezTo>
                  <a:pt x="40469" y="179"/>
                  <a:pt x="40474" y="196"/>
                  <a:pt x="40477" y="213"/>
                </a:cubicBezTo>
                <a:cubicBezTo>
                  <a:pt x="40480" y="230"/>
                  <a:pt x="40482" y="247"/>
                  <a:pt x="40482" y="264"/>
                </a:cubicBezTo>
                <a:lnTo>
                  <a:pt x="40482" y="3704"/>
                </a:lnTo>
                <a:cubicBezTo>
                  <a:pt x="40482" y="3721"/>
                  <a:pt x="40480" y="3739"/>
                  <a:pt x="40477" y="3757"/>
                </a:cubicBezTo>
                <a:cubicBezTo>
                  <a:pt x="40474" y="3774"/>
                  <a:pt x="40469" y="3790"/>
                  <a:pt x="40462" y="3806"/>
                </a:cubicBezTo>
                <a:cubicBezTo>
                  <a:pt x="40455" y="3822"/>
                  <a:pt x="40447" y="3837"/>
                  <a:pt x="40438" y="3852"/>
                </a:cubicBezTo>
                <a:cubicBezTo>
                  <a:pt x="40428" y="3866"/>
                  <a:pt x="40417" y="3880"/>
                  <a:pt x="40405" y="3892"/>
                </a:cubicBezTo>
                <a:cubicBezTo>
                  <a:pt x="40392" y="3904"/>
                  <a:pt x="40379" y="3915"/>
                  <a:pt x="40365" y="3925"/>
                </a:cubicBezTo>
                <a:cubicBezTo>
                  <a:pt x="40350" y="3935"/>
                  <a:pt x="40335" y="3943"/>
                  <a:pt x="40319" y="3949"/>
                </a:cubicBezTo>
                <a:cubicBezTo>
                  <a:pt x="40303" y="3956"/>
                  <a:pt x="40286" y="3961"/>
                  <a:pt x="40269" y="3964"/>
                </a:cubicBezTo>
                <a:cubicBezTo>
                  <a:pt x="40252" y="3968"/>
                  <a:pt x="40235" y="3969"/>
                  <a:pt x="40218" y="3969"/>
                </a:cubicBezTo>
                <a:lnTo>
                  <a:pt x="264" y="3969"/>
                </a:lnTo>
                <a:cubicBezTo>
                  <a:pt x="247" y="3969"/>
                  <a:pt x="230" y="3968"/>
                  <a:pt x="213" y="3964"/>
                </a:cubicBezTo>
                <a:cubicBezTo>
                  <a:pt x="196" y="3961"/>
                  <a:pt x="179" y="3956"/>
                  <a:pt x="163" y="3949"/>
                </a:cubicBezTo>
                <a:cubicBezTo>
                  <a:pt x="147" y="3943"/>
                  <a:pt x="132" y="3935"/>
                  <a:pt x="117" y="3925"/>
                </a:cubicBezTo>
                <a:cubicBezTo>
                  <a:pt x="103" y="3915"/>
                  <a:pt x="90" y="3904"/>
                  <a:pt x="77" y="3892"/>
                </a:cubicBezTo>
                <a:cubicBezTo>
                  <a:pt x="65" y="3880"/>
                  <a:pt x="54" y="3866"/>
                  <a:pt x="44" y="3852"/>
                </a:cubicBezTo>
                <a:cubicBezTo>
                  <a:pt x="35" y="3837"/>
                  <a:pt x="27" y="3822"/>
                  <a:pt x="20" y="3806"/>
                </a:cubicBezTo>
                <a:cubicBezTo>
                  <a:pt x="13" y="3790"/>
                  <a:pt x="8" y="3774"/>
                  <a:pt x="5" y="3757"/>
                </a:cubicBezTo>
                <a:cubicBezTo>
                  <a:pt x="2" y="3739"/>
                  <a:pt x="0" y="3721"/>
                  <a:pt x="0" y="3704"/>
                </a:cubicBezTo>
                <a:close/>
              </a:path>
            </a:pathLst>
          </a:custGeom>
          <a:solidFill>
            <a:srgbClr val="FFF4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70" name=""/>
          <p:cNvSpPr txBox="1"/>
          <p:nvPr/>
        </p:nvSpPr>
        <p:spPr>
          <a:xfrm>
            <a:off x="11991600" y="5397120"/>
            <a:ext cx="2639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오픈클로 워크스페이스 </a:t>
            </a:r>
            <a:r>
              <a:rPr lang="en-US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+ </a:t>
            </a:r>
            <a:r>
              <a:rPr lang="ko-KR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콘텐츠 자동화 </a:t>
            </a:r>
            <a:r>
              <a:rPr lang="en-US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+ </a:t>
            </a:r>
            <a:r>
              <a:rPr lang="ko-KR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트렌드앱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2354040" y="8477280"/>
            <a:ext cx="287280" cy="37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0" u="none" strike="noStrike">
                <a:solidFill>
                  <a:srgbClr val="000000"/>
                </a:solidFill>
                <a:effectLst/>
                <a:uFillTx/>
                <a:latin typeface="AppleColorEmoji"/>
                <a:ea typeface="AppleColorEmoji"/>
              </a:rPr>
              <a:t>🔥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72" name=""/>
          <p:cNvSpPr txBox="1"/>
          <p:nvPr/>
        </p:nvSpPr>
        <p:spPr>
          <a:xfrm>
            <a:off x="2636280" y="8457480"/>
            <a:ext cx="2361600" cy="329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0" u="none" strike="noStrike">
                <a:solidFill>
                  <a:srgbClr val="000000"/>
                </a:solidFill>
                <a:effectLst/>
                <a:uFillTx/>
                <a:latin typeface="PretendardVariable"/>
                <a:ea typeface="PretendardVariable"/>
              </a:rPr>
              <a:t> 당일 라이브 접속자 한정 </a:t>
            </a:r>
            <a:r>
              <a:rPr lang="en-US" sz="2250" b="0" u="none" strike="noStrike">
                <a:solidFill>
                  <a:srgbClr val="000000"/>
                </a:solidFill>
                <a:effectLst/>
                <a:uFillTx/>
                <a:latin typeface="PretendardVariable"/>
                <a:ea typeface="PretendardVariable"/>
              </a:rPr>
              <a:t>· 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5541480" y="8448480"/>
            <a:ext cx="196812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3</a:t>
            </a:r>
            <a:r>
              <a:rPr lang="ko-KR" sz="225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만원 특별 할인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75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76" name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rect l="0" t="0" r="r" b="b"/>
            <a:pathLst>
              <a:path w="50800" h="28575">
                <a:moveTo>
                  <a:pt x="0" y="0"/>
                </a:moveTo>
                <a:lnTo>
                  <a:pt x="50800" y="0"/>
                </a:lnTo>
                <a:lnTo>
                  <a:pt x="50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A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77" name=""/>
          <p:cNvSpPr txBox="1"/>
          <p:nvPr/>
        </p:nvSpPr>
        <p:spPr>
          <a:xfrm>
            <a:off x="7362720" y="2640240"/>
            <a:ext cx="2663280" cy="920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6300" b="0" u="none" strike="noStrike">
                <a:solidFill>
                  <a:srgbClr val="000000"/>
                </a:solidFill>
                <a:effectLst/>
                <a:uFillTx/>
                <a:latin typeface="PretendardVariable"/>
                <a:ea typeface="PretendardVariable"/>
              </a:rPr>
              <a:t>감사합니다</a:t>
            </a:r>
            <a:r>
              <a:rPr lang="en-US" sz="6300" b="0" u="none" strike="noStrike">
                <a:solidFill>
                  <a:srgbClr val="000000"/>
                </a:solidFill>
                <a:effectLst/>
                <a:uFillTx/>
                <a:latin typeface="PretendardVariable"/>
                <a:ea typeface="PretendardVariable"/>
              </a:rPr>
              <a:t>.</a:t>
            </a:r>
            <a:endParaRPr lang="en-US" sz="6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78" name=""/>
          <p:cNvSpPr/>
          <p:nvPr/>
        </p:nvSpPr>
        <p:spPr>
          <a:xfrm>
            <a:off x="4957560" y="6662520"/>
            <a:ext cx="8372880" cy="2705400"/>
          </a:xfrm>
          <a:custGeom>
            <a:avLst/>
            <a:gdLst/>
            <a:ahLst/>
            <a:rect l="0" t="0" r="r" b="b"/>
            <a:pathLst>
              <a:path w="23258" h="7515">
                <a:moveTo>
                  <a:pt x="0" y="6999"/>
                </a:moveTo>
                <a:lnTo>
                  <a:pt x="0" y="517"/>
                </a:lnTo>
                <a:cubicBezTo>
                  <a:pt x="0" y="483"/>
                  <a:pt x="3" y="450"/>
                  <a:pt x="10" y="416"/>
                </a:cubicBezTo>
                <a:cubicBezTo>
                  <a:pt x="17" y="383"/>
                  <a:pt x="26" y="351"/>
                  <a:pt x="39" y="320"/>
                </a:cubicBezTo>
                <a:cubicBezTo>
                  <a:pt x="52" y="288"/>
                  <a:pt x="68" y="258"/>
                  <a:pt x="87" y="229"/>
                </a:cubicBezTo>
                <a:cubicBezTo>
                  <a:pt x="106" y="201"/>
                  <a:pt x="127" y="175"/>
                  <a:pt x="151" y="151"/>
                </a:cubicBezTo>
                <a:cubicBezTo>
                  <a:pt x="175" y="127"/>
                  <a:pt x="201" y="106"/>
                  <a:pt x="229" y="87"/>
                </a:cubicBezTo>
                <a:cubicBezTo>
                  <a:pt x="258" y="68"/>
                  <a:pt x="287" y="52"/>
                  <a:pt x="319" y="39"/>
                </a:cubicBezTo>
                <a:cubicBezTo>
                  <a:pt x="350" y="26"/>
                  <a:pt x="382" y="17"/>
                  <a:pt x="415" y="10"/>
                </a:cubicBezTo>
                <a:cubicBezTo>
                  <a:pt x="449" y="3"/>
                  <a:pt x="482" y="0"/>
                  <a:pt x="516" y="0"/>
                </a:cubicBezTo>
                <a:lnTo>
                  <a:pt x="22742" y="0"/>
                </a:lnTo>
                <a:cubicBezTo>
                  <a:pt x="22776" y="0"/>
                  <a:pt x="22809" y="3"/>
                  <a:pt x="22843" y="10"/>
                </a:cubicBezTo>
                <a:cubicBezTo>
                  <a:pt x="22876" y="17"/>
                  <a:pt x="22908" y="26"/>
                  <a:pt x="22939" y="39"/>
                </a:cubicBezTo>
                <a:cubicBezTo>
                  <a:pt x="22971" y="52"/>
                  <a:pt x="23000" y="68"/>
                  <a:pt x="23029" y="87"/>
                </a:cubicBezTo>
                <a:cubicBezTo>
                  <a:pt x="23057" y="106"/>
                  <a:pt x="23083" y="127"/>
                  <a:pt x="23107" y="151"/>
                </a:cubicBezTo>
                <a:cubicBezTo>
                  <a:pt x="23131" y="175"/>
                  <a:pt x="23152" y="201"/>
                  <a:pt x="23171" y="229"/>
                </a:cubicBezTo>
                <a:cubicBezTo>
                  <a:pt x="23190" y="258"/>
                  <a:pt x="23206" y="288"/>
                  <a:pt x="23219" y="320"/>
                </a:cubicBezTo>
                <a:cubicBezTo>
                  <a:pt x="23232" y="351"/>
                  <a:pt x="23241" y="383"/>
                  <a:pt x="23248" y="416"/>
                </a:cubicBezTo>
                <a:cubicBezTo>
                  <a:pt x="23255" y="450"/>
                  <a:pt x="23258" y="483"/>
                  <a:pt x="23258" y="517"/>
                </a:cubicBezTo>
                <a:lnTo>
                  <a:pt x="23258" y="6999"/>
                </a:lnTo>
                <a:cubicBezTo>
                  <a:pt x="23258" y="7033"/>
                  <a:pt x="23255" y="7067"/>
                  <a:pt x="23248" y="7100"/>
                </a:cubicBezTo>
                <a:cubicBezTo>
                  <a:pt x="23241" y="7133"/>
                  <a:pt x="23232" y="7165"/>
                  <a:pt x="23219" y="7197"/>
                </a:cubicBezTo>
                <a:cubicBezTo>
                  <a:pt x="23206" y="7228"/>
                  <a:pt x="23190" y="7258"/>
                  <a:pt x="23171" y="7286"/>
                </a:cubicBezTo>
                <a:cubicBezTo>
                  <a:pt x="23152" y="7314"/>
                  <a:pt x="23131" y="7340"/>
                  <a:pt x="23107" y="7364"/>
                </a:cubicBezTo>
                <a:cubicBezTo>
                  <a:pt x="23083" y="7388"/>
                  <a:pt x="23057" y="7409"/>
                  <a:pt x="23029" y="7428"/>
                </a:cubicBezTo>
                <a:cubicBezTo>
                  <a:pt x="23000" y="7447"/>
                  <a:pt x="22971" y="7463"/>
                  <a:pt x="22939" y="7476"/>
                </a:cubicBezTo>
                <a:cubicBezTo>
                  <a:pt x="22908" y="7489"/>
                  <a:pt x="22876" y="7499"/>
                  <a:pt x="22843" y="7505"/>
                </a:cubicBezTo>
                <a:cubicBezTo>
                  <a:pt x="22809" y="7512"/>
                  <a:pt x="22776" y="7515"/>
                  <a:pt x="22742" y="7515"/>
                </a:cubicBezTo>
                <a:lnTo>
                  <a:pt x="516" y="7515"/>
                </a:lnTo>
                <a:cubicBezTo>
                  <a:pt x="482" y="7515"/>
                  <a:pt x="449" y="7512"/>
                  <a:pt x="415" y="7505"/>
                </a:cubicBezTo>
                <a:cubicBezTo>
                  <a:pt x="382" y="7499"/>
                  <a:pt x="350" y="7489"/>
                  <a:pt x="319" y="7476"/>
                </a:cubicBezTo>
                <a:cubicBezTo>
                  <a:pt x="287" y="7463"/>
                  <a:pt x="258" y="7447"/>
                  <a:pt x="229" y="7428"/>
                </a:cubicBezTo>
                <a:cubicBezTo>
                  <a:pt x="201" y="7409"/>
                  <a:pt x="175" y="7388"/>
                  <a:pt x="151" y="7364"/>
                </a:cubicBezTo>
                <a:cubicBezTo>
                  <a:pt x="127" y="7340"/>
                  <a:pt x="106" y="7314"/>
                  <a:pt x="87" y="7286"/>
                </a:cubicBezTo>
                <a:cubicBezTo>
                  <a:pt x="68" y="7258"/>
                  <a:pt x="52" y="7228"/>
                  <a:pt x="39" y="7197"/>
                </a:cubicBezTo>
                <a:cubicBezTo>
                  <a:pt x="26" y="7165"/>
                  <a:pt x="17" y="7133"/>
                  <a:pt x="10" y="7100"/>
                </a:cubicBezTo>
                <a:cubicBezTo>
                  <a:pt x="3" y="7067"/>
                  <a:pt x="0" y="7033"/>
                  <a:pt x="0" y="699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79" name=""/>
          <p:cNvSpPr/>
          <p:nvPr/>
        </p:nvSpPr>
        <p:spPr>
          <a:xfrm>
            <a:off x="4957560" y="6662520"/>
            <a:ext cx="8372880" cy="2705400"/>
          </a:xfrm>
          <a:custGeom>
            <a:avLst/>
            <a:gdLst/>
            <a:ahLst/>
            <a:rect l="0" t="0" r="r" b="b"/>
            <a:pathLst>
              <a:path w="23258" h="7515">
                <a:moveTo>
                  <a:pt x="0" y="6999"/>
                </a:moveTo>
                <a:lnTo>
                  <a:pt x="0" y="517"/>
                </a:lnTo>
                <a:cubicBezTo>
                  <a:pt x="0" y="483"/>
                  <a:pt x="3" y="450"/>
                  <a:pt x="10" y="416"/>
                </a:cubicBezTo>
                <a:cubicBezTo>
                  <a:pt x="17" y="383"/>
                  <a:pt x="26" y="351"/>
                  <a:pt x="39" y="320"/>
                </a:cubicBezTo>
                <a:cubicBezTo>
                  <a:pt x="52" y="288"/>
                  <a:pt x="68" y="258"/>
                  <a:pt x="87" y="229"/>
                </a:cubicBezTo>
                <a:cubicBezTo>
                  <a:pt x="106" y="201"/>
                  <a:pt x="127" y="175"/>
                  <a:pt x="151" y="151"/>
                </a:cubicBezTo>
                <a:cubicBezTo>
                  <a:pt x="175" y="127"/>
                  <a:pt x="201" y="106"/>
                  <a:pt x="229" y="87"/>
                </a:cubicBezTo>
                <a:cubicBezTo>
                  <a:pt x="258" y="68"/>
                  <a:pt x="287" y="52"/>
                  <a:pt x="319" y="39"/>
                </a:cubicBezTo>
                <a:cubicBezTo>
                  <a:pt x="350" y="26"/>
                  <a:pt x="382" y="17"/>
                  <a:pt x="415" y="10"/>
                </a:cubicBezTo>
                <a:cubicBezTo>
                  <a:pt x="449" y="3"/>
                  <a:pt x="482" y="0"/>
                  <a:pt x="516" y="0"/>
                </a:cubicBezTo>
                <a:lnTo>
                  <a:pt x="22742" y="0"/>
                </a:lnTo>
                <a:cubicBezTo>
                  <a:pt x="22776" y="0"/>
                  <a:pt x="22809" y="3"/>
                  <a:pt x="22843" y="10"/>
                </a:cubicBezTo>
                <a:cubicBezTo>
                  <a:pt x="22876" y="17"/>
                  <a:pt x="22908" y="26"/>
                  <a:pt x="22939" y="39"/>
                </a:cubicBezTo>
                <a:cubicBezTo>
                  <a:pt x="22971" y="52"/>
                  <a:pt x="23000" y="68"/>
                  <a:pt x="23029" y="87"/>
                </a:cubicBezTo>
                <a:cubicBezTo>
                  <a:pt x="23057" y="106"/>
                  <a:pt x="23083" y="127"/>
                  <a:pt x="23107" y="151"/>
                </a:cubicBezTo>
                <a:cubicBezTo>
                  <a:pt x="23131" y="175"/>
                  <a:pt x="23152" y="201"/>
                  <a:pt x="23171" y="229"/>
                </a:cubicBezTo>
                <a:cubicBezTo>
                  <a:pt x="23190" y="258"/>
                  <a:pt x="23206" y="288"/>
                  <a:pt x="23219" y="320"/>
                </a:cubicBezTo>
                <a:cubicBezTo>
                  <a:pt x="23232" y="351"/>
                  <a:pt x="23241" y="383"/>
                  <a:pt x="23248" y="416"/>
                </a:cubicBezTo>
                <a:cubicBezTo>
                  <a:pt x="23255" y="450"/>
                  <a:pt x="23258" y="483"/>
                  <a:pt x="23258" y="517"/>
                </a:cubicBezTo>
                <a:lnTo>
                  <a:pt x="23258" y="6999"/>
                </a:lnTo>
                <a:cubicBezTo>
                  <a:pt x="23258" y="7033"/>
                  <a:pt x="23255" y="7067"/>
                  <a:pt x="23248" y="7100"/>
                </a:cubicBezTo>
                <a:cubicBezTo>
                  <a:pt x="23241" y="7133"/>
                  <a:pt x="23232" y="7165"/>
                  <a:pt x="23219" y="7197"/>
                </a:cubicBezTo>
                <a:cubicBezTo>
                  <a:pt x="23206" y="7228"/>
                  <a:pt x="23190" y="7258"/>
                  <a:pt x="23171" y="7286"/>
                </a:cubicBezTo>
                <a:cubicBezTo>
                  <a:pt x="23152" y="7314"/>
                  <a:pt x="23131" y="7340"/>
                  <a:pt x="23107" y="7364"/>
                </a:cubicBezTo>
                <a:cubicBezTo>
                  <a:pt x="23083" y="7388"/>
                  <a:pt x="23057" y="7409"/>
                  <a:pt x="23029" y="7428"/>
                </a:cubicBezTo>
                <a:cubicBezTo>
                  <a:pt x="23000" y="7447"/>
                  <a:pt x="22971" y="7463"/>
                  <a:pt x="22939" y="7476"/>
                </a:cubicBezTo>
                <a:cubicBezTo>
                  <a:pt x="22908" y="7489"/>
                  <a:pt x="22876" y="7499"/>
                  <a:pt x="22843" y="7505"/>
                </a:cubicBezTo>
                <a:cubicBezTo>
                  <a:pt x="22809" y="7512"/>
                  <a:pt x="22776" y="7515"/>
                  <a:pt x="22742" y="7515"/>
                </a:cubicBezTo>
                <a:lnTo>
                  <a:pt x="516" y="7515"/>
                </a:lnTo>
                <a:cubicBezTo>
                  <a:pt x="482" y="7515"/>
                  <a:pt x="449" y="7512"/>
                  <a:pt x="415" y="7505"/>
                </a:cubicBezTo>
                <a:cubicBezTo>
                  <a:pt x="382" y="7499"/>
                  <a:pt x="350" y="7489"/>
                  <a:pt x="319" y="7476"/>
                </a:cubicBezTo>
                <a:cubicBezTo>
                  <a:pt x="287" y="7463"/>
                  <a:pt x="258" y="7447"/>
                  <a:pt x="229" y="7428"/>
                </a:cubicBezTo>
                <a:cubicBezTo>
                  <a:pt x="201" y="7409"/>
                  <a:pt x="175" y="7388"/>
                  <a:pt x="151" y="7364"/>
                </a:cubicBezTo>
                <a:cubicBezTo>
                  <a:pt x="127" y="7340"/>
                  <a:pt x="106" y="7314"/>
                  <a:pt x="87" y="7286"/>
                </a:cubicBezTo>
                <a:cubicBezTo>
                  <a:pt x="68" y="7258"/>
                  <a:pt x="52" y="7228"/>
                  <a:pt x="39" y="7197"/>
                </a:cubicBezTo>
                <a:cubicBezTo>
                  <a:pt x="26" y="7165"/>
                  <a:pt x="17" y="7133"/>
                  <a:pt x="10" y="7100"/>
                </a:cubicBezTo>
                <a:cubicBezTo>
                  <a:pt x="3" y="7067"/>
                  <a:pt x="0" y="7033"/>
                  <a:pt x="0" y="6999"/>
                </a:cubicBezTo>
                <a:close/>
              </a:path>
            </a:pathLst>
          </a:custGeom>
          <a:noFill/>
          <a:ln w="9360">
            <a:solidFill>
              <a:srgbClr val="E3E2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80" name=""/>
          <p:cNvSpPr/>
          <p:nvPr/>
        </p:nvSpPr>
        <p:spPr>
          <a:xfrm>
            <a:off x="5462280" y="6900840"/>
            <a:ext cx="1914840" cy="1914840"/>
          </a:xfrm>
          <a:custGeom>
            <a:avLst/>
            <a:gdLst/>
            <a:ahLst/>
            <a:rect l="0" t="0" r="r" b="b"/>
            <a:pathLst>
              <a:path w="5319" h="5319">
                <a:moveTo>
                  <a:pt x="0" y="517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lnTo>
                  <a:pt x="5174" y="0"/>
                </a:lnTo>
                <a:cubicBezTo>
                  <a:pt x="5184" y="0"/>
                  <a:pt x="5193" y="0"/>
                  <a:pt x="5202" y="2"/>
                </a:cubicBezTo>
                <a:cubicBezTo>
                  <a:pt x="5212" y="4"/>
                  <a:pt x="5221" y="7"/>
                  <a:pt x="5230" y="11"/>
                </a:cubicBezTo>
                <a:cubicBezTo>
                  <a:pt x="5238" y="14"/>
                  <a:pt x="5247" y="19"/>
                  <a:pt x="5255" y="24"/>
                </a:cubicBezTo>
                <a:cubicBezTo>
                  <a:pt x="5263" y="29"/>
                  <a:pt x="5270" y="35"/>
                  <a:pt x="5277" y="42"/>
                </a:cubicBezTo>
                <a:cubicBezTo>
                  <a:pt x="5284" y="49"/>
                  <a:pt x="5290" y="56"/>
                  <a:pt x="5295" y="64"/>
                </a:cubicBezTo>
                <a:cubicBezTo>
                  <a:pt x="5300" y="72"/>
                  <a:pt x="5305" y="81"/>
                  <a:pt x="5308" y="89"/>
                </a:cubicBezTo>
                <a:cubicBezTo>
                  <a:pt x="5312" y="98"/>
                  <a:pt x="5315" y="107"/>
                  <a:pt x="5317" y="117"/>
                </a:cubicBezTo>
                <a:cubicBezTo>
                  <a:pt x="5319" y="126"/>
                  <a:pt x="5319" y="136"/>
                  <a:pt x="5319" y="145"/>
                </a:cubicBezTo>
                <a:lnTo>
                  <a:pt x="5319" y="5173"/>
                </a:lnTo>
                <a:cubicBezTo>
                  <a:pt x="5319" y="5183"/>
                  <a:pt x="5319" y="5192"/>
                  <a:pt x="5317" y="5202"/>
                </a:cubicBezTo>
                <a:cubicBezTo>
                  <a:pt x="5315" y="5211"/>
                  <a:pt x="5312" y="5220"/>
                  <a:pt x="5308" y="5229"/>
                </a:cubicBezTo>
                <a:cubicBezTo>
                  <a:pt x="5305" y="5238"/>
                  <a:pt x="5300" y="5246"/>
                  <a:pt x="5295" y="5254"/>
                </a:cubicBezTo>
                <a:cubicBezTo>
                  <a:pt x="5290" y="5262"/>
                  <a:pt x="5284" y="5269"/>
                  <a:pt x="5277" y="5276"/>
                </a:cubicBezTo>
                <a:cubicBezTo>
                  <a:pt x="5270" y="5283"/>
                  <a:pt x="5263" y="5289"/>
                  <a:pt x="5255" y="5294"/>
                </a:cubicBezTo>
                <a:cubicBezTo>
                  <a:pt x="5247" y="5299"/>
                  <a:pt x="5238" y="5304"/>
                  <a:pt x="5230" y="5308"/>
                </a:cubicBezTo>
                <a:cubicBezTo>
                  <a:pt x="5221" y="5311"/>
                  <a:pt x="5212" y="5314"/>
                  <a:pt x="5202" y="5316"/>
                </a:cubicBezTo>
                <a:cubicBezTo>
                  <a:pt x="5193" y="5318"/>
                  <a:pt x="5184" y="5319"/>
                  <a:pt x="5174" y="5319"/>
                </a:cubicBezTo>
                <a:lnTo>
                  <a:pt x="146" y="5319"/>
                </a:lnTo>
                <a:cubicBezTo>
                  <a:pt x="136" y="5319"/>
                  <a:pt x="127" y="5318"/>
                  <a:pt x="117" y="5316"/>
                </a:cubicBezTo>
                <a:cubicBezTo>
                  <a:pt x="108" y="5314"/>
                  <a:pt x="99" y="5311"/>
                  <a:pt x="90" y="5308"/>
                </a:cubicBezTo>
                <a:cubicBezTo>
                  <a:pt x="81" y="5304"/>
                  <a:pt x="73" y="5299"/>
                  <a:pt x="65" y="5294"/>
                </a:cubicBezTo>
                <a:cubicBezTo>
                  <a:pt x="57" y="5289"/>
                  <a:pt x="50" y="5283"/>
                  <a:pt x="43" y="5276"/>
                </a:cubicBezTo>
                <a:cubicBezTo>
                  <a:pt x="36" y="5269"/>
                  <a:pt x="30" y="5262"/>
                  <a:pt x="25" y="5254"/>
                </a:cubicBezTo>
                <a:cubicBezTo>
                  <a:pt x="20" y="5246"/>
                  <a:pt x="15" y="5238"/>
                  <a:pt x="11" y="5229"/>
                </a:cubicBezTo>
                <a:cubicBezTo>
                  <a:pt x="8" y="5220"/>
                  <a:pt x="5" y="5211"/>
                  <a:pt x="3" y="5202"/>
                </a:cubicBezTo>
                <a:cubicBezTo>
                  <a:pt x="1" y="5192"/>
                  <a:pt x="0" y="5183"/>
                  <a:pt x="0" y="517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81" name=""/>
          <p:cNvSpPr/>
          <p:nvPr/>
        </p:nvSpPr>
        <p:spPr>
          <a:xfrm>
            <a:off x="5462280" y="6900840"/>
            <a:ext cx="1914840" cy="1914840"/>
          </a:xfrm>
          <a:custGeom>
            <a:avLst/>
            <a:gdLst/>
            <a:ahLst/>
            <a:rect l="0" t="0" r="r" b="b"/>
            <a:pathLst>
              <a:path w="5319" h="5319">
                <a:moveTo>
                  <a:pt x="0" y="517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lnTo>
                  <a:pt x="5174" y="0"/>
                </a:lnTo>
                <a:cubicBezTo>
                  <a:pt x="5184" y="0"/>
                  <a:pt x="5193" y="0"/>
                  <a:pt x="5202" y="2"/>
                </a:cubicBezTo>
                <a:cubicBezTo>
                  <a:pt x="5212" y="4"/>
                  <a:pt x="5221" y="7"/>
                  <a:pt x="5230" y="11"/>
                </a:cubicBezTo>
                <a:cubicBezTo>
                  <a:pt x="5238" y="14"/>
                  <a:pt x="5247" y="19"/>
                  <a:pt x="5255" y="24"/>
                </a:cubicBezTo>
                <a:cubicBezTo>
                  <a:pt x="5263" y="29"/>
                  <a:pt x="5270" y="35"/>
                  <a:pt x="5277" y="42"/>
                </a:cubicBezTo>
                <a:cubicBezTo>
                  <a:pt x="5284" y="49"/>
                  <a:pt x="5290" y="56"/>
                  <a:pt x="5295" y="64"/>
                </a:cubicBezTo>
                <a:cubicBezTo>
                  <a:pt x="5300" y="72"/>
                  <a:pt x="5305" y="81"/>
                  <a:pt x="5308" y="89"/>
                </a:cubicBezTo>
                <a:cubicBezTo>
                  <a:pt x="5312" y="98"/>
                  <a:pt x="5315" y="107"/>
                  <a:pt x="5317" y="117"/>
                </a:cubicBezTo>
                <a:cubicBezTo>
                  <a:pt x="5319" y="126"/>
                  <a:pt x="5319" y="136"/>
                  <a:pt x="5319" y="145"/>
                </a:cubicBezTo>
                <a:lnTo>
                  <a:pt x="5319" y="5173"/>
                </a:lnTo>
                <a:cubicBezTo>
                  <a:pt x="5319" y="5183"/>
                  <a:pt x="5319" y="5192"/>
                  <a:pt x="5317" y="5202"/>
                </a:cubicBezTo>
                <a:cubicBezTo>
                  <a:pt x="5315" y="5211"/>
                  <a:pt x="5312" y="5220"/>
                  <a:pt x="5308" y="5229"/>
                </a:cubicBezTo>
                <a:cubicBezTo>
                  <a:pt x="5305" y="5238"/>
                  <a:pt x="5300" y="5246"/>
                  <a:pt x="5295" y="5254"/>
                </a:cubicBezTo>
                <a:cubicBezTo>
                  <a:pt x="5290" y="5262"/>
                  <a:pt x="5284" y="5269"/>
                  <a:pt x="5277" y="5276"/>
                </a:cubicBezTo>
                <a:cubicBezTo>
                  <a:pt x="5270" y="5283"/>
                  <a:pt x="5263" y="5289"/>
                  <a:pt x="5255" y="5294"/>
                </a:cubicBezTo>
                <a:cubicBezTo>
                  <a:pt x="5247" y="5299"/>
                  <a:pt x="5238" y="5304"/>
                  <a:pt x="5230" y="5308"/>
                </a:cubicBezTo>
                <a:cubicBezTo>
                  <a:pt x="5221" y="5311"/>
                  <a:pt x="5212" y="5314"/>
                  <a:pt x="5202" y="5316"/>
                </a:cubicBezTo>
                <a:cubicBezTo>
                  <a:pt x="5193" y="5318"/>
                  <a:pt x="5184" y="5319"/>
                  <a:pt x="5174" y="5319"/>
                </a:cubicBezTo>
                <a:lnTo>
                  <a:pt x="146" y="5319"/>
                </a:lnTo>
                <a:cubicBezTo>
                  <a:pt x="136" y="5319"/>
                  <a:pt x="127" y="5318"/>
                  <a:pt x="117" y="5316"/>
                </a:cubicBezTo>
                <a:cubicBezTo>
                  <a:pt x="108" y="5314"/>
                  <a:pt x="99" y="5311"/>
                  <a:pt x="90" y="5308"/>
                </a:cubicBezTo>
                <a:cubicBezTo>
                  <a:pt x="81" y="5304"/>
                  <a:pt x="73" y="5299"/>
                  <a:pt x="65" y="5294"/>
                </a:cubicBezTo>
                <a:cubicBezTo>
                  <a:pt x="57" y="5289"/>
                  <a:pt x="50" y="5283"/>
                  <a:pt x="43" y="5276"/>
                </a:cubicBezTo>
                <a:cubicBezTo>
                  <a:pt x="36" y="5269"/>
                  <a:pt x="30" y="5262"/>
                  <a:pt x="25" y="5254"/>
                </a:cubicBezTo>
                <a:cubicBezTo>
                  <a:pt x="20" y="5246"/>
                  <a:pt x="15" y="5238"/>
                  <a:pt x="11" y="5229"/>
                </a:cubicBezTo>
                <a:cubicBezTo>
                  <a:pt x="8" y="5220"/>
                  <a:pt x="5" y="5211"/>
                  <a:pt x="3" y="5202"/>
                </a:cubicBezTo>
                <a:cubicBezTo>
                  <a:pt x="1" y="5192"/>
                  <a:pt x="0" y="5183"/>
                  <a:pt x="0" y="5173"/>
                </a:cubicBezTo>
                <a:close/>
              </a:path>
            </a:pathLst>
          </a:custGeom>
          <a:noFill/>
          <a:ln w="9360">
            <a:solidFill>
              <a:srgbClr val="E3E2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pic>
        <p:nvPicPr>
          <p:cNvPr id="782" name=""/>
          <p:cNvPicPr/>
          <p:nvPr/>
        </p:nvPicPr>
        <p:blipFill>
          <a:blip r:embed="rId1"/>
          <a:stretch/>
        </p:blipFill>
        <p:spPr>
          <a:xfrm>
            <a:off x="5562720" y="7000920"/>
            <a:ext cx="1713960" cy="171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3" name=""/>
          <p:cNvSpPr txBox="1"/>
          <p:nvPr/>
        </p:nvSpPr>
        <p:spPr>
          <a:xfrm>
            <a:off x="6411960" y="4177080"/>
            <a:ext cx="6125040" cy="59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33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궁금한 거 있으면 언제든 스레드로</a:t>
            </a:r>
            <a:r>
              <a:rPr lang="en-US" sz="3300" b="1" u="none" strike="noStrike">
                <a:solidFill>
                  <a:srgbClr val="D97757"/>
                </a:solidFill>
                <a:effectLst/>
                <a:uFillTx/>
                <a:latin typeface="PretendardVariable-Semi"/>
                <a:ea typeface="PretendardVariable-Semi"/>
              </a:rPr>
              <a:t>.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84" name=""/>
          <p:cNvSpPr txBox="1"/>
          <p:nvPr/>
        </p:nvSpPr>
        <p:spPr>
          <a:xfrm>
            <a:off x="5868720" y="8906040"/>
            <a:ext cx="153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666469"/>
                </a:solidFill>
                <a:effectLst/>
                <a:uFillTx/>
                <a:latin typeface="AppleColorEmoji"/>
                <a:ea typeface="AppleColorEmoji"/>
              </a:rPr>
              <a:t>📱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85" name=""/>
          <p:cNvSpPr/>
          <p:nvPr/>
        </p:nvSpPr>
        <p:spPr>
          <a:xfrm>
            <a:off x="7877160" y="7638840"/>
            <a:ext cx="1524240" cy="314640"/>
          </a:xfrm>
          <a:custGeom>
            <a:avLst/>
            <a:gdLst/>
            <a:ahLst/>
            <a:rect l="0" t="0" r="r" b="b"/>
            <a:pathLst>
              <a:path w="4234" h="874">
                <a:moveTo>
                  <a:pt x="0" y="715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39"/>
                  <a:pt x="61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4075" y="0"/>
                </a:lnTo>
                <a:cubicBezTo>
                  <a:pt x="4086" y="0"/>
                  <a:pt x="4096" y="1"/>
                  <a:pt x="4106" y="3"/>
                </a:cubicBezTo>
                <a:cubicBezTo>
                  <a:pt x="4116" y="5"/>
                  <a:pt x="4126" y="8"/>
                  <a:pt x="4136" y="12"/>
                </a:cubicBezTo>
                <a:cubicBezTo>
                  <a:pt x="4146" y="16"/>
                  <a:pt x="4155" y="21"/>
                  <a:pt x="4163" y="27"/>
                </a:cubicBezTo>
                <a:cubicBezTo>
                  <a:pt x="4172" y="33"/>
                  <a:pt x="4180" y="39"/>
                  <a:pt x="4187" y="47"/>
                </a:cubicBezTo>
                <a:cubicBezTo>
                  <a:pt x="4195" y="54"/>
                  <a:pt x="4201" y="62"/>
                  <a:pt x="4207" y="71"/>
                </a:cubicBezTo>
                <a:cubicBezTo>
                  <a:pt x="4213" y="79"/>
                  <a:pt x="4218" y="88"/>
                  <a:pt x="4222" y="98"/>
                </a:cubicBezTo>
                <a:cubicBezTo>
                  <a:pt x="4226" y="108"/>
                  <a:pt x="4229" y="118"/>
                  <a:pt x="4231" y="128"/>
                </a:cubicBezTo>
                <a:cubicBezTo>
                  <a:pt x="4233" y="138"/>
                  <a:pt x="4234" y="148"/>
                  <a:pt x="4234" y="159"/>
                </a:cubicBezTo>
                <a:lnTo>
                  <a:pt x="4234" y="715"/>
                </a:lnTo>
                <a:cubicBezTo>
                  <a:pt x="4234" y="726"/>
                  <a:pt x="4233" y="736"/>
                  <a:pt x="4231" y="746"/>
                </a:cubicBezTo>
                <a:cubicBezTo>
                  <a:pt x="4229" y="757"/>
                  <a:pt x="4226" y="767"/>
                  <a:pt x="4222" y="776"/>
                </a:cubicBezTo>
                <a:cubicBezTo>
                  <a:pt x="4218" y="786"/>
                  <a:pt x="4213" y="795"/>
                  <a:pt x="4207" y="804"/>
                </a:cubicBezTo>
                <a:cubicBezTo>
                  <a:pt x="4201" y="812"/>
                  <a:pt x="4195" y="820"/>
                  <a:pt x="4187" y="828"/>
                </a:cubicBezTo>
                <a:cubicBezTo>
                  <a:pt x="4180" y="835"/>
                  <a:pt x="4172" y="842"/>
                  <a:pt x="4163" y="847"/>
                </a:cubicBezTo>
                <a:cubicBezTo>
                  <a:pt x="4155" y="853"/>
                  <a:pt x="4146" y="858"/>
                  <a:pt x="4136" y="862"/>
                </a:cubicBezTo>
                <a:cubicBezTo>
                  <a:pt x="4126" y="866"/>
                  <a:pt x="4116" y="869"/>
                  <a:pt x="4106" y="871"/>
                </a:cubicBezTo>
                <a:cubicBezTo>
                  <a:pt x="4096" y="873"/>
                  <a:pt x="4086" y="874"/>
                  <a:pt x="4075" y="874"/>
                </a:cubicBezTo>
                <a:lnTo>
                  <a:pt x="158" y="874"/>
                </a:lnTo>
                <a:cubicBezTo>
                  <a:pt x="148" y="874"/>
                  <a:pt x="138" y="873"/>
                  <a:pt x="127" y="871"/>
                </a:cubicBezTo>
                <a:cubicBezTo>
                  <a:pt x="117" y="869"/>
                  <a:pt x="107" y="866"/>
                  <a:pt x="98" y="862"/>
                </a:cubicBezTo>
                <a:cubicBezTo>
                  <a:pt x="88" y="858"/>
                  <a:pt x="79" y="853"/>
                  <a:pt x="70" y="847"/>
                </a:cubicBezTo>
                <a:cubicBezTo>
                  <a:pt x="61" y="842"/>
                  <a:pt x="53" y="835"/>
                  <a:pt x="46" y="828"/>
                </a:cubicBezTo>
                <a:cubicBezTo>
                  <a:pt x="39" y="820"/>
                  <a:pt x="32" y="812"/>
                  <a:pt x="26" y="804"/>
                </a:cubicBezTo>
                <a:cubicBezTo>
                  <a:pt x="21" y="795"/>
                  <a:pt x="16" y="786"/>
                  <a:pt x="12" y="776"/>
                </a:cubicBezTo>
                <a:cubicBezTo>
                  <a:pt x="8" y="767"/>
                  <a:pt x="5" y="757"/>
                  <a:pt x="3" y="746"/>
                </a:cubicBezTo>
                <a:cubicBezTo>
                  <a:pt x="1" y="736"/>
                  <a:pt x="0" y="726"/>
                  <a:pt x="0" y="715"/>
                </a:cubicBezTo>
                <a:close/>
              </a:path>
            </a:pathLst>
          </a:custGeom>
          <a:solidFill>
            <a:srgbClr val="D977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786" name=""/>
          <p:cNvSpPr txBox="1"/>
          <p:nvPr/>
        </p:nvSpPr>
        <p:spPr>
          <a:xfrm>
            <a:off x="6058800" y="8895240"/>
            <a:ext cx="7322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 스캔 → 스레드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87" name=""/>
          <p:cNvSpPr txBox="1"/>
          <p:nvPr/>
        </p:nvSpPr>
        <p:spPr>
          <a:xfrm>
            <a:off x="8007120" y="7673040"/>
            <a:ext cx="12578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@gptaku_ai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88" name=""/>
          <p:cNvSpPr/>
          <p:nvPr/>
        </p:nvSpPr>
        <p:spPr>
          <a:xfrm>
            <a:off x="7877160" y="8115120"/>
            <a:ext cx="1143360" cy="314640"/>
          </a:xfrm>
          <a:custGeom>
            <a:avLst/>
            <a:gdLst/>
            <a:ahLst/>
            <a:rect l="0" t="0" r="r" b="b"/>
            <a:pathLst>
              <a:path w="3176" h="874">
                <a:moveTo>
                  <a:pt x="0" y="715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1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3017" y="0"/>
                </a:lnTo>
                <a:cubicBezTo>
                  <a:pt x="3027" y="0"/>
                  <a:pt x="3038" y="1"/>
                  <a:pt x="3048" y="3"/>
                </a:cubicBezTo>
                <a:cubicBezTo>
                  <a:pt x="3058" y="5"/>
                  <a:pt x="3068" y="8"/>
                  <a:pt x="3078" y="12"/>
                </a:cubicBezTo>
                <a:cubicBezTo>
                  <a:pt x="3087" y="16"/>
                  <a:pt x="3096" y="21"/>
                  <a:pt x="3105" y="27"/>
                </a:cubicBezTo>
                <a:cubicBezTo>
                  <a:pt x="3114" y="33"/>
                  <a:pt x="3122" y="39"/>
                  <a:pt x="3129" y="46"/>
                </a:cubicBezTo>
                <a:cubicBezTo>
                  <a:pt x="3136" y="54"/>
                  <a:pt x="3143" y="62"/>
                  <a:pt x="3149" y="71"/>
                </a:cubicBezTo>
                <a:cubicBezTo>
                  <a:pt x="3155" y="79"/>
                  <a:pt x="3159" y="88"/>
                  <a:pt x="3163" y="98"/>
                </a:cubicBezTo>
                <a:cubicBezTo>
                  <a:pt x="3167" y="108"/>
                  <a:pt x="3170" y="118"/>
                  <a:pt x="3172" y="128"/>
                </a:cubicBezTo>
                <a:cubicBezTo>
                  <a:pt x="3175" y="138"/>
                  <a:pt x="3176" y="148"/>
                  <a:pt x="3176" y="159"/>
                </a:cubicBezTo>
                <a:lnTo>
                  <a:pt x="3176" y="715"/>
                </a:lnTo>
                <a:cubicBezTo>
                  <a:pt x="3176" y="726"/>
                  <a:pt x="3175" y="736"/>
                  <a:pt x="3172" y="746"/>
                </a:cubicBezTo>
                <a:cubicBezTo>
                  <a:pt x="3170" y="757"/>
                  <a:pt x="3167" y="766"/>
                  <a:pt x="3163" y="776"/>
                </a:cubicBezTo>
                <a:cubicBezTo>
                  <a:pt x="3159" y="786"/>
                  <a:pt x="3155" y="795"/>
                  <a:pt x="3149" y="804"/>
                </a:cubicBezTo>
                <a:cubicBezTo>
                  <a:pt x="3143" y="812"/>
                  <a:pt x="3136" y="820"/>
                  <a:pt x="3129" y="828"/>
                </a:cubicBezTo>
                <a:cubicBezTo>
                  <a:pt x="3122" y="835"/>
                  <a:pt x="3114" y="842"/>
                  <a:pt x="3105" y="847"/>
                </a:cubicBezTo>
                <a:cubicBezTo>
                  <a:pt x="3096" y="853"/>
                  <a:pt x="3087" y="858"/>
                  <a:pt x="3078" y="862"/>
                </a:cubicBezTo>
                <a:cubicBezTo>
                  <a:pt x="3068" y="866"/>
                  <a:pt x="3058" y="869"/>
                  <a:pt x="3048" y="871"/>
                </a:cubicBezTo>
                <a:cubicBezTo>
                  <a:pt x="3038" y="873"/>
                  <a:pt x="3027" y="874"/>
                  <a:pt x="3017" y="874"/>
                </a:cubicBezTo>
                <a:lnTo>
                  <a:pt x="158" y="874"/>
                </a:lnTo>
                <a:cubicBezTo>
                  <a:pt x="148" y="874"/>
                  <a:pt x="138" y="873"/>
                  <a:pt x="127" y="871"/>
                </a:cubicBezTo>
                <a:cubicBezTo>
                  <a:pt x="117" y="869"/>
                  <a:pt x="107" y="866"/>
                  <a:pt x="98" y="862"/>
                </a:cubicBezTo>
                <a:cubicBezTo>
                  <a:pt x="88" y="858"/>
                  <a:pt x="79" y="853"/>
                  <a:pt x="70" y="847"/>
                </a:cubicBezTo>
                <a:cubicBezTo>
                  <a:pt x="61" y="842"/>
                  <a:pt x="53" y="835"/>
                  <a:pt x="46" y="828"/>
                </a:cubicBezTo>
                <a:cubicBezTo>
                  <a:pt x="39" y="820"/>
                  <a:pt x="32" y="812"/>
                  <a:pt x="26" y="804"/>
                </a:cubicBezTo>
                <a:cubicBezTo>
                  <a:pt x="21" y="795"/>
                  <a:pt x="16" y="786"/>
                  <a:pt x="12" y="776"/>
                </a:cubicBezTo>
                <a:cubicBezTo>
                  <a:pt x="8" y="766"/>
                  <a:pt x="5" y="757"/>
                  <a:pt x="3" y="746"/>
                </a:cubicBezTo>
                <a:cubicBezTo>
                  <a:pt x="1" y="736"/>
                  <a:pt x="0" y="726"/>
                  <a:pt x="0" y="715"/>
                </a:cubicBezTo>
                <a:close/>
              </a:path>
            </a:pathLst>
          </a:custGeom>
          <a:solidFill>
            <a:srgbClr val="D977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나눔고딕"/>
            </a:endParaRPr>
          </a:p>
        </p:txBody>
      </p:sp>
      <p:sp>
        <p:nvSpPr>
          <p:cNvPr id="789" name=""/>
          <p:cNvSpPr txBox="1"/>
          <p:nvPr/>
        </p:nvSpPr>
        <p:spPr>
          <a:xfrm>
            <a:off x="9577080" y="7664040"/>
            <a:ext cx="699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Threads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8007120" y="8149320"/>
            <a:ext cx="8805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Menlo"/>
                <a:ea typeface="Menlo"/>
              </a:rPr>
              <a:t>@GPTaku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9198720" y="8140320"/>
            <a:ext cx="1900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X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92" name=""/>
          <p:cNvSpPr txBox="1"/>
          <p:nvPr/>
        </p:nvSpPr>
        <p:spPr>
          <a:xfrm>
            <a:off x="10819080" y="7710480"/>
            <a:ext cx="15310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ko-KR" sz="17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스레드 클코대장 지피타쿠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11107440" y="8024760"/>
            <a:ext cx="1397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00" b="0" u="none" strike="noStrike">
                <a:solidFill>
                  <a:srgbClr val="666469"/>
                </a:solidFill>
                <a:effectLst/>
                <a:uFillTx/>
                <a:latin typeface="PretendardVariable"/>
                <a:ea typeface="PretendardVariable"/>
              </a:rPr>
              <a:t>— 앞으로도 잘 부탁해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나눔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LibreOffice/26.2.2.2$MacOSX_AARCH64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ko-KR</dc:language>
  <cp:lastModifiedBy/>
  <cp:revision>0</cp:revision>
  <dc:subject/>
  <dc:title/>
</cp:coreProperties>
</file>